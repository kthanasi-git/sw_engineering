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6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7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  <p:sldMasterId id="2147483696" r:id="rId3"/>
    <p:sldMasterId id="2147483708" r:id="rId4"/>
  </p:sldMasterIdLst>
  <p:notesMasterIdLst>
    <p:notesMasterId r:id="rId27"/>
  </p:notesMasterIdLst>
  <p:sldIdLst>
    <p:sldId id="259" r:id="rId5"/>
    <p:sldId id="609" r:id="rId6"/>
    <p:sldId id="336" r:id="rId7"/>
    <p:sldId id="334" r:id="rId8"/>
    <p:sldId id="348" r:id="rId9"/>
    <p:sldId id="346" r:id="rId10"/>
    <p:sldId id="305" r:id="rId11"/>
    <p:sldId id="306" r:id="rId12"/>
    <p:sldId id="307" r:id="rId13"/>
    <p:sldId id="308" r:id="rId14"/>
    <p:sldId id="614" r:id="rId15"/>
    <p:sldId id="615" r:id="rId16"/>
    <p:sldId id="616" r:id="rId17"/>
    <p:sldId id="617" r:id="rId18"/>
    <p:sldId id="618" r:id="rId19"/>
    <p:sldId id="619" r:id="rId20"/>
    <p:sldId id="620" r:id="rId21"/>
    <p:sldId id="621" r:id="rId22"/>
    <p:sldId id="622" r:id="rId23"/>
    <p:sldId id="623" r:id="rId24"/>
    <p:sldId id="624" r:id="rId25"/>
    <p:sldId id="780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918"/>
    <p:restoredTop sz="79863" autoAdjust="0"/>
  </p:normalViewPr>
  <p:slideViewPr>
    <p:cSldViewPr snapToGrid="0">
      <p:cViewPr varScale="1">
        <p:scale>
          <a:sx n="100" d="100"/>
          <a:sy n="100" d="100"/>
        </p:scale>
        <p:origin x="164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21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4" Type="http://schemas.openxmlformats.org/officeDocument/2006/relationships/image" Target="../media/image25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21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4" Type="http://schemas.openxmlformats.org/officeDocument/2006/relationships/image" Target="../media/image2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C7EF8F1-0799-4377-A35A-D1E8F8380607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D959DF8C-BCC3-4149-9663-823C28F5AD17}">
      <dgm:prSet/>
      <dgm:spPr/>
      <dgm:t>
        <a:bodyPr/>
        <a:lstStyle/>
        <a:p>
          <a:r>
            <a:rPr lang="en-US"/>
            <a:t>The Attribute-Driven Design (ADD) method (Bass et al., 2003), developed at the SEI, is one approach to defining software architectures by basing the design process on the quality attribute requirements.</a:t>
          </a:r>
        </a:p>
      </dgm:t>
    </dgm:pt>
    <dgm:pt modelId="{841C2B73-272B-4509-9716-8B7A94C93F82}" type="parTrans" cxnId="{624097E3-08CD-4366-8C7E-3E7C92018C6E}">
      <dgm:prSet/>
      <dgm:spPr/>
      <dgm:t>
        <a:bodyPr/>
        <a:lstStyle/>
        <a:p>
          <a:endParaRPr lang="en-US"/>
        </a:p>
      </dgm:t>
    </dgm:pt>
    <dgm:pt modelId="{57AA62F9-AF14-4778-9483-20E75EC4DD67}" type="sibTrans" cxnId="{624097E3-08CD-4366-8C7E-3E7C92018C6E}">
      <dgm:prSet/>
      <dgm:spPr/>
      <dgm:t>
        <a:bodyPr/>
        <a:lstStyle/>
        <a:p>
          <a:endParaRPr lang="en-US"/>
        </a:p>
      </dgm:t>
    </dgm:pt>
    <dgm:pt modelId="{B68BA1E4-EC13-425C-8A88-E4BAC3E7302F}">
      <dgm:prSet/>
      <dgm:spPr/>
      <dgm:t>
        <a:bodyPr/>
        <a:lstStyle/>
        <a:p>
          <a:r>
            <a:rPr lang="en-US"/>
            <a:t>In ADD, architectural design follows a recursive decomposition process where, at each stage in the decomposition, architectural patterns and tactics are chosen to satisfy a set of quality attribute scenarios .</a:t>
          </a:r>
        </a:p>
      </dgm:t>
    </dgm:pt>
    <dgm:pt modelId="{CDABA885-4ADB-4439-AE02-202450357A0D}" type="parTrans" cxnId="{A35726EF-2941-42C0-B2F0-142F41993891}">
      <dgm:prSet/>
      <dgm:spPr/>
      <dgm:t>
        <a:bodyPr/>
        <a:lstStyle/>
        <a:p>
          <a:endParaRPr lang="en-US"/>
        </a:p>
      </dgm:t>
    </dgm:pt>
    <dgm:pt modelId="{C85EF625-3840-4D6C-823D-5CD0E80EB1E2}" type="sibTrans" cxnId="{A35726EF-2941-42C0-B2F0-142F41993891}">
      <dgm:prSet/>
      <dgm:spPr/>
      <dgm:t>
        <a:bodyPr/>
        <a:lstStyle/>
        <a:p>
          <a:endParaRPr lang="en-US"/>
        </a:p>
      </dgm:t>
    </dgm:pt>
    <dgm:pt modelId="{AD1B1351-70F6-4F84-A86D-B29B116D9F90}">
      <dgm:prSet/>
      <dgm:spPr/>
      <dgm:t>
        <a:bodyPr/>
        <a:lstStyle/>
        <a:p>
          <a:r>
            <a:rPr lang="en-US"/>
            <a:t>The architecture designed represents the high-level design choices which are documented using multiple structures or views (we introduced these terms in an earlier lesson). </a:t>
          </a:r>
        </a:p>
      </dgm:t>
    </dgm:pt>
    <dgm:pt modelId="{3B21478A-A38F-462D-83CA-3792FDE0D4D0}" type="parTrans" cxnId="{27A3CCAB-F1BF-47A4-B3A6-D1BCC46AD3A6}">
      <dgm:prSet/>
      <dgm:spPr/>
      <dgm:t>
        <a:bodyPr/>
        <a:lstStyle/>
        <a:p>
          <a:endParaRPr lang="en-US"/>
        </a:p>
      </dgm:t>
    </dgm:pt>
    <dgm:pt modelId="{F1A9ED6C-F0A3-4312-9FF4-855B8AD6D1FF}" type="sibTrans" cxnId="{27A3CCAB-F1BF-47A4-B3A6-D1BCC46AD3A6}">
      <dgm:prSet/>
      <dgm:spPr/>
      <dgm:t>
        <a:bodyPr/>
        <a:lstStyle/>
        <a:p>
          <a:endParaRPr lang="en-US"/>
        </a:p>
      </dgm:t>
    </dgm:pt>
    <dgm:pt modelId="{2F6B245B-85D7-4454-B156-BFF35002612E}">
      <dgm:prSet/>
      <dgm:spPr/>
      <dgm:t>
        <a:bodyPr/>
        <a:lstStyle/>
        <a:p>
          <a:r>
            <a:rPr lang="en-US"/>
            <a:t>The nature of the project determines the views.</a:t>
          </a:r>
        </a:p>
      </dgm:t>
    </dgm:pt>
    <dgm:pt modelId="{5D452DAD-47A7-4996-B145-83E0EE98BEF9}" type="parTrans" cxnId="{5641676F-7951-48F2-9209-855C2CDD249F}">
      <dgm:prSet/>
      <dgm:spPr/>
      <dgm:t>
        <a:bodyPr/>
        <a:lstStyle/>
        <a:p>
          <a:endParaRPr lang="en-US"/>
        </a:p>
      </dgm:t>
    </dgm:pt>
    <dgm:pt modelId="{EF1EB7F6-45AA-4FF4-82DB-8C20C408E7D1}" type="sibTrans" cxnId="{5641676F-7951-48F2-9209-855C2CDD249F}">
      <dgm:prSet/>
      <dgm:spPr/>
      <dgm:t>
        <a:bodyPr/>
        <a:lstStyle/>
        <a:p>
          <a:endParaRPr lang="en-US"/>
        </a:p>
      </dgm:t>
    </dgm:pt>
    <dgm:pt modelId="{2173BDE5-7C22-4C0E-96B3-05FE2DE32441}" type="pres">
      <dgm:prSet presAssocID="{3C7EF8F1-0799-4377-A35A-D1E8F8380607}" presName="root" presStyleCnt="0">
        <dgm:presLayoutVars>
          <dgm:dir/>
          <dgm:resizeHandles val="exact"/>
        </dgm:presLayoutVars>
      </dgm:prSet>
      <dgm:spPr/>
    </dgm:pt>
    <dgm:pt modelId="{293E923C-98B4-45E6-A99B-6611A6680111}" type="pres">
      <dgm:prSet presAssocID="{D959DF8C-BCC3-4149-9663-823C28F5AD17}" presName="compNode" presStyleCnt="0"/>
      <dgm:spPr/>
    </dgm:pt>
    <dgm:pt modelId="{B2C5C102-D504-40AC-9566-9AB2D5D106CB}" type="pres">
      <dgm:prSet presAssocID="{D959DF8C-BCC3-4149-9663-823C28F5AD17}" presName="bgRect" presStyleLbl="bgShp" presStyleIdx="0" presStyleCnt="4"/>
      <dgm:spPr/>
    </dgm:pt>
    <dgm:pt modelId="{2EE2D7E3-B77E-494F-853C-4C15AE0CF4E1}" type="pres">
      <dgm:prSet presAssocID="{D959DF8C-BCC3-4149-9663-823C28F5AD17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ss clef"/>
        </a:ext>
      </dgm:extLst>
    </dgm:pt>
    <dgm:pt modelId="{E9FA5B17-1088-4EE0-AB00-4271A0DE52E4}" type="pres">
      <dgm:prSet presAssocID="{D959DF8C-BCC3-4149-9663-823C28F5AD17}" presName="spaceRect" presStyleCnt="0"/>
      <dgm:spPr/>
    </dgm:pt>
    <dgm:pt modelId="{1D6026DF-9CFA-4ADF-B267-3C9DAEC94C37}" type="pres">
      <dgm:prSet presAssocID="{D959DF8C-BCC3-4149-9663-823C28F5AD17}" presName="parTx" presStyleLbl="revTx" presStyleIdx="0" presStyleCnt="4">
        <dgm:presLayoutVars>
          <dgm:chMax val="0"/>
          <dgm:chPref val="0"/>
        </dgm:presLayoutVars>
      </dgm:prSet>
      <dgm:spPr/>
    </dgm:pt>
    <dgm:pt modelId="{5120B2F0-95E6-4C94-A564-57DEB59B861E}" type="pres">
      <dgm:prSet presAssocID="{57AA62F9-AF14-4778-9483-20E75EC4DD67}" presName="sibTrans" presStyleCnt="0"/>
      <dgm:spPr/>
    </dgm:pt>
    <dgm:pt modelId="{4198220F-E665-46B2-BEDD-E3C09CEE71AB}" type="pres">
      <dgm:prSet presAssocID="{B68BA1E4-EC13-425C-8A88-E4BAC3E7302F}" presName="compNode" presStyleCnt="0"/>
      <dgm:spPr/>
    </dgm:pt>
    <dgm:pt modelId="{6A5FACEC-04B7-481F-AE4F-3B77AC7590F2}" type="pres">
      <dgm:prSet presAssocID="{B68BA1E4-EC13-425C-8A88-E4BAC3E7302F}" presName="bgRect" presStyleLbl="bgShp" presStyleIdx="1" presStyleCnt="4"/>
      <dgm:spPr/>
    </dgm:pt>
    <dgm:pt modelId="{004074A3-077A-42C1-8982-A89991ED2C4E}" type="pres">
      <dgm:prSet presAssocID="{B68BA1E4-EC13-425C-8A88-E4BAC3E7302F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439DC235-B015-4C41-852B-07FF0493BC16}" type="pres">
      <dgm:prSet presAssocID="{B68BA1E4-EC13-425C-8A88-E4BAC3E7302F}" presName="spaceRect" presStyleCnt="0"/>
      <dgm:spPr/>
    </dgm:pt>
    <dgm:pt modelId="{06110B5D-3107-4A44-991C-D9A2E8871EE2}" type="pres">
      <dgm:prSet presAssocID="{B68BA1E4-EC13-425C-8A88-E4BAC3E7302F}" presName="parTx" presStyleLbl="revTx" presStyleIdx="1" presStyleCnt="4">
        <dgm:presLayoutVars>
          <dgm:chMax val="0"/>
          <dgm:chPref val="0"/>
        </dgm:presLayoutVars>
      </dgm:prSet>
      <dgm:spPr/>
    </dgm:pt>
    <dgm:pt modelId="{F6E6ED1E-3243-4B52-82EF-90C4011E6C15}" type="pres">
      <dgm:prSet presAssocID="{C85EF625-3840-4D6C-823D-5CD0E80EB1E2}" presName="sibTrans" presStyleCnt="0"/>
      <dgm:spPr/>
    </dgm:pt>
    <dgm:pt modelId="{08D8B7CF-717E-4888-AED8-25A2FCCC5070}" type="pres">
      <dgm:prSet presAssocID="{AD1B1351-70F6-4F84-A86D-B29B116D9F90}" presName="compNode" presStyleCnt="0"/>
      <dgm:spPr/>
    </dgm:pt>
    <dgm:pt modelId="{4A54DC54-3ECB-4C47-AFCD-FE2E851D4B82}" type="pres">
      <dgm:prSet presAssocID="{AD1B1351-70F6-4F84-A86D-B29B116D9F90}" presName="bgRect" presStyleLbl="bgShp" presStyleIdx="2" presStyleCnt="4"/>
      <dgm:spPr/>
    </dgm:pt>
    <dgm:pt modelId="{D4788A6F-09BF-40BA-9B05-77AF7B72010C}" type="pres">
      <dgm:prSet presAssocID="{AD1B1351-70F6-4F84-A86D-B29B116D9F90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rawing Compass"/>
        </a:ext>
      </dgm:extLst>
    </dgm:pt>
    <dgm:pt modelId="{1330189F-DD64-46D8-B63A-F5E3B66120E0}" type="pres">
      <dgm:prSet presAssocID="{AD1B1351-70F6-4F84-A86D-B29B116D9F90}" presName="spaceRect" presStyleCnt="0"/>
      <dgm:spPr/>
    </dgm:pt>
    <dgm:pt modelId="{55ADE959-093A-443D-A6F3-57EA13DD336B}" type="pres">
      <dgm:prSet presAssocID="{AD1B1351-70F6-4F84-A86D-B29B116D9F90}" presName="parTx" presStyleLbl="revTx" presStyleIdx="2" presStyleCnt="4">
        <dgm:presLayoutVars>
          <dgm:chMax val="0"/>
          <dgm:chPref val="0"/>
        </dgm:presLayoutVars>
      </dgm:prSet>
      <dgm:spPr/>
    </dgm:pt>
    <dgm:pt modelId="{2BF510D3-0284-4DDC-A775-BADD44126BB4}" type="pres">
      <dgm:prSet presAssocID="{F1A9ED6C-F0A3-4312-9FF4-855B8AD6D1FF}" presName="sibTrans" presStyleCnt="0"/>
      <dgm:spPr/>
    </dgm:pt>
    <dgm:pt modelId="{74F2D11B-6480-4999-B653-5A6F283C2B03}" type="pres">
      <dgm:prSet presAssocID="{2F6B245B-85D7-4454-B156-BFF35002612E}" presName="compNode" presStyleCnt="0"/>
      <dgm:spPr/>
    </dgm:pt>
    <dgm:pt modelId="{A0353476-7C32-45C3-B98D-AC62AF22759A}" type="pres">
      <dgm:prSet presAssocID="{2F6B245B-85D7-4454-B156-BFF35002612E}" presName="bgRect" presStyleLbl="bgShp" presStyleIdx="3" presStyleCnt="4"/>
      <dgm:spPr/>
    </dgm:pt>
    <dgm:pt modelId="{9DC36700-B686-49BA-B75F-8D48EAAE37E5}" type="pres">
      <dgm:prSet presAssocID="{2F6B245B-85D7-4454-B156-BFF35002612E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eciduous tree"/>
        </a:ext>
      </dgm:extLst>
    </dgm:pt>
    <dgm:pt modelId="{45FDCB7D-862B-4DD5-8B63-D1846144A7BD}" type="pres">
      <dgm:prSet presAssocID="{2F6B245B-85D7-4454-B156-BFF35002612E}" presName="spaceRect" presStyleCnt="0"/>
      <dgm:spPr/>
    </dgm:pt>
    <dgm:pt modelId="{DCD72CEB-7C02-480E-B176-5343CABA04DC}" type="pres">
      <dgm:prSet presAssocID="{2F6B245B-85D7-4454-B156-BFF35002612E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8F84550B-583F-4C46-A48E-BD477CBCB3EC}" type="presOf" srcId="{AD1B1351-70F6-4F84-A86D-B29B116D9F90}" destId="{55ADE959-093A-443D-A6F3-57EA13DD336B}" srcOrd="0" destOrd="0" presId="urn:microsoft.com/office/officeart/2018/2/layout/IconVerticalSolidList"/>
    <dgm:cxn modelId="{1D79B50D-25EE-417D-9D14-33ECBCC116E6}" type="presOf" srcId="{D959DF8C-BCC3-4149-9663-823C28F5AD17}" destId="{1D6026DF-9CFA-4ADF-B267-3C9DAEC94C37}" srcOrd="0" destOrd="0" presId="urn:microsoft.com/office/officeart/2018/2/layout/IconVerticalSolidList"/>
    <dgm:cxn modelId="{49447D3E-E178-4DD4-AA5C-9D5BBAB7417F}" type="presOf" srcId="{3C7EF8F1-0799-4377-A35A-D1E8F8380607}" destId="{2173BDE5-7C22-4C0E-96B3-05FE2DE32441}" srcOrd="0" destOrd="0" presId="urn:microsoft.com/office/officeart/2018/2/layout/IconVerticalSolidList"/>
    <dgm:cxn modelId="{490CA44E-B2A0-4343-9193-3AB2829C45F2}" type="presOf" srcId="{2F6B245B-85D7-4454-B156-BFF35002612E}" destId="{DCD72CEB-7C02-480E-B176-5343CABA04DC}" srcOrd="0" destOrd="0" presId="urn:microsoft.com/office/officeart/2018/2/layout/IconVerticalSolidList"/>
    <dgm:cxn modelId="{5641676F-7951-48F2-9209-855C2CDD249F}" srcId="{3C7EF8F1-0799-4377-A35A-D1E8F8380607}" destId="{2F6B245B-85D7-4454-B156-BFF35002612E}" srcOrd="3" destOrd="0" parTransId="{5D452DAD-47A7-4996-B145-83E0EE98BEF9}" sibTransId="{EF1EB7F6-45AA-4FF4-82DB-8C20C408E7D1}"/>
    <dgm:cxn modelId="{27A3CCAB-F1BF-47A4-B3A6-D1BCC46AD3A6}" srcId="{3C7EF8F1-0799-4377-A35A-D1E8F8380607}" destId="{AD1B1351-70F6-4F84-A86D-B29B116D9F90}" srcOrd="2" destOrd="0" parTransId="{3B21478A-A38F-462D-83CA-3792FDE0D4D0}" sibTransId="{F1A9ED6C-F0A3-4312-9FF4-855B8AD6D1FF}"/>
    <dgm:cxn modelId="{C14E4FC4-EAC1-446B-BAE1-D8A022E37629}" type="presOf" srcId="{B68BA1E4-EC13-425C-8A88-E4BAC3E7302F}" destId="{06110B5D-3107-4A44-991C-D9A2E8871EE2}" srcOrd="0" destOrd="0" presId="urn:microsoft.com/office/officeart/2018/2/layout/IconVerticalSolidList"/>
    <dgm:cxn modelId="{624097E3-08CD-4366-8C7E-3E7C92018C6E}" srcId="{3C7EF8F1-0799-4377-A35A-D1E8F8380607}" destId="{D959DF8C-BCC3-4149-9663-823C28F5AD17}" srcOrd="0" destOrd="0" parTransId="{841C2B73-272B-4509-9716-8B7A94C93F82}" sibTransId="{57AA62F9-AF14-4778-9483-20E75EC4DD67}"/>
    <dgm:cxn modelId="{A35726EF-2941-42C0-B2F0-142F41993891}" srcId="{3C7EF8F1-0799-4377-A35A-D1E8F8380607}" destId="{B68BA1E4-EC13-425C-8A88-E4BAC3E7302F}" srcOrd="1" destOrd="0" parTransId="{CDABA885-4ADB-4439-AE02-202450357A0D}" sibTransId="{C85EF625-3840-4D6C-823D-5CD0E80EB1E2}"/>
    <dgm:cxn modelId="{3BF6B723-5817-401B-82A0-2A8AE9FBADF6}" type="presParOf" srcId="{2173BDE5-7C22-4C0E-96B3-05FE2DE32441}" destId="{293E923C-98B4-45E6-A99B-6611A6680111}" srcOrd="0" destOrd="0" presId="urn:microsoft.com/office/officeart/2018/2/layout/IconVerticalSolidList"/>
    <dgm:cxn modelId="{6654901F-66F7-4D66-8390-9386D631CC69}" type="presParOf" srcId="{293E923C-98B4-45E6-A99B-6611A6680111}" destId="{B2C5C102-D504-40AC-9566-9AB2D5D106CB}" srcOrd="0" destOrd="0" presId="urn:microsoft.com/office/officeart/2018/2/layout/IconVerticalSolidList"/>
    <dgm:cxn modelId="{D4606B32-11F3-4C92-944F-9A8747E5C006}" type="presParOf" srcId="{293E923C-98B4-45E6-A99B-6611A6680111}" destId="{2EE2D7E3-B77E-494F-853C-4C15AE0CF4E1}" srcOrd="1" destOrd="0" presId="urn:microsoft.com/office/officeart/2018/2/layout/IconVerticalSolidList"/>
    <dgm:cxn modelId="{F695F081-2BE2-40A5-9127-54959347904C}" type="presParOf" srcId="{293E923C-98B4-45E6-A99B-6611A6680111}" destId="{E9FA5B17-1088-4EE0-AB00-4271A0DE52E4}" srcOrd="2" destOrd="0" presId="urn:microsoft.com/office/officeart/2018/2/layout/IconVerticalSolidList"/>
    <dgm:cxn modelId="{7544A34A-A329-4BF9-B669-95A92CF14D2F}" type="presParOf" srcId="{293E923C-98B4-45E6-A99B-6611A6680111}" destId="{1D6026DF-9CFA-4ADF-B267-3C9DAEC94C37}" srcOrd="3" destOrd="0" presId="urn:microsoft.com/office/officeart/2018/2/layout/IconVerticalSolidList"/>
    <dgm:cxn modelId="{2BA88985-1FE7-4BC1-9CED-950136FFF402}" type="presParOf" srcId="{2173BDE5-7C22-4C0E-96B3-05FE2DE32441}" destId="{5120B2F0-95E6-4C94-A564-57DEB59B861E}" srcOrd="1" destOrd="0" presId="urn:microsoft.com/office/officeart/2018/2/layout/IconVerticalSolidList"/>
    <dgm:cxn modelId="{F6906625-F470-4044-A4D6-5EA02235464F}" type="presParOf" srcId="{2173BDE5-7C22-4C0E-96B3-05FE2DE32441}" destId="{4198220F-E665-46B2-BEDD-E3C09CEE71AB}" srcOrd="2" destOrd="0" presId="urn:microsoft.com/office/officeart/2018/2/layout/IconVerticalSolidList"/>
    <dgm:cxn modelId="{21F4B022-5388-4E36-8ECE-81CEE2CBFB6A}" type="presParOf" srcId="{4198220F-E665-46B2-BEDD-E3C09CEE71AB}" destId="{6A5FACEC-04B7-481F-AE4F-3B77AC7590F2}" srcOrd="0" destOrd="0" presId="urn:microsoft.com/office/officeart/2018/2/layout/IconVerticalSolidList"/>
    <dgm:cxn modelId="{64D28FC8-1C3E-46D6-9FD7-486BB4430C66}" type="presParOf" srcId="{4198220F-E665-46B2-BEDD-E3C09CEE71AB}" destId="{004074A3-077A-42C1-8982-A89991ED2C4E}" srcOrd="1" destOrd="0" presId="urn:microsoft.com/office/officeart/2018/2/layout/IconVerticalSolidList"/>
    <dgm:cxn modelId="{1CBEA219-EFD5-49A4-AD29-320A695B2267}" type="presParOf" srcId="{4198220F-E665-46B2-BEDD-E3C09CEE71AB}" destId="{439DC235-B015-4C41-852B-07FF0493BC16}" srcOrd="2" destOrd="0" presId="urn:microsoft.com/office/officeart/2018/2/layout/IconVerticalSolidList"/>
    <dgm:cxn modelId="{1590DE33-9271-460E-B363-4B257A4EC474}" type="presParOf" srcId="{4198220F-E665-46B2-BEDD-E3C09CEE71AB}" destId="{06110B5D-3107-4A44-991C-D9A2E8871EE2}" srcOrd="3" destOrd="0" presId="urn:microsoft.com/office/officeart/2018/2/layout/IconVerticalSolidList"/>
    <dgm:cxn modelId="{35FCF193-4763-43E2-8E22-7C2CB2DBAC97}" type="presParOf" srcId="{2173BDE5-7C22-4C0E-96B3-05FE2DE32441}" destId="{F6E6ED1E-3243-4B52-82EF-90C4011E6C15}" srcOrd="3" destOrd="0" presId="urn:microsoft.com/office/officeart/2018/2/layout/IconVerticalSolidList"/>
    <dgm:cxn modelId="{1D8D4717-6417-466F-AD5C-BE0A00525385}" type="presParOf" srcId="{2173BDE5-7C22-4C0E-96B3-05FE2DE32441}" destId="{08D8B7CF-717E-4888-AED8-25A2FCCC5070}" srcOrd="4" destOrd="0" presId="urn:microsoft.com/office/officeart/2018/2/layout/IconVerticalSolidList"/>
    <dgm:cxn modelId="{B7BDBAF9-AA8D-4E03-9B9D-A9A5F27DA83C}" type="presParOf" srcId="{08D8B7CF-717E-4888-AED8-25A2FCCC5070}" destId="{4A54DC54-3ECB-4C47-AFCD-FE2E851D4B82}" srcOrd="0" destOrd="0" presId="urn:microsoft.com/office/officeart/2018/2/layout/IconVerticalSolidList"/>
    <dgm:cxn modelId="{8A1B4A0E-C734-461E-B796-4DFA57EF9D0B}" type="presParOf" srcId="{08D8B7CF-717E-4888-AED8-25A2FCCC5070}" destId="{D4788A6F-09BF-40BA-9B05-77AF7B72010C}" srcOrd="1" destOrd="0" presId="urn:microsoft.com/office/officeart/2018/2/layout/IconVerticalSolidList"/>
    <dgm:cxn modelId="{198E4150-C555-48F1-8449-7D35388B11C4}" type="presParOf" srcId="{08D8B7CF-717E-4888-AED8-25A2FCCC5070}" destId="{1330189F-DD64-46D8-B63A-F5E3B66120E0}" srcOrd="2" destOrd="0" presId="urn:microsoft.com/office/officeart/2018/2/layout/IconVerticalSolidList"/>
    <dgm:cxn modelId="{15C2838E-2C9B-492C-9352-8853C59ECDA9}" type="presParOf" srcId="{08D8B7CF-717E-4888-AED8-25A2FCCC5070}" destId="{55ADE959-093A-443D-A6F3-57EA13DD336B}" srcOrd="3" destOrd="0" presId="urn:microsoft.com/office/officeart/2018/2/layout/IconVerticalSolidList"/>
    <dgm:cxn modelId="{ECEE3225-4926-4C92-877B-3D6DDD9E8A34}" type="presParOf" srcId="{2173BDE5-7C22-4C0E-96B3-05FE2DE32441}" destId="{2BF510D3-0284-4DDC-A775-BADD44126BB4}" srcOrd="5" destOrd="0" presId="urn:microsoft.com/office/officeart/2018/2/layout/IconVerticalSolidList"/>
    <dgm:cxn modelId="{E20C9880-8C2E-40AA-AB53-290C177C9A47}" type="presParOf" srcId="{2173BDE5-7C22-4C0E-96B3-05FE2DE32441}" destId="{74F2D11B-6480-4999-B653-5A6F283C2B03}" srcOrd="6" destOrd="0" presId="urn:microsoft.com/office/officeart/2018/2/layout/IconVerticalSolidList"/>
    <dgm:cxn modelId="{8D78FFD6-A8EF-427B-92B2-B6D08D94728E}" type="presParOf" srcId="{74F2D11B-6480-4999-B653-5A6F283C2B03}" destId="{A0353476-7C32-45C3-B98D-AC62AF22759A}" srcOrd="0" destOrd="0" presId="urn:microsoft.com/office/officeart/2018/2/layout/IconVerticalSolidList"/>
    <dgm:cxn modelId="{BB9F25EB-B53B-4405-9826-7AB05BF19113}" type="presParOf" srcId="{74F2D11B-6480-4999-B653-5A6F283C2B03}" destId="{9DC36700-B686-49BA-B75F-8D48EAAE37E5}" srcOrd="1" destOrd="0" presId="urn:microsoft.com/office/officeart/2018/2/layout/IconVerticalSolidList"/>
    <dgm:cxn modelId="{430B2294-7EE1-473E-ACB6-D12911561DBD}" type="presParOf" srcId="{74F2D11B-6480-4999-B653-5A6F283C2B03}" destId="{45FDCB7D-862B-4DD5-8B63-D1846144A7BD}" srcOrd="2" destOrd="0" presId="urn:microsoft.com/office/officeart/2018/2/layout/IconVerticalSolidList"/>
    <dgm:cxn modelId="{B9AF5B56-13D2-42B1-B893-D37539AE7A9C}" type="presParOf" srcId="{74F2D11B-6480-4999-B653-5A6F283C2B03}" destId="{DCD72CEB-7C02-480E-B176-5343CABA04DC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F96628D-F0DA-4E40-B2F7-8A2F12B2F2F8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E7FD05CA-88F8-462A-AC31-D82E0B316D97}">
      <dgm:prSet/>
      <dgm:spPr/>
      <dgm:t>
        <a:bodyPr/>
        <a:lstStyle/>
        <a:p>
          <a:r>
            <a:rPr lang="en-US"/>
            <a:t>Initially the monolith, being the only system component, is responsible for all functionality to be implemented along with satisfying all the architectural drivers.</a:t>
          </a:r>
        </a:p>
      </dgm:t>
    </dgm:pt>
    <dgm:pt modelId="{46CC7A21-AF04-4B82-BEB5-B0EB8D8E8947}" type="parTrans" cxnId="{F5DAF16A-5075-435C-AF69-72D2EBD8056D}">
      <dgm:prSet/>
      <dgm:spPr/>
      <dgm:t>
        <a:bodyPr/>
        <a:lstStyle/>
        <a:p>
          <a:endParaRPr lang="en-US"/>
        </a:p>
      </dgm:t>
    </dgm:pt>
    <dgm:pt modelId="{B14A6FA5-1DF4-455C-BED7-2B7AEA5DB461}" type="sibTrans" cxnId="{F5DAF16A-5075-435C-AF69-72D2EBD8056D}">
      <dgm:prSet/>
      <dgm:spPr/>
      <dgm:t>
        <a:bodyPr/>
        <a:lstStyle/>
        <a:p>
          <a:endParaRPr lang="en-US"/>
        </a:p>
      </dgm:t>
    </dgm:pt>
    <dgm:pt modelId="{02A4E45C-96A2-4C2A-8D65-7045CFA6E738}">
      <dgm:prSet/>
      <dgm:spPr/>
      <dgm:t>
        <a:bodyPr/>
        <a:lstStyle/>
        <a:p>
          <a:r>
            <a:rPr lang="en-US"/>
            <a:t>Obviously, the monolithic structure can’t satisfy most of these architectural drivers and we use ADD to decompose it further until all of these drivers are satisfied. </a:t>
          </a:r>
        </a:p>
      </dgm:t>
    </dgm:pt>
    <dgm:pt modelId="{4863CD00-71D8-4CFA-B297-B8474BA51695}" type="parTrans" cxnId="{CE155159-FD55-4941-BA0D-82317EFDF628}">
      <dgm:prSet/>
      <dgm:spPr/>
      <dgm:t>
        <a:bodyPr/>
        <a:lstStyle/>
        <a:p>
          <a:endParaRPr lang="en-US"/>
        </a:p>
      </dgm:t>
    </dgm:pt>
    <dgm:pt modelId="{E0A6557E-4A62-41FE-9974-6872191E68D2}" type="sibTrans" cxnId="{CE155159-FD55-4941-BA0D-82317EFDF628}">
      <dgm:prSet/>
      <dgm:spPr/>
      <dgm:t>
        <a:bodyPr/>
        <a:lstStyle/>
        <a:p>
          <a:endParaRPr lang="en-US"/>
        </a:p>
      </dgm:t>
    </dgm:pt>
    <dgm:pt modelId="{085C022C-FB2F-4342-A374-547785B5A353}">
      <dgm:prSet/>
      <dgm:spPr/>
      <dgm:t>
        <a:bodyPr/>
        <a:lstStyle/>
        <a:p>
          <a:r>
            <a:rPr lang="en-US"/>
            <a:t>We begin with one of our highest priority architectural driver 1 (support for adding new field device).</a:t>
          </a:r>
        </a:p>
      </dgm:t>
    </dgm:pt>
    <dgm:pt modelId="{652FD1A3-9A2C-4122-9BBC-80F6F1D616C8}" type="parTrans" cxnId="{EFA42A78-C9FD-4828-8DC0-BD0C85CF94D1}">
      <dgm:prSet/>
      <dgm:spPr/>
      <dgm:t>
        <a:bodyPr/>
        <a:lstStyle/>
        <a:p>
          <a:endParaRPr lang="en-US"/>
        </a:p>
      </dgm:t>
    </dgm:pt>
    <dgm:pt modelId="{BAFDC0BB-7DF5-4407-971A-91435AA018E3}" type="sibTrans" cxnId="{EFA42A78-C9FD-4828-8DC0-BD0C85CF94D1}">
      <dgm:prSet/>
      <dgm:spPr/>
      <dgm:t>
        <a:bodyPr/>
        <a:lstStyle/>
        <a:p>
          <a:endParaRPr lang="en-US"/>
        </a:p>
      </dgm:t>
    </dgm:pt>
    <dgm:pt modelId="{DC7116E8-30D9-46DA-9695-77EF83E4ACA5}" type="pres">
      <dgm:prSet presAssocID="{CF96628D-F0DA-4E40-B2F7-8A2F12B2F2F8}" presName="root" presStyleCnt="0">
        <dgm:presLayoutVars>
          <dgm:dir/>
          <dgm:resizeHandles val="exact"/>
        </dgm:presLayoutVars>
      </dgm:prSet>
      <dgm:spPr/>
    </dgm:pt>
    <dgm:pt modelId="{E51742CA-FD6C-4CD9-8E0A-AF5677854887}" type="pres">
      <dgm:prSet presAssocID="{E7FD05CA-88F8-462A-AC31-D82E0B316D97}" presName="compNode" presStyleCnt="0"/>
      <dgm:spPr/>
    </dgm:pt>
    <dgm:pt modelId="{9EE38AC9-7E49-44D5-99CC-5B75F49C69F9}" type="pres">
      <dgm:prSet presAssocID="{E7FD05CA-88F8-462A-AC31-D82E0B316D97}" presName="bgRect" presStyleLbl="bgShp" presStyleIdx="0" presStyleCnt="3"/>
      <dgm:spPr/>
    </dgm:pt>
    <dgm:pt modelId="{FBED5C9D-6E56-488E-803F-C28B9A6001F5}" type="pres">
      <dgm:prSet presAssocID="{E7FD05CA-88F8-462A-AC31-D82E0B316D97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B26965B3-EB52-4B12-BD9A-2AACCDFCA4C3}" type="pres">
      <dgm:prSet presAssocID="{E7FD05CA-88F8-462A-AC31-D82E0B316D97}" presName="spaceRect" presStyleCnt="0"/>
      <dgm:spPr/>
    </dgm:pt>
    <dgm:pt modelId="{5D1F9993-6D3F-42B9-98FB-6448365332BE}" type="pres">
      <dgm:prSet presAssocID="{E7FD05CA-88F8-462A-AC31-D82E0B316D97}" presName="parTx" presStyleLbl="revTx" presStyleIdx="0" presStyleCnt="3">
        <dgm:presLayoutVars>
          <dgm:chMax val="0"/>
          <dgm:chPref val="0"/>
        </dgm:presLayoutVars>
      </dgm:prSet>
      <dgm:spPr/>
    </dgm:pt>
    <dgm:pt modelId="{466DC3A7-AC95-4CB2-AD7C-5C47708A7608}" type="pres">
      <dgm:prSet presAssocID="{B14A6FA5-1DF4-455C-BED7-2B7AEA5DB461}" presName="sibTrans" presStyleCnt="0"/>
      <dgm:spPr/>
    </dgm:pt>
    <dgm:pt modelId="{17FF7150-EEC9-460B-8CAE-A6A57A5F85B2}" type="pres">
      <dgm:prSet presAssocID="{02A4E45C-96A2-4C2A-8D65-7045CFA6E738}" presName="compNode" presStyleCnt="0"/>
      <dgm:spPr/>
    </dgm:pt>
    <dgm:pt modelId="{44DD068A-FEA4-4F28-B350-7CFF58EECA64}" type="pres">
      <dgm:prSet presAssocID="{02A4E45C-96A2-4C2A-8D65-7045CFA6E738}" presName="bgRect" presStyleLbl="bgShp" presStyleIdx="1" presStyleCnt="3"/>
      <dgm:spPr/>
    </dgm:pt>
    <dgm:pt modelId="{150CB903-BF3A-45A2-9ECE-2DE7A0C4E464}" type="pres">
      <dgm:prSet presAssocID="{02A4E45C-96A2-4C2A-8D65-7045CFA6E738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8B29E844-EB38-4CB2-A2E0-61F5E9000AE4}" type="pres">
      <dgm:prSet presAssocID="{02A4E45C-96A2-4C2A-8D65-7045CFA6E738}" presName="spaceRect" presStyleCnt="0"/>
      <dgm:spPr/>
    </dgm:pt>
    <dgm:pt modelId="{DA899667-A5CE-4161-9E81-8D6FBAEEF48A}" type="pres">
      <dgm:prSet presAssocID="{02A4E45C-96A2-4C2A-8D65-7045CFA6E738}" presName="parTx" presStyleLbl="revTx" presStyleIdx="1" presStyleCnt="3">
        <dgm:presLayoutVars>
          <dgm:chMax val="0"/>
          <dgm:chPref val="0"/>
        </dgm:presLayoutVars>
      </dgm:prSet>
      <dgm:spPr/>
    </dgm:pt>
    <dgm:pt modelId="{4A4E0A42-D746-4873-A0EA-C8C7485A6C63}" type="pres">
      <dgm:prSet presAssocID="{E0A6557E-4A62-41FE-9974-6872191E68D2}" presName="sibTrans" presStyleCnt="0"/>
      <dgm:spPr/>
    </dgm:pt>
    <dgm:pt modelId="{640E09E8-A900-4957-9D1C-83EAED51E92F}" type="pres">
      <dgm:prSet presAssocID="{085C022C-FB2F-4342-A374-547785B5A353}" presName="compNode" presStyleCnt="0"/>
      <dgm:spPr/>
    </dgm:pt>
    <dgm:pt modelId="{83AA0442-456A-458D-A097-5C163C3CE695}" type="pres">
      <dgm:prSet presAssocID="{085C022C-FB2F-4342-A374-547785B5A353}" presName="bgRect" presStyleLbl="bgShp" presStyleIdx="2" presStyleCnt="3"/>
      <dgm:spPr/>
    </dgm:pt>
    <dgm:pt modelId="{D0696A8F-247E-471F-A8B7-06D51C04EC86}" type="pres">
      <dgm:prSet presAssocID="{085C022C-FB2F-4342-A374-547785B5A353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dd"/>
        </a:ext>
      </dgm:extLst>
    </dgm:pt>
    <dgm:pt modelId="{D5098A7E-5329-456C-9047-2DE15BF9F892}" type="pres">
      <dgm:prSet presAssocID="{085C022C-FB2F-4342-A374-547785B5A353}" presName="spaceRect" presStyleCnt="0"/>
      <dgm:spPr/>
    </dgm:pt>
    <dgm:pt modelId="{F55882E6-2610-4CC5-95D9-1C43A1E18F7E}" type="pres">
      <dgm:prSet presAssocID="{085C022C-FB2F-4342-A374-547785B5A353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CE155159-FD55-4941-BA0D-82317EFDF628}" srcId="{CF96628D-F0DA-4E40-B2F7-8A2F12B2F2F8}" destId="{02A4E45C-96A2-4C2A-8D65-7045CFA6E738}" srcOrd="1" destOrd="0" parTransId="{4863CD00-71D8-4CFA-B297-B8474BA51695}" sibTransId="{E0A6557E-4A62-41FE-9974-6872191E68D2}"/>
    <dgm:cxn modelId="{7BA3C068-C22C-4557-9275-CA27B90AB999}" type="presOf" srcId="{CF96628D-F0DA-4E40-B2F7-8A2F12B2F2F8}" destId="{DC7116E8-30D9-46DA-9695-77EF83E4ACA5}" srcOrd="0" destOrd="0" presId="urn:microsoft.com/office/officeart/2018/2/layout/IconVerticalSolidList"/>
    <dgm:cxn modelId="{F5DAF16A-5075-435C-AF69-72D2EBD8056D}" srcId="{CF96628D-F0DA-4E40-B2F7-8A2F12B2F2F8}" destId="{E7FD05CA-88F8-462A-AC31-D82E0B316D97}" srcOrd="0" destOrd="0" parTransId="{46CC7A21-AF04-4B82-BEB5-B0EB8D8E8947}" sibTransId="{B14A6FA5-1DF4-455C-BED7-2B7AEA5DB461}"/>
    <dgm:cxn modelId="{EFA42A78-C9FD-4828-8DC0-BD0C85CF94D1}" srcId="{CF96628D-F0DA-4E40-B2F7-8A2F12B2F2F8}" destId="{085C022C-FB2F-4342-A374-547785B5A353}" srcOrd="2" destOrd="0" parTransId="{652FD1A3-9A2C-4122-9BBC-80F6F1D616C8}" sibTransId="{BAFDC0BB-7DF5-4407-971A-91435AA018E3}"/>
    <dgm:cxn modelId="{108710D2-A2F2-4473-AD2B-72E16C15C072}" type="presOf" srcId="{085C022C-FB2F-4342-A374-547785B5A353}" destId="{F55882E6-2610-4CC5-95D9-1C43A1E18F7E}" srcOrd="0" destOrd="0" presId="urn:microsoft.com/office/officeart/2018/2/layout/IconVerticalSolidList"/>
    <dgm:cxn modelId="{30C6F6D2-E3F1-42E8-ACF4-22310CE09B36}" type="presOf" srcId="{02A4E45C-96A2-4C2A-8D65-7045CFA6E738}" destId="{DA899667-A5CE-4161-9E81-8D6FBAEEF48A}" srcOrd="0" destOrd="0" presId="urn:microsoft.com/office/officeart/2018/2/layout/IconVerticalSolidList"/>
    <dgm:cxn modelId="{B9A2D6E4-7E07-48B6-BB4C-CF490F637343}" type="presOf" srcId="{E7FD05CA-88F8-462A-AC31-D82E0B316D97}" destId="{5D1F9993-6D3F-42B9-98FB-6448365332BE}" srcOrd="0" destOrd="0" presId="urn:microsoft.com/office/officeart/2018/2/layout/IconVerticalSolidList"/>
    <dgm:cxn modelId="{41F7C3B2-856E-467D-8A50-E9E788C55009}" type="presParOf" srcId="{DC7116E8-30D9-46DA-9695-77EF83E4ACA5}" destId="{E51742CA-FD6C-4CD9-8E0A-AF5677854887}" srcOrd="0" destOrd="0" presId="urn:microsoft.com/office/officeart/2018/2/layout/IconVerticalSolidList"/>
    <dgm:cxn modelId="{EFEB7DD0-95B8-4092-959B-2428C85CA874}" type="presParOf" srcId="{E51742CA-FD6C-4CD9-8E0A-AF5677854887}" destId="{9EE38AC9-7E49-44D5-99CC-5B75F49C69F9}" srcOrd="0" destOrd="0" presId="urn:microsoft.com/office/officeart/2018/2/layout/IconVerticalSolidList"/>
    <dgm:cxn modelId="{7B0F03F0-6D49-4285-8ABB-F4880DDDDD06}" type="presParOf" srcId="{E51742CA-FD6C-4CD9-8E0A-AF5677854887}" destId="{FBED5C9D-6E56-488E-803F-C28B9A6001F5}" srcOrd="1" destOrd="0" presId="urn:microsoft.com/office/officeart/2018/2/layout/IconVerticalSolidList"/>
    <dgm:cxn modelId="{146579F5-B0B5-4607-AE45-7735F48C6DD0}" type="presParOf" srcId="{E51742CA-FD6C-4CD9-8E0A-AF5677854887}" destId="{B26965B3-EB52-4B12-BD9A-2AACCDFCA4C3}" srcOrd="2" destOrd="0" presId="urn:microsoft.com/office/officeart/2018/2/layout/IconVerticalSolidList"/>
    <dgm:cxn modelId="{0ADE34BA-5EDD-4D0E-AFCC-814AAC548339}" type="presParOf" srcId="{E51742CA-FD6C-4CD9-8E0A-AF5677854887}" destId="{5D1F9993-6D3F-42B9-98FB-6448365332BE}" srcOrd="3" destOrd="0" presId="urn:microsoft.com/office/officeart/2018/2/layout/IconVerticalSolidList"/>
    <dgm:cxn modelId="{C9A9A155-8FEB-48FB-A9AF-8A234641E129}" type="presParOf" srcId="{DC7116E8-30D9-46DA-9695-77EF83E4ACA5}" destId="{466DC3A7-AC95-4CB2-AD7C-5C47708A7608}" srcOrd="1" destOrd="0" presId="urn:microsoft.com/office/officeart/2018/2/layout/IconVerticalSolidList"/>
    <dgm:cxn modelId="{43FCA277-711E-471E-B189-D4112A719252}" type="presParOf" srcId="{DC7116E8-30D9-46DA-9695-77EF83E4ACA5}" destId="{17FF7150-EEC9-460B-8CAE-A6A57A5F85B2}" srcOrd="2" destOrd="0" presId="urn:microsoft.com/office/officeart/2018/2/layout/IconVerticalSolidList"/>
    <dgm:cxn modelId="{FCE0CEA4-82C6-4FB6-AB63-D5E380B63E8B}" type="presParOf" srcId="{17FF7150-EEC9-460B-8CAE-A6A57A5F85B2}" destId="{44DD068A-FEA4-4F28-B350-7CFF58EECA64}" srcOrd="0" destOrd="0" presId="urn:microsoft.com/office/officeart/2018/2/layout/IconVerticalSolidList"/>
    <dgm:cxn modelId="{2500C8DF-4C02-4F95-9C22-C527E29F17A8}" type="presParOf" srcId="{17FF7150-EEC9-460B-8CAE-A6A57A5F85B2}" destId="{150CB903-BF3A-45A2-9ECE-2DE7A0C4E464}" srcOrd="1" destOrd="0" presId="urn:microsoft.com/office/officeart/2018/2/layout/IconVerticalSolidList"/>
    <dgm:cxn modelId="{061FD1CD-4737-4D66-830A-4DFB6CCBAB01}" type="presParOf" srcId="{17FF7150-EEC9-460B-8CAE-A6A57A5F85B2}" destId="{8B29E844-EB38-4CB2-A2E0-61F5E9000AE4}" srcOrd="2" destOrd="0" presId="urn:microsoft.com/office/officeart/2018/2/layout/IconVerticalSolidList"/>
    <dgm:cxn modelId="{01E535E4-0F2C-49C5-9657-13CB7D5DE852}" type="presParOf" srcId="{17FF7150-EEC9-460B-8CAE-A6A57A5F85B2}" destId="{DA899667-A5CE-4161-9E81-8D6FBAEEF48A}" srcOrd="3" destOrd="0" presId="urn:microsoft.com/office/officeart/2018/2/layout/IconVerticalSolidList"/>
    <dgm:cxn modelId="{FD2DCF03-D286-4623-A295-742D258E505F}" type="presParOf" srcId="{DC7116E8-30D9-46DA-9695-77EF83E4ACA5}" destId="{4A4E0A42-D746-4873-A0EA-C8C7485A6C63}" srcOrd="3" destOrd="0" presId="urn:microsoft.com/office/officeart/2018/2/layout/IconVerticalSolidList"/>
    <dgm:cxn modelId="{C7BDD121-2DB1-4D81-95DE-8A64E6564CB3}" type="presParOf" srcId="{DC7116E8-30D9-46DA-9695-77EF83E4ACA5}" destId="{640E09E8-A900-4957-9D1C-83EAED51E92F}" srcOrd="4" destOrd="0" presId="urn:microsoft.com/office/officeart/2018/2/layout/IconVerticalSolidList"/>
    <dgm:cxn modelId="{0573E2D6-0968-41EC-A45D-DCE8291A4A2C}" type="presParOf" srcId="{640E09E8-A900-4957-9D1C-83EAED51E92F}" destId="{83AA0442-456A-458D-A097-5C163C3CE695}" srcOrd="0" destOrd="0" presId="urn:microsoft.com/office/officeart/2018/2/layout/IconVerticalSolidList"/>
    <dgm:cxn modelId="{7D021B67-E7B8-4173-9541-2D160D403AA0}" type="presParOf" srcId="{640E09E8-A900-4957-9D1C-83EAED51E92F}" destId="{D0696A8F-247E-471F-A8B7-06D51C04EC86}" srcOrd="1" destOrd="0" presId="urn:microsoft.com/office/officeart/2018/2/layout/IconVerticalSolidList"/>
    <dgm:cxn modelId="{AD1C15DD-33AC-434A-A4BE-93FED2457BB6}" type="presParOf" srcId="{640E09E8-A900-4957-9D1C-83EAED51E92F}" destId="{D5098A7E-5329-456C-9047-2DE15BF9F892}" srcOrd="2" destOrd="0" presId="urn:microsoft.com/office/officeart/2018/2/layout/IconVerticalSolidList"/>
    <dgm:cxn modelId="{7DA6A342-A460-4804-A278-25CBBEC5B5A9}" type="presParOf" srcId="{640E09E8-A900-4957-9D1C-83EAED51E92F}" destId="{F55882E6-2610-4CC5-95D9-1C43A1E18F7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62E1E12-B772-40B2-9B0C-68B1BCE3F42C}" type="doc">
      <dgm:prSet loTypeId="urn:microsoft.com/office/officeart/2005/8/layout/hierarchy1" loCatId="hierarchy" qsTypeId="urn:microsoft.com/office/officeart/2005/8/quickstyle/simple5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CA73DD42-ADCD-4427-AA04-160423AE5989}">
      <dgm:prSet/>
      <dgm:spPr/>
      <dgm:t>
        <a:bodyPr/>
        <a:lstStyle/>
        <a:p>
          <a:r>
            <a:rPr lang="en-US"/>
            <a:t>ADD applies the modifiability tactics to limit the impact of change and minimize the number of dependencies on the part of the system responsible for integrating new hardware devices. </a:t>
          </a:r>
        </a:p>
      </dgm:t>
    </dgm:pt>
    <dgm:pt modelId="{07DCE2C3-F5DC-4A1F-BF4D-98E5A67A1FE7}" type="parTrans" cxnId="{02ECA050-ED06-4439-B98E-F029CFA43B59}">
      <dgm:prSet/>
      <dgm:spPr/>
      <dgm:t>
        <a:bodyPr/>
        <a:lstStyle/>
        <a:p>
          <a:endParaRPr lang="en-US"/>
        </a:p>
      </dgm:t>
    </dgm:pt>
    <dgm:pt modelId="{AB84960C-5BEE-4554-9645-5E338F437910}" type="sibTrans" cxnId="{02ECA050-ED06-4439-B98E-F029CFA43B59}">
      <dgm:prSet/>
      <dgm:spPr/>
      <dgm:t>
        <a:bodyPr/>
        <a:lstStyle/>
        <a:p>
          <a:endParaRPr lang="en-US"/>
        </a:p>
      </dgm:t>
    </dgm:pt>
    <dgm:pt modelId="{FBDACC6B-6089-43C3-B0C5-E81DC9944E89}">
      <dgm:prSet/>
      <dgm:spPr/>
      <dgm:t>
        <a:bodyPr/>
        <a:lstStyle/>
        <a:p>
          <a:r>
            <a:rPr lang="en-US"/>
            <a:t>There are three design concerns related with modifiability:</a:t>
          </a:r>
        </a:p>
      </dgm:t>
    </dgm:pt>
    <dgm:pt modelId="{BE458574-48F0-4706-92AC-E384D5954579}" type="parTrans" cxnId="{D9FC7FFC-44BE-4B1A-93CC-FDAB97E2389C}">
      <dgm:prSet/>
      <dgm:spPr/>
      <dgm:t>
        <a:bodyPr/>
        <a:lstStyle/>
        <a:p>
          <a:endParaRPr lang="en-US"/>
        </a:p>
      </dgm:t>
    </dgm:pt>
    <dgm:pt modelId="{87C963C0-7988-4B39-8ED2-59386595B731}" type="sibTrans" cxnId="{D9FC7FFC-44BE-4B1A-93CC-FDAB97E2389C}">
      <dgm:prSet/>
      <dgm:spPr/>
      <dgm:t>
        <a:bodyPr/>
        <a:lstStyle/>
        <a:p>
          <a:endParaRPr lang="en-US"/>
        </a:p>
      </dgm:t>
    </dgm:pt>
    <dgm:pt modelId="{12A736C2-7B1B-4AA6-9BC5-5FD61A8D18AD}">
      <dgm:prSet/>
      <dgm:spPr/>
      <dgm:t>
        <a:bodyPr/>
        <a:lstStyle/>
        <a:p>
          <a:r>
            <a:rPr lang="en-US" i="1"/>
            <a:t>Localize changes</a:t>
          </a:r>
          <a:r>
            <a:rPr lang="en-US"/>
            <a:t>: this relates to adding a new field device</a:t>
          </a:r>
        </a:p>
      </dgm:t>
    </dgm:pt>
    <dgm:pt modelId="{57ED4CC0-D7BC-415B-8C1C-5D033470BFE0}" type="parTrans" cxnId="{24C2BA14-E296-4249-A10C-8A28F227F44A}">
      <dgm:prSet/>
      <dgm:spPr/>
      <dgm:t>
        <a:bodyPr/>
        <a:lstStyle/>
        <a:p>
          <a:endParaRPr lang="en-US"/>
        </a:p>
      </dgm:t>
    </dgm:pt>
    <dgm:pt modelId="{93E7F716-D710-470B-8430-C0F1747429BF}" type="sibTrans" cxnId="{24C2BA14-E296-4249-A10C-8A28F227F44A}">
      <dgm:prSet/>
      <dgm:spPr/>
      <dgm:t>
        <a:bodyPr/>
        <a:lstStyle/>
        <a:p>
          <a:endParaRPr lang="en-US"/>
        </a:p>
      </dgm:t>
    </dgm:pt>
    <dgm:pt modelId="{43F9D0A1-6EF8-4FB5-90D2-F9B02AC69928}">
      <dgm:prSet/>
      <dgm:spPr/>
      <dgm:t>
        <a:bodyPr/>
        <a:lstStyle/>
        <a:p>
          <a:r>
            <a:rPr lang="en-US" i="1"/>
            <a:t>Prevention of ripple effects</a:t>
          </a:r>
          <a:r>
            <a:rPr lang="en-US"/>
            <a:t>: this relates to minimizing the number of modules affected as a result of adding a new field device</a:t>
          </a:r>
        </a:p>
      </dgm:t>
    </dgm:pt>
    <dgm:pt modelId="{11F70547-A84F-4CFF-8999-22BCDE476BA3}" type="parTrans" cxnId="{68D9E926-B9E3-4E5F-A054-0449E0434944}">
      <dgm:prSet/>
      <dgm:spPr/>
      <dgm:t>
        <a:bodyPr/>
        <a:lstStyle/>
        <a:p>
          <a:endParaRPr lang="en-US"/>
        </a:p>
      </dgm:t>
    </dgm:pt>
    <dgm:pt modelId="{38E97D5B-A52E-488B-AC4B-83881811C0D4}" type="sibTrans" cxnId="{68D9E926-B9E3-4E5F-A054-0449E0434944}">
      <dgm:prSet/>
      <dgm:spPr/>
      <dgm:t>
        <a:bodyPr/>
        <a:lstStyle/>
        <a:p>
          <a:endParaRPr lang="en-US"/>
        </a:p>
      </dgm:t>
    </dgm:pt>
    <dgm:pt modelId="{76E30B30-34C7-40A2-8722-AFA72AED9B7F}">
      <dgm:prSet/>
      <dgm:spPr/>
      <dgm:t>
        <a:bodyPr/>
        <a:lstStyle/>
        <a:p>
          <a:r>
            <a:rPr lang="en-US" i="1"/>
            <a:t>Defer binding time</a:t>
          </a:r>
          <a:r>
            <a:rPr lang="en-US"/>
            <a:t>: this relates to the time when a new field device is deployed and the ability of non-programmers to manage such deployment</a:t>
          </a:r>
        </a:p>
      </dgm:t>
    </dgm:pt>
    <dgm:pt modelId="{A3101232-7C01-40BA-BE1B-8EC74896E3AB}" type="parTrans" cxnId="{AFC6173B-798F-46BF-AD57-263D78F8EFBC}">
      <dgm:prSet/>
      <dgm:spPr/>
      <dgm:t>
        <a:bodyPr/>
        <a:lstStyle/>
        <a:p>
          <a:endParaRPr lang="en-US"/>
        </a:p>
      </dgm:t>
    </dgm:pt>
    <dgm:pt modelId="{22D112B8-DE04-4801-8F8B-E9166DA19FD8}" type="sibTrans" cxnId="{AFC6173B-798F-46BF-AD57-263D78F8EFBC}">
      <dgm:prSet/>
      <dgm:spPr/>
      <dgm:t>
        <a:bodyPr/>
        <a:lstStyle/>
        <a:p>
          <a:endParaRPr lang="en-US"/>
        </a:p>
      </dgm:t>
    </dgm:pt>
    <dgm:pt modelId="{FF65CB6C-31EA-48FA-9E24-C3044D2550A7}" type="pres">
      <dgm:prSet presAssocID="{862E1E12-B772-40B2-9B0C-68B1BCE3F42C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807BC841-9744-46DA-90ED-C5398F9990EB}" type="pres">
      <dgm:prSet presAssocID="{CA73DD42-ADCD-4427-AA04-160423AE5989}" presName="hierRoot1" presStyleCnt="0"/>
      <dgm:spPr/>
    </dgm:pt>
    <dgm:pt modelId="{FC349251-9CB8-420B-912C-2850EBECF3C6}" type="pres">
      <dgm:prSet presAssocID="{CA73DD42-ADCD-4427-AA04-160423AE5989}" presName="composite" presStyleCnt="0"/>
      <dgm:spPr/>
    </dgm:pt>
    <dgm:pt modelId="{E3DDB138-E3F8-46C3-A5C7-72315BB34EDE}" type="pres">
      <dgm:prSet presAssocID="{CA73DD42-ADCD-4427-AA04-160423AE5989}" presName="background" presStyleLbl="node0" presStyleIdx="0" presStyleCnt="2"/>
      <dgm:spPr/>
    </dgm:pt>
    <dgm:pt modelId="{A260F852-98D5-4B1A-A726-2228482285D5}" type="pres">
      <dgm:prSet presAssocID="{CA73DD42-ADCD-4427-AA04-160423AE5989}" presName="text" presStyleLbl="fgAcc0" presStyleIdx="0" presStyleCnt="2">
        <dgm:presLayoutVars>
          <dgm:chPref val="3"/>
        </dgm:presLayoutVars>
      </dgm:prSet>
      <dgm:spPr/>
    </dgm:pt>
    <dgm:pt modelId="{0E576794-1FCB-4A7A-8C23-C59191CF59BF}" type="pres">
      <dgm:prSet presAssocID="{CA73DD42-ADCD-4427-AA04-160423AE5989}" presName="hierChild2" presStyleCnt="0"/>
      <dgm:spPr/>
    </dgm:pt>
    <dgm:pt modelId="{14E38216-6D7B-409C-A48F-706E57CF776C}" type="pres">
      <dgm:prSet presAssocID="{FBDACC6B-6089-43C3-B0C5-E81DC9944E89}" presName="hierRoot1" presStyleCnt="0"/>
      <dgm:spPr/>
    </dgm:pt>
    <dgm:pt modelId="{92FCF6FF-0102-4F8A-89A8-56ED52A4AF34}" type="pres">
      <dgm:prSet presAssocID="{FBDACC6B-6089-43C3-B0C5-E81DC9944E89}" presName="composite" presStyleCnt="0"/>
      <dgm:spPr/>
    </dgm:pt>
    <dgm:pt modelId="{9774FA76-F8E3-4624-8A57-6C9432623CCE}" type="pres">
      <dgm:prSet presAssocID="{FBDACC6B-6089-43C3-B0C5-E81DC9944E89}" presName="background" presStyleLbl="node0" presStyleIdx="1" presStyleCnt="2"/>
      <dgm:spPr/>
    </dgm:pt>
    <dgm:pt modelId="{7B484B94-3AF3-4160-91FC-D11AA1FA0202}" type="pres">
      <dgm:prSet presAssocID="{FBDACC6B-6089-43C3-B0C5-E81DC9944E89}" presName="text" presStyleLbl="fgAcc0" presStyleIdx="1" presStyleCnt="2">
        <dgm:presLayoutVars>
          <dgm:chPref val="3"/>
        </dgm:presLayoutVars>
      </dgm:prSet>
      <dgm:spPr/>
    </dgm:pt>
    <dgm:pt modelId="{0ED17C99-0368-4688-9D43-8D1D10EEABFF}" type="pres">
      <dgm:prSet presAssocID="{FBDACC6B-6089-43C3-B0C5-E81DC9944E89}" presName="hierChild2" presStyleCnt="0"/>
      <dgm:spPr/>
    </dgm:pt>
    <dgm:pt modelId="{0BFE6B1E-13BA-4407-AD64-A5B15AFBD13D}" type="pres">
      <dgm:prSet presAssocID="{57ED4CC0-D7BC-415B-8C1C-5D033470BFE0}" presName="Name10" presStyleLbl="parChTrans1D2" presStyleIdx="0" presStyleCnt="3"/>
      <dgm:spPr/>
    </dgm:pt>
    <dgm:pt modelId="{CAE16DE9-894D-43D7-B8F3-633E82922A1B}" type="pres">
      <dgm:prSet presAssocID="{12A736C2-7B1B-4AA6-9BC5-5FD61A8D18AD}" presName="hierRoot2" presStyleCnt="0"/>
      <dgm:spPr/>
    </dgm:pt>
    <dgm:pt modelId="{8FAA367E-AF1F-44D6-924F-65956A61DD2E}" type="pres">
      <dgm:prSet presAssocID="{12A736C2-7B1B-4AA6-9BC5-5FD61A8D18AD}" presName="composite2" presStyleCnt="0"/>
      <dgm:spPr/>
    </dgm:pt>
    <dgm:pt modelId="{823C9DE8-DCDE-4E67-A0B8-B4185A912801}" type="pres">
      <dgm:prSet presAssocID="{12A736C2-7B1B-4AA6-9BC5-5FD61A8D18AD}" presName="background2" presStyleLbl="node2" presStyleIdx="0" presStyleCnt="3"/>
      <dgm:spPr/>
    </dgm:pt>
    <dgm:pt modelId="{910CFE2A-D6DC-4E4F-977E-6D1D90A63AF2}" type="pres">
      <dgm:prSet presAssocID="{12A736C2-7B1B-4AA6-9BC5-5FD61A8D18AD}" presName="text2" presStyleLbl="fgAcc2" presStyleIdx="0" presStyleCnt="3">
        <dgm:presLayoutVars>
          <dgm:chPref val="3"/>
        </dgm:presLayoutVars>
      </dgm:prSet>
      <dgm:spPr/>
    </dgm:pt>
    <dgm:pt modelId="{CCFC3FF1-6574-4158-B9F4-FDB8DB3A715C}" type="pres">
      <dgm:prSet presAssocID="{12A736C2-7B1B-4AA6-9BC5-5FD61A8D18AD}" presName="hierChild3" presStyleCnt="0"/>
      <dgm:spPr/>
    </dgm:pt>
    <dgm:pt modelId="{2488B9C3-F588-4D48-A444-A5977EB9C1FF}" type="pres">
      <dgm:prSet presAssocID="{11F70547-A84F-4CFF-8999-22BCDE476BA3}" presName="Name10" presStyleLbl="parChTrans1D2" presStyleIdx="1" presStyleCnt="3"/>
      <dgm:spPr/>
    </dgm:pt>
    <dgm:pt modelId="{705B86AA-3FFC-48C2-8985-5DDC5D69A8BA}" type="pres">
      <dgm:prSet presAssocID="{43F9D0A1-6EF8-4FB5-90D2-F9B02AC69928}" presName="hierRoot2" presStyleCnt="0"/>
      <dgm:spPr/>
    </dgm:pt>
    <dgm:pt modelId="{A62D32B3-CDAC-4039-B324-23E068515340}" type="pres">
      <dgm:prSet presAssocID="{43F9D0A1-6EF8-4FB5-90D2-F9B02AC69928}" presName="composite2" presStyleCnt="0"/>
      <dgm:spPr/>
    </dgm:pt>
    <dgm:pt modelId="{525008A1-C118-4DCC-81D3-C961C7B39B3D}" type="pres">
      <dgm:prSet presAssocID="{43F9D0A1-6EF8-4FB5-90D2-F9B02AC69928}" presName="background2" presStyleLbl="node2" presStyleIdx="1" presStyleCnt="3"/>
      <dgm:spPr/>
    </dgm:pt>
    <dgm:pt modelId="{7E96ACD1-6771-4C94-BC41-C9FB1BD183BC}" type="pres">
      <dgm:prSet presAssocID="{43F9D0A1-6EF8-4FB5-90D2-F9B02AC69928}" presName="text2" presStyleLbl="fgAcc2" presStyleIdx="1" presStyleCnt="3">
        <dgm:presLayoutVars>
          <dgm:chPref val="3"/>
        </dgm:presLayoutVars>
      </dgm:prSet>
      <dgm:spPr/>
    </dgm:pt>
    <dgm:pt modelId="{86063187-61A3-4202-BA10-D129F2FDC0B2}" type="pres">
      <dgm:prSet presAssocID="{43F9D0A1-6EF8-4FB5-90D2-F9B02AC69928}" presName="hierChild3" presStyleCnt="0"/>
      <dgm:spPr/>
    </dgm:pt>
    <dgm:pt modelId="{679DBB88-EAA0-46CF-8181-8BB94299812C}" type="pres">
      <dgm:prSet presAssocID="{A3101232-7C01-40BA-BE1B-8EC74896E3AB}" presName="Name10" presStyleLbl="parChTrans1D2" presStyleIdx="2" presStyleCnt="3"/>
      <dgm:spPr/>
    </dgm:pt>
    <dgm:pt modelId="{F16FBE4C-5C01-43A2-847D-D1BEB1BE613E}" type="pres">
      <dgm:prSet presAssocID="{76E30B30-34C7-40A2-8722-AFA72AED9B7F}" presName="hierRoot2" presStyleCnt="0"/>
      <dgm:spPr/>
    </dgm:pt>
    <dgm:pt modelId="{2EDB3E3F-7F37-4C1C-901A-4B74A27725C9}" type="pres">
      <dgm:prSet presAssocID="{76E30B30-34C7-40A2-8722-AFA72AED9B7F}" presName="composite2" presStyleCnt="0"/>
      <dgm:spPr/>
    </dgm:pt>
    <dgm:pt modelId="{B25344AF-060F-4861-A314-0F21D0F9ECF8}" type="pres">
      <dgm:prSet presAssocID="{76E30B30-34C7-40A2-8722-AFA72AED9B7F}" presName="background2" presStyleLbl="node2" presStyleIdx="2" presStyleCnt="3"/>
      <dgm:spPr/>
    </dgm:pt>
    <dgm:pt modelId="{E6A2301E-2768-4B7F-978E-EB017F153607}" type="pres">
      <dgm:prSet presAssocID="{76E30B30-34C7-40A2-8722-AFA72AED9B7F}" presName="text2" presStyleLbl="fgAcc2" presStyleIdx="2" presStyleCnt="3">
        <dgm:presLayoutVars>
          <dgm:chPref val="3"/>
        </dgm:presLayoutVars>
      </dgm:prSet>
      <dgm:spPr/>
    </dgm:pt>
    <dgm:pt modelId="{0A5826FA-72A3-4948-B727-F59603FA7FED}" type="pres">
      <dgm:prSet presAssocID="{76E30B30-34C7-40A2-8722-AFA72AED9B7F}" presName="hierChild3" presStyleCnt="0"/>
      <dgm:spPr/>
    </dgm:pt>
  </dgm:ptLst>
  <dgm:cxnLst>
    <dgm:cxn modelId="{0031B008-5353-4F39-AB2F-CA69990E176B}" type="presOf" srcId="{CA73DD42-ADCD-4427-AA04-160423AE5989}" destId="{A260F852-98D5-4B1A-A726-2228482285D5}" srcOrd="0" destOrd="0" presId="urn:microsoft.com/office/officeart/2005/8/layout/hierarchy1"/>
    <dgm:cxn modelId="{2A305609-86C1-4D0E-8B44-AEA515CC87BF}" type="presOf" srcId="{FBDACC6B-6089-43C3-B0C5-E81DC9944E89}" destId="{7B484B94-3AF3-4160-91FC-D11AA1FA0202}" srcOrd="0" destOrd="0" presId="urn:microsoft.com/office/officeart/2005/8/layout/hierarchy1"/>
    <dgm:cxn modelId="{C0BA270F-2D7E-4309-B84E-5553CB670E2F}" type="presOf" srcId="{76E30B30-34C7-40A2-8722-AFA72AED9B7F}" destId="{E6A2301E-2768-4B7F-978E-EB017F153607}" srcOrd="0" destOrd="0" presId="urn:microsoft.com/office/officeart/2005/8/layout/hierarchy1"/>
    <dgm:cxn modelId="{24C2BA14-E296-4249-A10C-8A28F227F44A}" srcId="{FBDACC6B-6089-43C3-B0C5-E81DC9944E89}" destId="{12A736C2-7B1B-4AA6-9BC5-5FD61A8D18AD}" srcOrd="0" destOrd="0" parTransId="{57ED4CC0-D7BC-415B-8C1C-5D033470BFE0}" sibTransId="{93E7F716-D710-470B-8430-C0F1747429BF}"/>
    <dgm:cxn modelId="{68D9E926-B9E3-4E5F-A054-0449E0434944}" srcId="{FBDACC6B-6089-43C3-B0C5-E81DC9944E89}" destId="{43F9D0A1-6EF8-4FB5-90D2-F9B02AC69928}" srcOrd="1" destOrd="0" parTransId="{11F70547-A84F-4CFF-8999-22BCDE476BA3}" sibTransId="{38E97D5B-A52E-488B-AC4B-83881811C0D4}"/>
    <dgm:cxn modelId="{C877D62A-4C85-4871-9474-8CF05659E026}" type="presOf" srcId="{11F70547-A84F-4CFF-8999-22BCDE476BA3}" destId="{2488B9C3-F588-4D48-A444-A5977EB9C1FF}" srcOrd="0" destOrd="0" presId="urn:microsoft.com/office/officeart/2005/8/layout/hierarchy1"/>
    <dgm:cxn modelId="{AFC6173B-798F-46BF-AD57-263D78F8EFBC}" srcId="{FBDACC6B-6089-43C3-B0C5-E81DC9944E89}" destId="{76E30B30-34C7-40A2-8722-AFA72AED9B7F}" srcOrd="2" destOrd="0" parTransId="{A3101232-7C01-40BA-BE1B-8EC74896E3AB}" sibTransId="{22D112B8-DE04-4801-8F8B-E9166DA19FD8}"/>
    <dgm:cxn modelId="{060F7250-D0F1-43AC-A634-EE4E7F424CC8}" type="presOf" srcId="{A3101232-7C01-40BA-BE1B-8EC74896E3AB}" destId="{679DBB88-EAA0-46CF-8181-8BB94299812C}" srcOrd="0" destOrd="0" presId="urn:microsoft.com/office/officeart/2005/8/layout/hierarchy1"/>
    <dgm:cxn modelId="{02ECA050-ED06-4439-B98E-F029CFA43B59}" srcId="{862E1E12-B772-40B2-9B0C-68B1BCE3F42C}" destId="{CA73DD42-ADCD-4427-AA04-160423AE5989}" srcOrd="0" destOrd="0" parTransId="{07DCE2C3-F5DC-4A1F-BF4D-98E5A67A1FE7}" sibTransId="{AB84960C-5BEE-4554-9645-5E338F437910}"/>
    <dgm:cxn modelId="{0CD87667-10BA-494C-A3E2-9760633F749B}" type="presOf" srcId="{12A736C2-7B1B-4AA6-9BC5-5FD61A8D18AD}" destId="{910CFE2A-D6DC-4E4F-977E-6D1D90A63AF2}" srcOrd="0" destOrd="0" presId="urn:microsoft.com/office/officeart/2005/8/layout/hierarchy1"/>
    <dgm:cxn modelId="{FC9DFB78-809A-41B8-B6AE-BC6971EA7501}" type="presOf" srcId="{57ED4CC0-D7BC-415B-8C1C-5D033470BFE0}" destId="{0BFE6B1E-13BA-4407-AD64-A5B15AFBD13D}" srcOrd="0" destOrd="0" presId="urn:microsoft.com/office/officeart/2005/8/layout/hierarchy1"/>
    <dgm:cxn modelId="{7E4FE8A1-671E-480B-821A-2F898ABB0BFA}" type="presOf" srcId="{862E1E12-B772-40B2-9B0C-68B1BCE3F42C}" destId="{FF65CB6C-31EA-48FA-9E24-C3044D2550A7}" srcOrd="0" destOrd="0" presId="urn:microsoft.com/office/officeart/2005/8/layout/hierarchy1"/>
    <dgm:cxn modelId="{50C33AD9-1663-4C12-B049-C48CA7DBF0F5}" type="presOf" srcId="{43F9D0A1-6EF8-4FB5-90D2-F9B02AC69928}" destId="{7E96ACD1-6771-4C94-BC41-C9FB1BD183BC}" srcOrd="0" destOrd="0" presId="urn:microsoft.com/office/officeart/2005/8/layout/hierarchy1"/>
    <dgm:cxn modelId="{D9FC7FFC-44BE-4B1A-93CC-FDAB97E2389C}" srcId="{862E1E12-B772-40B2-9B0C-68B1BCE3F42C}" destId="{FBDACC6B-6089-43C3-B0C5-E81DC9944E89}" srcOrd="1" destOrd="0" parTransId="{BE458574-48F0-4706-92AC-E384D5954579}" sibTransId="{87C963C0-7988-4B39-8ED2-59386595B731}"/>
    <dgm:cxn modelId="{D280D972-8795-4A7B-87B1-BD2481584F1F}" type="presParOf" srcId="{FF65CB6C-31EA-48FA-9E24-C3044D2550A7}" destId="{807BC841-9744-46DA-90ED-C5398F9990EB}" srcOrd="0" destOrd="0" presId="urn:microsoft.com/office/officeart/2005/8/layout/hierarchy1"/>
    <dgm:cxn modelId="{43372A10-BD77-4583-A69F-93F6C4B1CADC}" type="presParOf" srcId="{807BC841-9744-46DA-90ED-C5398F9990EB}" destId="{FC349251-9CB8-420B-912C-2850EBECF3C6}" srcOrd="0" destOrd="0" presId="urn:microsoft.com/office/officeart/2005/8/layout/hierarchy1"/>
    <dgm:cxn modelId="{5F57C8BF-5F40-4C2A-83A7-1856A3FCEA45}" type="presParOf" srcId="{FC349251-9CB8-420B-912C-2850EBECF3C6}" destId="{E3DDB138-E3F8-46C3-A5C7-72315BB34EDE}" srcOrd="0" destOrd="0" presId="urn:microsoft.com/office/officeart/2005/8/layout/hierarchy1"/>
    <dgm:cxn modelId="{12E85F6E-D7B9-4AE3-9E98-EBDAE298C296}" type="presParOf" srcId="{FC349251-9CB8-420B-912C-2850EBECF3C6}" destId="{A260F852-98D5-4B1A-A726-2228482285D5}" srcOrd="1" destOrd="0" presId="urn:microsoft.com/office/officeart/2005/8/layout/hierarchy1"/>
    <dgm:cxn modelId="{821ED66C-DECC-4EBB-807A-6350560D5751}" type="presParOf" srcId="{807BC841-9744-46DA-90ED-C5398F9990EB}" destId="{0E576794-1FCB-4A7A-8C23-C59191CF59BF}" srcOrd="1" destOrd="0" presId="urn:microsoft.com/office/officeart/2005/8/layout/hierarchy1"/>
    <dgm:cxn modelId="{3F747FE5-E73D-4BC0-8C1D-18DB88051368}" type="presParOf" srcId="{FF65CB6C-31EA-48FA-9E24-C3044D2550A7}" destId="{14E38216-6D7B-409C-A48F-706E57CF776C}" srcOrd="1" destOrd="0" presId="urn:microsoft.com/office/officeart/2005/8/layout/hierarchy1"/>
    <dgm:cxn modelId="{69C81ECE-FF34-45FB-95EF-74C8BA2F62E8}" type="presParOf" srcId="{14E38216-6D7B-409C-A48F-706E57CF776C}" destId="{92FCF6FF-0102-4F8A-89A8-56ED52A4AF34}" srcOrd="0" destOrd="0" presId="urn:microsoft.com/office/officeart/2005/8/layout/hierarchy1"/>
    <dgm:cxn modelId="{6A1EB258-B900-432C-981D-04AFF6517815}" type="presParOf" srcId="{92FCF6FF-0102-4F8A-89A8-56ED52A4AF34}" destId="{9774FA76-F8E3-4624-8A57-6C9432623CCE}" srcOrd="0" destOrd="0" presId="urn:microsoft.com/office/officeart/2005/8/layout/hierarchy1"/>
    <dgm:cxn modelId="{383AFD97-61C7-4893-808C-5BB128A5FC73}" type="presParOf" srcId="{92FCF6FF-0102-4F8A-89A8-56ED52A4AF34}" destId="{7B484B94-3AF3-4160-91FC-D11AA1FA0202}" srcOrd="1" destOrd="0" presId="urn:microsoft.com/office/officeart/2005/8/layout/hierarchy1"/>
    <dgm:cxn modelId="{702CB768-30E9-4A44-8513-8AF94502B99A}" type="presParOf" srcId="{14E38216-6D7B-409C-A48F-706E57CF776C}" destId="{0ED17C99-0368-4688-9D43-8D1D10EEABFF}" srcOrd="1" destOrd="0" presId="urn:microsoft.com/office/officeart/2005/8/layout/hierarchy1"/>
    <dgm:cxn modelId="{048F7712-BF9E-4AF8-B10C-DC49C9AD0160}" type="presParOf" srcId="{0ED17C99-0368-4688-9D43-8D1D10EEABFF}" destId="{0BFE6B1E-13BA-4407-AD64-A5B15AFBD13D}" srcOrd="0" destOrd="0" presId="urn:microsoft.com/office/officeart/2005/8/layout/hierarchy1"/>
    <dgm:cxn modelId="{F660B837-C6D6-413C-AFE0-E53945B7A4FA}" type="presParOf" srcId="{0ED17C99-0368-4688-9D43-8D1D10EEABFF}" destId="{CAE16DE9-894D-43D7-B8F3-633E82922A1B}" srcOrd="1" destOrd="0" presId="urn:microsoft.com/office/officeart/2005/8/layout/hierarchy1"/>
    <dgm:cxn modelId="{F2550AE7-01DD-4E21-8C93-58C9939D31ED}" type="presParOf" srcId="{CAE16DE9-894D-43D7-B8F3-633E82922A1B}" destId="{8FAA367E-AF1F-44D6-924F-65956A61DD2E}" srcOrd="0" destOrd="0" presId="urn:microsoft.com/office/officeart/2005/8/layout/hierarchy1"/>
    <dgm:cxn modelId="{812723EE-C813-49D7-BE7A-E6B0A5005A22}" type="presParOf" srcId="{8FAA367E-AF1F-44D6-924F-65956A61DD2E}" destId="{823C9DE8-DCDE-4E67-A0B8-B4185A912801}" srcOrd="0" destOrd="0" presId="urn:microsoft.com/office/officeart/2005/8/layout/hierarchy1"/>
    <dgm:cxn modelId="{A3D5FCE0-D8A9-44A5-B0E2-CD3D274EE6A6}" type="presParOf" srcId="{8FAA367E-AF1F-44D6-924F-65956A61DD2E}" destId="{910CFE2A-D6DC-4E4F-977E-6D1D90A63AF2}" srcOrd="1" destOrd="0" presId="urn:microsoft.com/office/officeart/2005/8/layout/hierarchy1"/>
    <dgm:cxn modelId="{65E43363-5278-49D7-80DA-BE42C9C52C64}" type="presParOf" srcId="{CAE16DE9-894D-43D7-B8F3-633E82922A1B}" destId="{CCFC3FF1-6574-4158-B9F4-FDB8DB3A715C}" srcOrd="1" destOrd="0" presId="urn:microsoft.com/office/officeart/2005/8/layout/hierarchy1"/>
    <dgm:cxn modelId="{29E860BB-7AF2-4138-BAEA-D5CCE8FBC933}" type="presParOf" srcId="{0ED17C99-0368-4688-9D43-8D1D10EEABFF}" destId="{2488B9C3-F588-4D48-A444-A5977EB9C1FF}" srcOrd="2" destOrd="0" presId="urn:microsoft.com/office/officeart/2005/8/layout/hierarchy1"/>
    <dgm:cxn modelId="{2E56E6B7-F061-408E-9469-8D5EB41AAB08}" type="presParOf" srcId="{0ED17C99-0368-4688-9D43-8D1D10EEABFF}" destId="{705B86AA-3FFC-48C2-8985-5DDC5D69A8BA}" srcOrd="3" destOrd="0" presId="urn:microsoft.com/office/officeart/2005/8/layout/hierarchy1"/>
    <dgm:cxn modelId="{6D483AC3-4373-4653-AB09-D27856967A63}" type="presParOf" srcId="{705B86AA-3FFC-48C2-8985-5DDC5D69A8BA}" destId="{A62D32B3-CDAC-4039-B324-23E068515340}" srcOrd="0" destOrd="0" presId="urn:microsoft.com/office/officeart/2005/8/layout/hierarchy1"/>
    <dgm:cxn modelId="{63B1C274-BDF0-4DF8-BFC6-A60F97609924}" type="presParOf" srcId="{A62D32B3-CDAC-4039-B324-23E068515340}" destId="{525008A1-C118-4DCC-81D3-C961C7B39B3D}" srcOrd="0" destOrd="0" presId="urn:microsoft.com/office/officeart/2005/8/layout/hierarchy1"/>
    <dgm:cxn modelId="{ADC71CBF-A5FE-4070-AF9C-C961EC07F1E6}" type="presParOf" srcId="{A62D32B3-CDAC-4039-B324-23E068515340}" destId="{7E96ACD1-6771-4C94-BC41-C9FB1BD183BC}" srcOrd="1" destOrd="0" presId="urn:microsoft.com/office/officeart/2005/8/layout/hierarchy1"/>
    <dgm:cxn modelId="{D5B17FD0-1CE0-4387-828B-40D741D11C40}" type="presParOf" srcId="{705B86AA-3FFC-48C2-8985-5DDC5D69A8BA}" destId="{86063187-61A3-4202-BA10-D129F2FDC0B2}" srcOrd="1" destOrd="0" presId="urn:microsoft.com/office/officeart/2005/8/layout/hierarchy1"/>
    <dgm:cxn modelId="{38BCF2CB-6C15-4990-97CF-F515EEF1F24B}" type="presParOf" srcId="{0ED17C99-0368-4688-9D43-8D1D10EEABFF}" destId="{679DBB88-EAA0-46CF-8181-8BB94299812C}" srcOrd="4" destOrd="0" presId="urn:microsoft.com/office/officeart/2005/8/layout/hierarchy1"/>
    <dgm:cxn modelId="{C4D1A9A7-8546-41B5-9A63-F53685ACA908}" type="presParOf" srcId="{0ED17C99-0368-4688-9D43-8D1D10EEABFF}" destId="{F16FBE4C-5C01-43A2-847D-D1BEB1BE613E}" srcOrd="5" destOrd="0" presId="urn:microsoft.com/office/officeart/2005/8/layout/hierarchy1"/>
    <dgm:cxn modelId="{A01EE2D6-57F5-4F7D-A6D5-98185A48F66F}" type="presParOf" srcId="{F16FBE4C-5C01-43A2-847D-D1BEB1BE613E}" destId="{2EDB3E3F-7F37-4C1C-901A-4B74A27725C9}" srcOrd="0" destOrd="0" presId="urn:microsoft.com/office/officeart/2005/8/layout/hierarchy1"/>
    <dgm:cxn modelId="{DAF9D43A-4A57-4FA1-9E57-B7E3A7FF9EF3}" type="presParOf" srcId="{2EDB3E3F-7F37-4C1C-901A-4B74A27725C9}" destId="{B25344AF-060F-4861-A314-0F21D0F9ECF8}" srcOrd="0" destOrd="0" presId="urn:microsoft.com/office/officeart/2005/8/layout/hierarchy1"/>
    <dgm:cxn modelId="{73442C91-9FCB-4A25-BEA4-4C0A9AF66FAE}" type="presParOf" srcId="{2EDB3E3F-7F37-4C1C-901A-4B74A27725C9}" destId="{E6A2301E-2768-4B7F-978E-EB017F153607}" srcOrd="1" destOrd="0" presId="urn:microsoft.com/office/officeart/2005/8/layout/hierarchy1"/>
    <dgm:cxn modelId="{04104AD5-AF99-4647-A992-F3645BED320D}" type="presParOf" srcId="{F16FBE4C-5C01-43A2-847D-D1BEB1BE613E}" destId="{0A5826FA-72A3-4948-B727-F59603FA7FED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DA49BFAC-C6BD-407A-A74D-0AD286C9417E}" type="doc">
      <dgm:prSet loTypeId="urn:microsoft.com/office/officeart/2005/8/layout/default" loCatId="list" qsTypeId="urn:microsoft.com/office/officeart/2005/8/quickstyle/simple5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BDB5FEB7-0881-4A66-8434-3AB4092F4FBB}">
      <dgm:prSet/>
      <dgm:spPr/>
      <dgm:t>
        <a:bodyPr/>
        <a:lstStyle/>
        <a:p>
          <a:r>
            <a:rPr lang="en-US" dirty="0"/>
            <a:t>We address these concerns by creating adaptors for field devices, an </a:t>
          </a:r>
          <a:r>
            <a:rPr lang="en-US" i="1" dirty="0"/>
            <a:t>anticipation of expected changes</a:t>
          </a:r>
          <a:r>
            <a:rPr lang="en-US" dirty="0"/>
            <a:t> tactic. </a:t>
          </a:r>
        </a:p>
      </dgm:t>
    </dgm:pt>
    <dgm:pt modelId="{D945CE0A-3E56-41F2-9EF8-7911F4A4C3D2}" type="parTrans" cxnId="{732B884B-EC42-4C76-AE7B-33AC783765FD}">
      <dgm:prSet/>
      <dgm:spPr/>
      <dgm:t>
        <a:bodyPr/>
        <a:lstStyle/>
        <a:p>
          <a:endParaRPr lang="en-US"/>
        </a:p>
      </dgm:t>
    </dgm:pt>
    <dgm:pt modelId="{E14DF868-31D9-4FA9-8D85-F0CE033ACBEF}" type="sibTrans" cxnId="{732B884B-EC42-4C76-AE7B-33AC783765FD}">
      <dgm:prSet/>
      <dgm:spPr/>
      <dgm:t>
        <a:bodyPr/>
        <a:lstStyle/>
        <a:p>
          <a:endParaRPr lang="en-US"/>
        </a:p>
      </dgm:t>
    </dgm:pt>
    <dgm:pt modelId="{DE9DB4F4-D526-48D0-B5F7-FDBC8997D275}">
      <dgm:prSet/>
      <dgm:spPr/>
      <dgm:t>
        <a:bodyPr/>
        <a:lstStyle/>
        <a:p>
          <a:r>
            <a:rPr lang="en-US"/>
            <a:t>We use two additional architectural tactics to minimize propagation of change. </a:t>
          </a:r>
        </a:p>
      </dgm:t>
    </dgm:pt>
    <dgm:pt modelId="{A9B7652D-1681-4043-AC84-C6D3328AA99A}" type="parTrans" cxnId="{BE58AA22-03F2-4B61-BBEB-CEBA4CDF152A}">
      <dgm:prSet/>
      <dgm:spPr/>
      <dgm:t>
        <a:bodyPr/>
        <a:lstStyle/>
        <a:p>
          <a:endParaRPr lang="en-US"/>
        </a:p>
      </dgm:t>
    </dgm:pt>
    <dgm:pt modelId="{57DCA7F8-FE6B-451F-A9EE-A92457807EFF}" type="sibTrans" cxnId="{BE58AA22-03F2-4B61-BBEB-CEBA4CDF152A}">
      <dgm:prSet/>
      <dgm:spPr/>
      <dgm:t>
        <a:bodyPr/>
        <a:lstStyle/>
        <a:p>
          <a:endParaRPr lang="en-US"/>
        </a:p>
      </dgm:t>
    </dgm:pt>
    <dgm:pt modelId="{295FBEAD-809D-48B1-BD09-5B32DE372C65}">
      <dgm:prSet/>
      <dgm:spPr/>
      <dgm:t>
        <a:bodyPr/>
        <a:lstStyle/>
        <a:p>
          <a:r>
            <a:rPr lang="en-US"/>
            <a:t>First we specify a standard interface to be exposed by all adaptors (</a:t>
          </a:r>
          <a:r>
            <a:rPr lang="en-US" i="1"/>
            <a:t>maintain existing interfaces</a:t>
          </a:r>
          <a:r>
            <a:rPr lang="en-US"/>
            <a:t>). </a:t>
          </a:r>
        </a:p>
      </dgm:t>
    </dgm:pt>
    <dgm:pt modelId="{B730D1CB-BC94-4C16-AC7F-16D31F67FE4B}" type="parTrans" cxnId="{0019245F-A8AF-4572-9AF3-36264305D1D7}">
      <dgm:prSet/>
      <dgm:spPr/>
      <dgm:t>
        <a:bodyPr/>
        <a:lstStyle/>
        <a:p>
          <a:endParaRPr lang="en-US"/>
        </a:p>
      </dgm:t>
    </dgm:pt>
    <dgm:pt modelId="{232165BA-1646-4653-ABEF-B9E5595104BD}" type="sibTrans" cxnId="{0019245F-A8AF-4572-9AF3-36264305D1D7}">
      <dgm:prSet/>
      <dgm:spPr/>
      <dgm:t>
        <a:bodyPr/>
        <a:lstStyle/>
        <a:p>
          <a:endParaRPr lang="en-US"/>
        </a:p>
      </dgm:t>
    </dgm:pt>
    <dgm:pt modelId="{9F328274-E0EA-4232-925F-86AD8DD20BD0}">
      <dgm:prSet/>
      <dgm:spPr/>
      <dgm:t>
        <a:bodyPr/>
        <a:lstStyle/>
        <a:p>
          <a:r>
            <a:rPr lang="en-US" dirty="0"/>
            <a:t>Second, we use the adaptor as an </a:t>
          </a:r>
          <a:r>
            <a:rPr lang="en-US" i="1" dirty="0"/>
            <a:t>intermediary</a:t>
          </a:r>
          <a:r>
            <a:rPr lang="en-US" dirty="0"/>
            <a:t> responsible for semantic translation into a standard format, of all the data received from different field devices. </a:t>
          </a:r>
        </a:p>
      </dgm:t>
    </dgm:pt>
    <dgm:pt modelId="{7825FFEC-9A48-4305-BCB0-BFEBBA77B407}" type="parTrans" cxnId="{79236AE9-E457-4825-BA34-B1794D91B1E4}">
      <dgm:prSet/>
      <dgm:spPr/>
      <dgm:t>
        <a:bodyPr/>
        <a:lstStyle/>
        <a:p>
          <a:endParaRPr lang="en-US"/>
        </a:p>
      </dgm:t>
    </dgm:pt>
    <dgm:pt modelId="{4FB8B48C-679A-49EF-80E8-CA2EC4841029}" type="sibTrans" cxnId="{79236AE9-E457-4825-BA34-B1794D91B1E4}">
      <dgm:prSet/>
      <dgm:spPr/>
      <dgm:t>
        <a:bodyPr/>
        <a:lstStyle/>
        <a:p>
          <a:endParaRPr lang="en-US"/>
        </a:p>
      </dgm:t>
    </dgm:pt>
    <dgm:pt modelId="{0C926363-414E-402C-89D9-F629219C8E7B}">
      <dgm:prSet/>
      <dgm:spPr/>
      <dgm:t>
        <a:bodyPr/>
        <a:lstStyle/>
        <a:p>
          <a:r>
            <a:rPr lang="en-US" dirty="0"/>
            <a:t>As a side effect, this also addresses architectural driver 3.</a:t>
          </a:r>
        </a:p>
      </dgm:t>
    </dgm:pt>
    <dgm:pt modelId="{D93ED064-71B5-47C3-B835-98A221C63141}" type="parTrans" cxnId="{A55550EE-C7A2-420F-8237-4F732BC972BB}">
      <dgm:prSet/>
      <dgm:spPr/>
      <dgm:t>
        <a:bodyPr/>
        <a:lstStyle/>
        <a:p>
          <a:endParaRPr lang="en-US"/>
        </a:p>
      </dgm:t>
    </dgm:pt>
    <dgm:pt modelId="{2851CF2A-1EDB-41A0-9A1D-562F32DC0926}" type="sibTrans" cxnId="{A55550EE-C7A2-420F-8237-4F732BC972BB}">
      <dgm:prSet/>
      <dgm:spPr/>
      <dgm:t>
        <a:bodyPr/>
        <a:lstStyle/>
        <a:p>
          <a:endParaRPr lang="en-US"/>
        </a:p>
      </dgm:t>
    </dgm:pt>
    <dgm:pt modelId="{2194E829-F3EB-4826-A119-598F4F422092}" type="pres">
      <dgm:prSet presAssocID="{DA49BFAC-C6BD-407A-A74D-0AD286C9417E}" presName="diagram" presStyleCnt="0">
        <dgm:presLayoutVars>
          <dgm:dir/>
          <dgm:resizeHandles val="exact"/>
        </dgm:presLayoutVars>
      </dgm:prSet>
      <dgm:spPr/>
    </dgm:pt>
    <dgm:pt modelId="{B147497E-A1FA-4AD1-8ED9-D25D9FE403FE}" type="pres">
      <dgm:prSet presAssocID="{BDB5FEB7-0881-4A66-8434-3AB4092F4FBB}" presName="node" presStyleLbl="node1" presStyleIdx="0" presStyleCnt="5">
        <dgm:presLayoutVars>
          <dgm:bulletEnabled val="1"/>
        </dgm:presLayoutVars>
      </dgm:prSet>
      <dgm:spPr/>
    </dgm:pt>
    <dgm:pt modelId="{674FB204-9ADC-42BE-BBF0-4D14720BE951}" type="pres">
      <dgm:prSet presAssocID="{E14DF868-31D9-4FA9-8D85-F0CE033ACBEF}" presName="sibTrans" presStyleCnt="0"/>
      <dgm:spPr/>
    </dgm:pt>
    <dgm:pt modelId="{77886041-40C8-4AC8-9E41-00A9A2DB3CF8}" type="pres">
      <dgm:prSet presAssocID="{DE9DB4F4-D526-48D0-B5F7-FDBC8997D275}" presName="node" presStyleLbl="node1" presStyleIdx="1" presStyleCnt="5">
        <dgm:presLayoutVars>
          <dgm:bulletEnabled val="1"/>
        </dgm:presLayoutVars>
      </dgm:prSet>
      <dgm:spPr/>
    </dgm:pt>
    <dgm:pt modelId="{DBE99FF0-7D81-4443-BB29-75CDE673F0FE}" type="pres">
      <dgm:prSet presAssocID="{57DCA7F8-FE6B-451F-A9EE-A92457807EFF}" presName="sibTrans" presStyleCnt="0"/>
      <dgm:spPr/>
    </dgm:pt>
    <dgm:pt modelId="{75324C90-E2A5-417A-B509-08070A393232}" type="pres">
      <dgm:prSet presAssocID="{295FBEAD-809D-48B1-BD09-5B32DE372C65}" presName="node" presStyleLbl="node1" presStyleIdx="2" presStyleCnt="5">
        <dgm:presLayoutVars>
          <dgm:bulletEnabled val="1"/>
        </dgm:presLayoutVars>
      </dgm:prSet>
      <dgm:spPr/>
    </dgm:pt>
    <dgm:pt modelId="{3778330D-222F-45D9-9474-2C75F94D079B}" type="pres">
      <dgm:prSet presAssocID="{232165BA-1646-4653-ABEF-B9E5595104BD}" presName="sibTrans" presStyleCnt="0"/>
      <dgm:spPr/>
    </dgm:pt>
    <dgm:pt modelId="{8170F06D-A341-4816-87F2-89C8E8CA970C}" type="pres">
      <dgm:prSet presAssocID="{9F328274-E0EA-4232-925F-86AD8DD20BD0}" presName="node" presStyleLbl="node1" presStyleIdx="3" presStyleCnt="5">
        <dgm:presLayoutVars>
          <dgm:bulletEnabled val="1"/>
        </dgm:presLayoutVars>
      </dgm:prSet>
      <dgm:spPr/>
    </dgm:pt>
    <dgm:pt modelId="{63FEF333-DDC8-4492-BC34-D75E2BFAD3F1}" type="pres">
      <dgm:prSet presAssocID="{4FB8B48C-679A-49EF-80E8-CA2EC4841029}" presName="sibTrans" presStyleCnt="0"/>
      <dgm:spPr/>
    </dgm:pt>
    <dgm:pt modelId="{90DD7136-1137-461B-B110-8DFDABA6C2FA}" type="pres">
      <dgm:prSet presAssocID="{0C926363-414E-402C-89D9-F629219C8E7B}" presName="node" presStyleLbl="node1" presStyleIdx="4" presStyleCnt="5">
        <dgm:presLayoutVars>
          <dgm:bulletEnabled val="1"/>
        </dgm:presLayoutVars>
      </dgm:prSet>
      <dgm:spPr/>
    </dgm:pt>
  </dgm:ptLst>
  <dgm:cxnLst>
    <dgm:cxn modelId="{CA63C30A-CB14-4737-B29E-4734C905B886}" type="presOf" srcId="{BDB5FEB7-0881-4A66-8434-3AB4092F4FBB}" destId="{B147497E-A1FA-4AD1-8ED9-D25D9FE403FE}" srcOrd="0" destOrd="0" presId="urn:microsoft.com/office/officeart/2005/8/layout/default"/>
    <dgm:cxn modelId="{BE58AA22-03F2-4B61-BBEB-CEBA4CDF152A}" srcId="{DA49BFAC-C6BD-407A-A74D-0AD286C9417E}" destId="{DE9DB4F4-D526-48D0-B5F7-FDBC8997D275}" srcOrd="1" destOrd="0" parTransId="{A9B7652D-1681-4043-AC84-C6D3328AA99A}" sibTransId="{57DCA7F8-FE6B-451F-A9EE-A92457807EFF}"/>
    <dgm:cxn modelId="{78F06743-195F-4A32-99A6-820B0D383294}" type="presOf" srcId="{0C926363-414E-402C-89D9-F629219C8E7B}" destId="{90DD7136-1137-461B-B110-8DFDABA6C2FA}" srcOrd="0" destOrd="0" presId="urn:microsoft.com/office/officeart/2005/8/layout/default"/>
    <dgm:cxn modelId="{732B884B-EC42-4C76-AE7B-33AC783765FD}" srcId="{DA49BFAC-C6BD-407A-A74D-0AD286C9417E}" destId="{BDB5FEB7-0881-4A66-8434-3AB4092F4FBB}" srcOrd="0" destOrd="0" parTransId="{D945CE0A-3E56-41F2-9EF8-7911F4A4C3D2}" sibTransId="{E14DF868-31D9-4FA9-8D85-F0CE033ACBEF}"/>
    <dgm:cxn modelId="{0019245F-A8AF-4572-9AF3-36264305D1D7}" srcId="{DA49BFAC-C6BD-407A-A74D-0AD286C9417E}" destId="{295FBEAD-809D-48B1-BD09-5B32DE372C65}" srcOrd="2" destOrd="0" parTransId="{B730D1CB-BC94-4C16-AC7F-16D31F67FE4B}" sibTransId="{232165BA-1646-4653-ABEF-B9E5595104BD}"/>
    <dgm:cxn modelId="{2B093885-F2FC-4125-8623-6B82B5F06122}" type="presOf" srcId="{DA49BFAC-C6BD-407A-A74D-0AD286C9417E}" destId="{2194E829-F3EB-4826-A119-598F4F422092}" srcOrd="0" destOrd="0" presId="urn:microsoft.com/office/officeart/2005/8/layout/default"/>
    <dgm:cxn modelId="{B23F1695-0F0C-409D-AEF8-38F5C4B26F5B}" type="presOf" srcId="{DE9DB4F4-D526-48D0-B5F7-FDBC8997D275}" destId="{77886041-40C8-4AC8-9E41-00A9A2DB3CF8}" srcOrd="0" destOrd="0" presId="urn:microsoft.com/office/officeart/2005/8/layout/default"/>
    <dgm:cxn modelId="{0E29559F-C4B5-4212-8F8B-1D100334201E}" type="presOf" srcId="{9F328274-E0EA-4232-925F-86AD8DD20BD0}" destId="{8170F06D-A341-4816-87F2-89C8E8CA970C}" srcOrd="0" destOrd="0" presId="urn:microsoft.com/office/officeart/2005/8/layout/default"/>
    <dgm:cxn modelId="{E46190A6-2699-4348-96F6-2AF2337A063E}" type="presOf" srcId="{295FBEAD-809D-48B1-BD09-5B32DE372C65}" destId="{75324C90-E2A5-417A-B509-08070A393232}" srcOrd="0" destOrd="0" presId="urn:microsoft.com/office/officeart/2005/8/layout/default"/>
    <dgm:cxn modelId="{79236AE9-E457-4825-BA34-B1794D91B1E4}" srcId="{DA49BFAC-C6BD-407A-A74D-0AD286C9417E}" destId="{9F328274-E0EA-4232-925F-86AD8DD20BD0}" srcOrd="3" destOrd="0" parTransId="{7825FFEC-9A48-4305-BCB0-BFEBBA77B407}" sibTransId="{4FB8B48C-679A-49EF-80E8-CA2EC4841029}"/>
    <dgm:cxn modelId="{A55550EE-C7A2-420F-8237-4F732BC972BB}" srcId="{DA49BFAC-C6BD-407A-A74D-0AD286C9417E}" destId="{0C926363-414E-402C-89D9-F629219C8E7B}" srcOrd="4" destOrd="0" parTransId="{D93ED064-71B5-47C3-B835-98A221C63141}" sibTransId="{2851CF2A-1EDB-41A0-9A1D-562F32DC0926}"/>
    <dgm:cxn modelId="{BA8799E5-311B-49AF-8B7B-0015A9879FE5}" type="presParOf" srcId="{2194E829-F3EB-4826-A119-598F4F422092}" destId="{B147497E-A1FA-4AD1-8ED9-D25D9FE403FE}" srcOrd="0" destOrd="0" presId="urn:microsoft.com/office/officeart/2005/8/layout/default"/>
    <dgm:cxn modelId="{9E38FFEC-14FF-4128-BAC3-0693C0180ABE}" type="presParOf" srcId="{2194E829-F3EB-4826-A119-598F4F422092}" destId="{674FB204-9ADC-42BE-BBF0-4D14720BE951}" srcOrd="1" destOrd="0" presId="urn:microsoft.com/office/officeart/2005/8/layout/default"/>
    <dgm:cxn modelId="{C6B3562E-5853-4067-A34F-C4A8098AE8BC}" type="presParOf" srcId="{2194E829-F3EB-4826-A119-598F4F422092}" destId="{77886041-40C8-4AC8-9E41-00A9A2DB3CF8}" srcOrd="2" destOrd="0" presId="urn:microsoft.com/office/officeart/2005/8/layout/default"/>
    <dgm:cxn modelId="{8BCB7BDA-7A46-4626-8D9B-DC4F9138FDF6}" type="presParOf" srcId="{2194E829-F3EB-4826-A119-598F4F422092}" destId="{DBE99FF0-7D81-4443-BB29-75CDE673F0FE}" srcOrd="3" destOrd="0" presId="urn:microsoft.com/office/officeart/2005/8/layout/default"/>
    <dgm:cxn modelId="{61E4D3DE-2575-4B98-A1AB-0173FB75F4E8}" type="presParOf" srcId="{2194E829-F3EB-4826-A119-598F4F422092}" destId="{75324C90-E2A5-417A-B509-08070A393232}" srcOrd="4" destOrd="0" presId="urn:microsoft.com/office/officeart/2005/8/layout/default"/>
    <dgm:cxn modelId="{26A07D22-6EEA-42C0-BA64-00F7D55D06BE}" type="presParOf" srcId="{2194E829-F3EB-4826-A119-598F4F422092}" destId="{3778330D-222F-45D9-9474-2C75F94D079B}" srcOrd="5" destOrd="0" presId="urn:microsoft.com/office/officeart/2005/8/layout/default"/>
    <dgm:cxn modelId="{CFB9D5F4-64BC-476C-A6CC-088C01AFD972}" type="presParOf" srcId="{2194E829-F3EB-4826-A119-598F4F422092}" destId="{8170F06D-A341-4816-87F2-89C8E8CA970C}" srcOrd="6" destOrd="0" presId="urn:microsoft.com/office/officeart/2005/8/layout/default"/>
    <dgm:cxn modelId="{038EF435-A89F-4330-A874-DBC58E89B739}" type="presParOf" srcId="{2194E829-F3EB-4826-A119-598F4F422092}" destId="{63FEF333-DDC8-4492-BC34-D75E2BFAD3F1}" srcOrd="7" destOrd="0" presId="urn:microsoft.com/office/officeart/2005/8/layout/default"/>
    <dgm:cxn modelId="{66A0B295-5781-4864-8505-083263301652}" type="presParOf" srcId="{2194E829-F3EB-4826-A119-598F4F422092}" destId="{90DD7136-1137-461B-B110-8DFDABA6C2FA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1B799EF6-C521-4964-ACD0-2D3674F33DDA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D5610745-47EB-45EB-81C8-26F237C443DC}">
      <dgm:prSet/>
      <dgm:spPr/>
      <dgm:t>
        <a:bodyPr/>
        <a:lstStyle/>
        <a:p>
          <a:r>
            <a:rPr lang="en-US"/>
            <a:t>Instantiating and allocating responsibilities to the adaptors leads to a realization that the building automation server is still sensitive to a change in the number of field devices it is connected to, and must include logic to route commands and data, to and from the correct adaptor. </a:t>
          </a:r>
        </a:p>
      </dgm:t>
    </dgm:pt>
    <dgm:pt modelId="{7AE9971A-E0ED-4833-99F8-1635C595A1B4}" type="parTrans" cxnId="{F0C2B8E5-6D90-4DFB-901D-3D3238906DC4}">
      <dgm:prSet/>
      <dgm:spPr/>
      <dgm:t>
        <a:bodyPr/>
        <a:lstStyle/>
        <a:p>
          <a:endParaRPr lang="en-US"/>
        </a:p>
      </dgm:t>
    </dgm:pt>
    <dgm:pt modelId="{5A59DFDD-F0F6-40BB-AC34-FDD98818E0C8}" type="sibTrans" cxnId="{F0C2B8E5-6D90-4DFB-901D-3D3238906DC4}">
      <dgm:prSet/>
      <dgm:spPr/>
      <dgm:t>
        <a:bodyPr/>
        <a:lstStyle/>
        <a:p>
          <a:endParaRPr lang="en-US"/>
        </a:p>
      </dgm:t>
    </dgm:pt>
    <dgm:pt modelId="{58269DE4-F30A-421B-81D7-FDE510454594}">
      <dgm:prSet/>
      <dgm:spPr/>
      <dgm:t>
        <a:bodyPr/>
        <a:lstStyle/>
        <a:p>
          <a:r>
            <a:rPr lang="en-US"/>
            <a:t>To address this concern we use the </a:t>
          </a:r>
          <a:r>
            <a:rPr lang="en-US" i="1"/>
            <a:t>hiding information</a:t>
          </a:r>
          <a:r>
            <a:rPr lang="en-US"/>
            <a:t> tactic introducing an adaptor manager to hide information about the number and type of field devices actually connected. </a:t>
          </a:r>
        </a:p>
      </dgm:t>
    </dgm:pt>
    <dgm:pt modelId="{4C4E1814-BB18-41A8-8D8B-3E669AC87EFA}" type="parTrans" cxnId="{69D29D24-43B8-46E4-B8E3-765A7948A64C}">
      <dgm:prSet/>
      <dgm:spPr/>
      <dgm:t>
        <a:bodyPr/>
        <a:lstStyle/>
        <a:p>
          <a:endParaRPr lang="en-US"/>
        </a:p>
      </dgm:t>
    </dgm:pt>
    <dgm:pt modelId="{C30EC0B6-CA28-482C-979A-C9A80D813897}" type="sibTrans" cxnId="{69D29D24-43B8-46E4-B8E3-765A7948A64C}">
      <dgm:prSet/>
      <dgm:spPr/>
      <dgm:t>
        <a:bodyPr/>
        <a:lstStyle/>
        <a:p>
          <a:endParaRPr lang="en-US"/>
        </a:p>
      </dgm:t>
    </dgm:pt>
    <dgm:pt modelId="{57CB8E41-EE4E-4514-99D3-C39C8F764161}">
      <dgm:prSet/>
      <dgm:spPr/>
      <dgm:t>
        <a:bodyPr/>
        <a:lstStyle/>
        <a:p>
          <a:r>
            <a:rPr lang="en-US"/>
            <a:t>The adaptor manager together with the adaptors creates a virtual device, that is, for all other components of the building automation system, there is practically one field device to interact with at all times.</a:t>
          </a:r>
        </a:p>
      </dgm:t>
    </dgm:pt>
    <dgm:pt modelId="{D0D39920-4BC2-4AAC-997A-CF41BC2B003D}" type="parTrans" cxnId="{9AD4ADE2-F1E4-4E06-A67F-7E768D8A444D}">
      <dgm:prSet/>
      <dgm:spPr/>
      <dgm:t>
        <a:bodyPr/>
        <a:lstStyle/>
        <a:p>
          <a:endParaRPr lang="en-US"/>
        </a:p>
      </dgm:t>
    </dgm:pt>
    <dgm:pt modelId="{8E84164A-FF60-4B3C-AC3B-BA4D6ADC3852}" type="sibTrans" cxnId="{9AD4ADE2-F1E4-4E06-A67F-7E768D8A444D}">
      <dgm:prSet/>
      <dgm:spPr/>
      <dgm:t>
        <a:bodyPr/>
        <a:lstStyle/>
        <a:p>
          <a:endParaRPr lang="en-US"/>
        </a:p>
      </dgm:t>
    </dgm:pt>
    <dgm:pt modelId="{2B10BE05-32C6-4772-B917-DF72D2F12B0B}" type="pres">
      <dgm:prSet presAssocID="{1B799EF6-C521-4964-ACD0-2D3674F33DDA}" presName="root" presStyleCnt="0">
        <dgm:presLayoutVars>
          <dgm:dir/>
          <dgm:resizeHandles val="exact"/>
        </dgm:presLayoutVars>
      </dgm:prSet>
      <dgm:spPr/>
    </dgm:pt>
    <dgm:pt modelId="{CC670F78-5247-4234-9D32-D9D8E44EDF2E}" type="pres">
      <dgm:prSet presAssocID="{D5610745-47EB-45EB-81C8-26F237C443DC}" presName="compNode" presStyleCnt="0"/>
      <dgm:spPr/>
    </dgm:pt>
    <dgm:pt modelId="{DD46D265-C0CC-459A-B77D-93D13DF5476B}" type="pres">
      <dgm:prSet presAssocID="{D5610745-47EB-45EB-81C8-26F237C443DC}" presName="bgRect" presStyleLbl="bgShp" presStyleIdx="0" presStyleCnt="3"/>
      <dgm:spPr/>
    </dgm:pt>
    <dgm:pt modelId="{FD23535B-EA0F-4D4F-B1A5-33759283CC45}" type="pres">
      <dgm:prSet presAssocID="{D5610745-47EB-45EB-81C8-26F237C443DC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5E1AA43F-5CF0-4628-9E99-99107EA7AADB}" type="pres">
      <dgm:prSet presAssocID="{D5610745-47EB-45EB-81C8-26F237C443DC}" presName="spaceRect" presStyleCnt="0"/>
      <dgm:spPr/>
    </dgm:pt>
    <dgm:pt modelId="{C8A0E7FA-0C78-4616-8FD4-07AB5B154AF4}" type="pres">
      <dgm:prSet presAssocID="{D5610745-47EB-45EB-81C8-26F237C443DC}" presName="parTx" presStyleLbl="revTx" presStyleIdx="0" presStyleCnt="3">
        <dgm:presLayoutVars>
          <dgm:chMax val="0"/>
          <dgm:chPref val="0"/>
        </dgm:presLayoutVars>
      </dgm:prSet>
      <dgm:spPr/>
    </dgm:pt>
    <dgm:pt modelId="{55922489-9D23-41E1-AF57-7182F000F543}" type="pres">
      <dgm:prSet presAssocID="{5A59DFDD-F0F6-40BB-AC34-FDD98818E0C8}" presName="sibTrans" presStyleCnt="0"/>
      <dgm:spPr/>
    </dgm:pt>
    <dgm:pt modelId="{A4FD0ABA-39B2-49EE-A7E6-76F7B820EC57}" type="pres">
      <dgm:prSet presAssocID="{58269DE4-F30A-421B-81D7-FDE510454594}" presName="compNode" presStyleCnt="0"/>
      <dgm:spPr/>
    </dgm:pt>
    <dgm:pt modelId="{68E02F27-DD07-4478-AD2A-1B256A9B5DCB}" type="pres">
      <dgm:prSet presAssocID="{58269DE4-F30A-421B-81D7-FDE510454594}" presName="bgRect" presStyleLbl="bgShp" presStyleIdx="1" presStyleCnt="3"/>
      <dgm:spPr/>
    </dgm:pt>
    <dgm:pt modelId="{B0FA699F-E6BB-41C9-B799-C83F6F7D4332}" type="pres">
      <dgm:prSet presAssocID="{58269DE4-F30A-421B-81D7-FDE510454594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ight Pointing Backhand Index"/>
        </a:ext>
      </dgm:extLst>
    </dgm:pt>
    <dgm:pt modelId="{F29769CC-3967-4F03-90D7-2796C0F8F567}" type="pres">
      <dgm:prSet presAssocID="{58269DE4-F30A-421B-81D7-FDE510454594}" presName="spaceRect" presStyleCnt="0"/>
      <dgm:spPr/>
    </dgm:pt>
    <dgm:pt modelId="{2AEBCD3C-580F-422C-AFFB-91FCF07F7BE5}" type="pres">
      <dgm:prSet presAssocID="{58269DE4-F30A-421B-81D7-FDE510454594}" presName="parTx" presStyleLbl="revTx" presStyleIdx="1" presStyleCnt="3">
        <dgm:presLayoutVars>
          <dgm:chMax val="0"/>
          <dgm:chPref val="0"/>
        </dgm:presLayoutVars>
      </dgm:prSet>
      <dgm:spPr/>
    </dgm:pt>
    <dgm:pt modelId="{F40D90DE-562B-4259-93E0-B5FF1E6D4445}" type="pres">
      <dgm:prSet presAssocID="{C30EC0B6-CA28-482C-979A-C9A80D813897}" presName="sibTrans" presStyleCnt="0"/>
      <dgm:spPr/>
    </dgm:pt>
    <dgm:pt modelId="{207475C2-885C-4D32-B894-82A07C3C988E}" type="pres">
      <dgm:prSet presAssocID="{57CB8E41-EE4E-4514-99D3-C39C8F764161}" presName="compNode" presStyleCnt="0"/>
      <dgm:spPr/>
    </dgm:pt>
    <dgm:pt modelId="{E4641E4B-E5D2-4FD2-83B6-638875A8AD24}" type="pres">
      <dgm:prSet presAssocID="{57CB8E41-EE4E-4514-99D3-C39C8F764161}" presName="bgRect" presStyleLbl="bgShp" presStyleIdx="2" presStyleCnt="3"/>
      <dgm:spPr/>
    </dgm:pt>
    <dgm:pt modelId="{5382611D-4CBC-487E-9732-1AB713495876}" type="pres">
      <dgm:prSet presAssocID="{57CB8E41-EE4E-4514-99D3-C39C8F764161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580D0848-C52F-453E-A34B-700D7E7F0723}" type="pres">
      <dgm:prSet presAssocID="{57CB8E41-EE4E-4514-99D3-C39C8F764161}" presName="spaceRect" presStyleCnt="0"/>
      <dgm:spPr/>
    </dgm:pt>
    <dgm:pt modelId="{06E121C3-4262-48A1-B79D-7DDED7DB8DD4}" type="pres">
      <dgm:prSet presAssocID="{57CB8E41-EE4E-4514-99D3-C39C8F764161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1829FE23-4E65-4F3A-9AA5-27302938AD39}" type="presOf" srcId="{57CB8E41-EE4E-4514-99D3-C39C8F764161}" destId="{06E121C3-4262-48A1-B79D-7DDED7DB8DD4}" srcOrd="0" destOrd="0" presId="urn:microsoft.com/office/officeart/2018/2/layout/IconVerticalSolidList"/>
    <dgm:cxn modelId="{69D29D24-43B8-46E4-B8E3-765A7948A64C}" srcId="{1B799EF6-C521-4964-ACD0-2D3674F33DDA}" destId="{58269DE4-F30A-421B-81D7-FDE510454594}" srcOrd="1" destOrd="0" parTransId="{4C4E1814-BB18-41A8-8D8B-3E669AC87EFA}" sibTransId="{C30EC0B6-CA28-482C-979A-C9A80D813897}"/>
    <dgm:cxn modelId="{C0BCF53C-DBDC-4E12-B579-B821AA2E3F16}" type="presOf" srcId="{1B799EF6-C521-4964-ACD0-2D3674F33DDA}" destId="{2B10BE05-32C6-4772-B917-DF72D2F12B0B}" srcOrd="0" destOrd="0" presId="urn:microsoft.com/office/officeart/2018/2/layout/IconVerticalSolidList"/>
    <dgm:cxn modelId="{692A5C83-5FBA-4EB3-9C25-1E579779C64D}" type="presOf" srcId="{58269DE4-F30A-421B-81D7-FDE510454594}" destId="{2AEBCD3C-580F-422C-AFFB-91FCF07F7BE5}" srcOrd="0" destOrd="0" presId="urn:microsoft.com/office/officeart/2018/2/layout/IconVerticalSolidList"/>
    <dgm:cxn modelId="{D1B397D7-CA3C-4106-ABD7-8A70F4A99C1B}" type="presOf" srcId="{D5610745-47EB-45EB-81C8-26F237C443DC}" destId="{C8A0E7FA-0C78-4616-8FD4-07AB5B154AF4}" srcOrd="0" destOrd="0" presId="urn:microsoft.com/office/officeart/2018/2/layout/IconVerticalSolidList"/>
    <dgm:cxn modelId="{9AD4ADE2-F1E4-4E06-A67F-7E768D8A444D}" srcId="{1B799EF6-C521-4964-ACD0-2D3674F33DDA}" destId="{57CB8E41-EE4E-4514-99D3-C39C8F764161}" srcOrd="2" destOrd="0" parTransId="{D0D39920-4BC2-4AAC-997A-CF41BC2B003D}" sibTransId="{8E84164A-FF60-4B3C-AC3B-BA4D6ADC3852}"/>
    <dgm:cxn modelId="{F0C2B8E5-6D90-4DFB-901D-3D3238906DC4}" srcId="{1B799EF6-C521-4964-ACD0-2D3674F33DDA}" destId="{D5610745-47EB-45EB-81C8-26F237C443DC}" srcOrd="0" destOrd="0" parTransId="{7AE9971A-E0ED-4833-99F8-1635C595A1B4}" sibTransId="{5A59DFDD-F0F6-40BB-AC34-FDD98818E0C8}"/>
    <dgm:cxn modelId="{B5FB5446-BA49-4F40-AE19-2F0B72872D59}" type="presParOf" srcId="{2B10BE05-32C6-4772-B917-DF72D2F12B0B}" destId="{CC670F78-5247-4234-9D32-D9D8E44EDF2E}" srcOrd="0" destOrd="0" presId="urn:microsoft.com/office/officeart/2018/2/layout/IconVerticalSolidList"/>
    <dgm:cxn modelId="{C21ADBA8-6B53-4B02-98EC-F05EC6E1C47A}" type="presParOf" srcId="{CC670F78-5247-4234-9D32-D9D8E44EDF2E}" destId="{DD46D265-C0CC-459A-B77D-93D13DF5476B}" srcOrd="0" destOrd="0" presId="urn:microsoft.com/office/officeart/2018/2/layout/IconVerticalSolidList"/>
    <dgm:cxn modelId="{F8A8DD90-BDE8-4497-8711-29393520143A}" type="presParOf" srcId="{CC670F78-5247-4234-9D32-D9D8E44EDF2E}" destId="{FD23535B-EA0F-4D4F-B1A5-33759283CC45}" srcOrd="1" destOrd="0" presId="urn:microsoft.com/office/officeart/2018/2/layout/IconVerticalSolidList"/>
    <dgm:cxn modelId="{3281FF5B-BC94-4C3E-B5B2-E7B49B9C1CA6}" type="presParOf" srcId="{CC670F78-5247-4234-9D32-D9D8E44EDF2E}" destId="{5E1AA43F-5CF0-4628-9E99-99107EA7AADB}" srcOrd="2" destOrd="0" presId="urn:microsoft.com/office/officeart/2018/2/layout/IconVerticalSolidList"/>
    <dgm:cxn modelId="{B4A29D0D-2E3A-458A-A3A3-E31A33B1A2F4}" type="presParOf" srcId="{CC670F78-5247-4234-9D32-D9D8E44EDF2E}" destId="{C8A0E7FA-0C78-4616-8FD4-07AB5B154AF4}" srcOrd="3" destOrd="0" presId="urn:microsoft.com/office/officeart/2018/2/layout/IconVerticalSolidList"/>
    <dgm:cxn modelId="{27B42751-901A-4CBC-B110-FFAE94E9CB5D}" type="presParOf" srcId="{2B10BE05-32C6-4772-B917-DF72D2F12B0B}" destId="{55922489-9D23-41E1-AF57-7182F000F543}" srcOrd="1" destOrd="0" presId="urn:microsoft.com/office/officeart/2018/2/layout/IconVerticalSolidList"/>
    <dgm:cxn modelId="{4A309B63-FE25-44FF-A8B2-E5E5F38AC924}" type="presParOf" srcId="{2B10BE05-32C6-4772-B917-DF72D2F12B0B}" destId="{A4FD0ABA-39B2-49EE-A7E6-76F7B820EC57}" srcOrd="2" destOrd="0" presId="urn:microsoft.com/office/officeart/2018/2/layout/IconVerticalSolidList"/>
    <dgm:cxn modelId="{3B6B0292-125F-49CC-9267-AC664D43F7A7}" type="presParOf" srcId="{A4FD0ABA-39B2-49EE-A7E6-76F7B820EC57}" destId="{68E02F27-DD07-4478-AD2A-1B256A9B5DCB}" srcOrd="0" destOrd="0" presId="urn:microsoft.com/office/officeart/2018/2/layout/IconVerticalSolidList"/>
    <dgm:cxn modelId="{E4E7562F-9324-4473-9AE1-E76F578B8027}" type="presParOf" srcId="{A4FD0ABA-39B2-49EE-A7E6-76F7B820EC57}" destId="{B0FA699F-E6BB-41C9-B799-C83F6F7D4332}" srcOrd="1" destOrd="0" presId="urn:microsoft.com/office/officeart/2018/2/layout/IconVerticalSolidList"/>
    <dgm:cxn modelId="{E1C29D31-AF8D-483B-A96F-0F8E54E08990}" type="presParOf" srcId="{A4FD0ABA-39B2-49EE-A7E6-76F7B820EC57}" destId="{F29769CC-3967-4F03-90D7-2796C0F8F567}" srcOrd="2" destOrd="0" presId="urn:microsoft.com/office/officeart/2018/2/layout/IconVerticalSolidList"/>
    <dgm:cxn modelId="{F72F36E0-00C3-49D9-93B5-D6E2ECA1F7A8}" type="presParOf" srcId="{A4FD0ABA-39B2-49EE-A7E6-76F7B820EC57}" destId="{2AEBCD3C-580F-422C-AFFB-91FCF07F7BE5}" srcOrd="3" destOrd="0" presId="urn:microsoft.com/office/officeart/2018/2/layout/IconVerticalSolidList"/>
    <dgm:cxn modelId="{1838B970-412F-4F2D-9F04-5FABF3C920A7}" type="presParOf" srcId="{2B10BE05-32C6-4772-B917-DF72D2F12B0B}" destId="{F40D90DE-562B-4259-93E0-B5FF1E6D4445}" srcOrd="3" destOrd="0" presId="urn:microsoft.com/office/officeart/2018/2/layout/IconVerticalSolidList"/>
    <dgm:cxn modelId="{BF916AC3-0C76-4A1C-8F6C-33F966A4C4CA}" type="presParOf" srcId="{2B10BE05-32C6-4772-B917-DF72D2F12B0B}" destId="{207475C2-885C-4D32-B894-82A07C3C988E}" srcOrd="4" destOrd="0" presId="urn:microsoft.com/office/officeart/2018/2/layout/IconVerticalSolidList"/>
    <dgm:cxn modelId="{B29FA58E-FF37-4FE5-A49B-6626BA135908}" type="presParOf" srcId="{207475C2-885C-4D32-B894-82A07C3C988E}" destId="{E4641E4B-E5D2-4FD2-83B6-638875A8AD24}" srcOrd="0" destOrd="0" presId="urn:microsoft.com/office/officeart/2018/2/layout/IconVerticalSolidList"/>
    <dgm:cxn modelId="{B364A1EA-ECD9-414C-9704-30E28356FBF0}" type="presParOf" srcId="{207475C2-885C-4D32-B894-82A07C3C988E}" destId="{5382611D-4CBC-487E-9732-1AB713495876}" srcOrd="1" destOrd="0" presId="urn:microsoft.com/office/officeart/2018/2/layout/IconVerticalSolidList"/>
    <dgm:cxn modelId="{66683042-F954-4A7A-B66B-144F4C765DEA}" type="presParOf" srcId="{207475C2-885C-4D32-B894-82A07C3C988E}" destId="{580D0848-C52F-453E-A34B-700D7E7F0723}" srcOrd="2" destOrd="0" presId="urn:microsoft.com/office/officeart/2018/2/layout/IconVerticalSolidList"/>
    <dgm:cxn modelId="{71C0E603-ED01-48D0-A3B8-F5D8466B0A2E}" type="presParOf" srcId="{207475C2-885C-4D32-B894-82A07C3C988E}" destId="{06E121C3-4262-48A1-B79D-7DDED7DB8DD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927C12DB-86C9-4685-8AE6-D1529101315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F2FC4372-8133-4EA0-B386-633A8D7FAF7E}">
      <dgm:prSet/>
      <dgm:spPr/>
      <dgm:t>
        <a:bodyPr/>
        <a:lstStyle/>
        <a:p>
          <a:r>
            <a:rPr lang="en-US"/>
            <a:t>The adaptor manager is assigned the following responsibilities:</a:t>
          </a:r>
        </a:p>
      </dgm:t>
    </dgm:pt>
    <dgm:pt modelId="{50658D6D-B2E4-4116-A2CC-129A01AFCFB2}" type="parTrans" cxnId="{99645829-B0EC-4ECC-8F14-DC40C2B90EC6}">
      <dgm:prSet/>
      <dgm:spPr/>
      <dgm:t>
        <a:bodyPr/>
        <a:lstStyle/>
        <a:p>
          <a:endParaRPr lang="en-US"/>
        </a:p>
      </dgm:t>
    </dgm:pt>
    <dgm:pt modelId="{CA4BB5A8-F0A9-4E4E-B89F-A03055ACF3DC}" type="sibTrans" cxnId="{99645829-B0EC-4ECC-8F14-DC40C2B90EC6}">
      <dgm:prSet/>
      <dgm:spPr/>
      <dgm:t>
        <a:bodyPr/>
        <a:lstStyle/>
        <a:p>
          <a:endParaRPr lang="en-US"/>
        </a:p>
      </dgm:t>
    </dgm:pt>
    <dgm:pt modelId="{733CBF9F-C257-4195-9FF9-E2FC5CB7B1B6}">
      <dgm:prSet/>
      <dgm:spPr/>
      <dgm:t>
        <a:bodyPr/>
        <a:lstStyle/>
        <a:p>
          <a:r>
            <a:rPr lang="en-US"/>
            <a:t>(FR4) Route data to a field device</a:t>
          </a:r>
        </a:p>
      </dgm:t>
    </dgm:pt>
    <dgm:pt modelId="{F38D9FE7-0DB2-47E6-8A27-B17F77F876DD}" type="parTrans" cxnId="{9A55D0C0-2F09-484E-A580-BDF9F7A18729}">
      <dgm:prSet/>
      <dgm:spPr/>
      <dgm:t>
        <a:bodyPr/>
        <a:lstStyle/>
        <a:p>
          <a:endParaRPr lang="en-US"/>
        </a:p>
      </dgm:t>
    </dgm:pt>
    <dgm:pt modelId="{A0161BAC-1B78-4366-8260-ECD1F2033806}" type="sibTrans" cxnId="{9A55D0C0-2F09-484E-A580-BDF9F7A18729}">
      <dgm:prSet/>
      <dgm:spPr/>
      <dgm:t>
        <a:bodyPr/>
        <a:lstStyle/>
        <a:p>
          <a:endParaRPr lang="en-US"/>
        </a:p>
      </dgm:t>
    </dgm:pt>
    <dgm:pt modelId="{10F194D6-EEB5-41E2-9B8A-7EF82BC9857B}" type="pres">
      <dgm:prSet presAssocID="{927C12DB-86C9-4685-8AE6-D15291013159}" presName="root" presStyleCnt="0">
        <dgm:presLayoutVars>
          <dgm:dir/>
          <dgm:resizeHandles val="exact"/>
        </dgm:presLayoutVars>
      </dgm:prSet>
      <dgm:spPr/>
    </dgm:pt>
    <dgm:pt modelId="{EB46E38E-F1FA-4918-94EB-11CF355480C1}" type="pres">
      <dgm:prSet presAssocID="{F2FC4372-8133-4EA0-B386-633A8D7FAF7E}" presName="compNode" presStyleCnt="0"/>
      <dgm:spPr/>
    </dgm:pt>
    <dgm:pt modelId="{B459DF19-AD96-4473-9E1B-79FBC54C4088}" type="pres">
      <dgm:prSet presAssocID="{F2FC4372-8133-4EA0-B386-633A8D7FAF7E}" presName="bgRect" presStyleLbl="bgShp" presStyleIdx="0" presStyleCnt="2"/>
      <dgm:spPr/>
    </dgm:pt>
    <dgm:pt modelId="{27BE8170-3C90-4E85-BF2E-B21E122728B6}" type="pres">
      <dgm:prSet presAssocID="{F2FC4372-8133-4EA0-B386-633A8D7FAF7E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A23519DA-E770-42FE-8A5D-7C83364C6693}" type="pres">
      <dgm:prSet presAssocID="{F2FC4372-8133-4EA0-B386-633A8D7FAF7E}" presName="spaceRect" presStyleCnt="0"/>
      <dgm:spPr/>
    </dgm:pt>
    <dgm:pt modelId="{5784D270-6BB8-423B-A8F5-F9430080F085}" type="pres">
      <dgm:prSet presAssocID="{F2FC4372-8133-4EA0-B386-633A8D7FAF7E}" presName="parTx" presStyleLbl="revTx" presStyleIdx="0" presStyleCnt="2">
        <dgm:presLayoutVars>
          <dgm:chMax val="0"/>
          <dgm:chPref val="0"/>
        </dgm:presLayoutVars>
      </dgm:prSet>
      <dgm:spPr/>
    </dgm:pt>
    <dgm:pt modelId="{1BF62343-4F3B-4A6A-9D64-BD5F87FD8A16}" type="pres">
      <dgm:prSet presAssocID="{CA4BB5A8-F0A9-4E4E-B89F-A03055ACF3DC}" presName="sibTrans" presStyleCnt="0"/>
      <dgm:spPr/>
    </dgm:pt>
    <dgm:pt modelId="{3E768C61-BB6A-423C-A0BC-6B274B45CFFC}" type="pres">
      <dgm:prSet presAssocID="{733CBF9F-C257-4195-9FF9-E2FC5CB7B1B6}" presName="compNode" presStyleCnt="0"/>
      <dgm:spPr/>
    </dgm:pt>
    <dgm:pt modelId="{039A4A1E-C5E6-4813-8AFA-08DDDA8373BC}" type="pres">
      <dgm:prSet presAssocID="{733CBF9F-C257-4195-9FF9-E2FC5CB7B1B6}" presName="bgRect" presStyleLbl="bgShp" presStyleIdx="1" presStyleCnt="2"/>
      <dgm:spPr/>
    </dgm:pt>
    <dgm:pt modelId="{FADAE249-B9A2-4C46-B658-919123156F76}" type="pres">
      <dgm:prSet presAssocID="{733CBF9F-C257-4195-9FF9-E2FC5CB7B1B6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rver"/>
        </a:ext>
      </dgm:extLst>
    </dgm:pt>
    <dgm:pt modelId="{03975E02-6950-4969-ABB4-BA58CB84B979}" type="pres">
      <dgm:prSet presAssocID="{733CBF9F-C257-4195-9FF9-E2FC5CB7B1B6}" presName="spaceRect" presStyleCnt="0"/>
      <dgm:spPr/>
    </dgm:pt>
    <dgm:pt modelId="{E61ED2E6-743B-491E-B3AF-B76EFF47D545}" type="pres">
      <dgm:prSet presAssocID="{733CBF9F-C257-4195-9FF9-E2FC5CB7B1B6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69723513-C69D-40C9-BE95-0301180CBF76}" type="presOf" srcId="{F2FC4372-8133-4EA0-B386-633A8D7FAF7E}" destId="{5784D270-6BB8-423B-A8F5-F9430080F085}" srcOrd="0" destOrd="0" presId="urn:microsoft.com/office/officeart/2018/2/layout/IconVerticalSolidList"/>
    <dgm:cxn modelId="{99645829-B0EC-4ECC-8F14-DC40C2B90EC6}" srcId="{927C12DB-86C9-4685-8AE6-D15291013159}" destId="{F2FC4372-8133-4EA0-B386-633A8D7FAF7E}" srcOrd="0" destOrd="0" parTransId="{50658D6D-B2E4-4116-A2CC-129A01AFCFB2}" sibTransId="{CA4BB5A8-F0A9-4E4E-B89F-A03055ACF3DC}"/>
    <dgm:cxn modelId="{F9E50147-7BDF-469B-8E24-2E978D889779}" type="presOf" srcId="{927C12DB-86C9-4685-8AE6-D15291013159}" destId="{10F194D6-EEB5-41E2-9B8A-7EF82BC9857B}" srcOrd="0" destOrd="0" presId="urn:microsoft.com/office/officeart/2018/2/layout/IconVerticalSolidList"/>
    <dgm:cxn modelId="{5FC1597F-E1AA-4588-B28D-F8AB7CDB6339}" type="presOf" srcId="{733CBF9F-C257-4195-9FF9-E2FC5CB7B1B6}" destId="{E61ED2E6-743B-491E-B3AF-B76EFF47D545}" srcOrd="0" destOrd="0" presId="urn:microsoft.com/office/officeart/2018/2/layout/IconVerticalSolidList"/>
    <dgm:cxn modelId="{9A55D0C0-2F09-484E-A580-BDF9F7A18729}" srcId="{927C12DB-86C9-4685-8AE6-D15291013159}" destId="{733CBF9F-C257-4195-9FF9-E2FC5CB7B1B6}" srcOrd="1" destOrd="0" parTransId="{F38D9FE7-0DB2-47E6-8A27-B17F77F876DD}" sibTransId="{A0161BAC-1B78-4366-8260-ECD1F2033806}"/>
    <dgm:cxn modelId="{6725709D-8B4B-4BB8-AB4D-55212329EDEC}" type="presParOf" srcId="{10F194D6-EEB5-41E2-9B8A-7EF82BC9857B}" destId="{EB46E38E-F1FA-4918-94EB-11CF355480C1}" srcOrd="0" destOrd="0" presId="urn:microsoft.com/office/officeart/2018/2/layout/IconVerticalSolidList"/>
    <dgm:cxn modelId="{5D50E8CA-DCB9-45D3-A18D-3D8089544FE6}" type="presParOf" srcId="{EB46E38E-F1FA-4918-94EB-11CF355480C1}" destId="{B459DF19-AD96-4473-9E1B-79FBC54C4088}" srcOrd="0" destOrd="0" presId="urn:microsoft.com/office/officeart/2018/2/layout/IconVerticalSolidList"/>
    <dgm:cxn modelId="{139803CB-1FD6-4D47-BAA5-23BC8AB6AA99}" type="presParOf" srcId="{EB46E38E-F1FA-4918-94EB-11CF355480C1}" destId="{27BE8170-3C90-4E85-BF2E-B21E122728B6}" srcOrd="1" destOrd="0" presId="urn:microsoft.com/office/officeart/2018/2/layout/IconVerticalSolidList"/>
    <dgm:cxn modelId="{B452335A-6824-465F-BDC0-093D9C39D95A}" type="presParOf" srcId="{EB46E38E-F1FA-4918-94EB-11CF355480C1}" destId="{A23519DA-E770-42FE-8A5D-7C83364C6693}" srcOrd="2" destOrd="0" presId="urn:microsoft.com/office/officeart/2018/2/layout/IconVerticalSolidList"/>
    <dgm:cxn modelId="{DAB17F7C-CBAD-4665-847C-225C4D48BE8A}" type="presParOf" srcId="{EB46E38E-F1FA-4918-94EB-11CF355480C1}" destId="{5784D270-6BB8-423B-A8F5-F9430080F085}" srcOrd="3" destOrd="0" presId="urn:microsoft.com/office/officeart/2018/2/layout/IconVerticalSolidList"/>
    <dgm:cxn modelId="{E9F81DD0-82AB-4D04-AAC0-CC1D237E8035}" type="presParOf" srcId="{10F194D6-EEB5-41E2-9B8A-7EF82BC9857B}" destId="{1BF62343-4F3B-4A6A-9D64-BD5F87FD8A16}" srcOrd="1" destOrd="0" presId="urn:microsoft.com/office/officeart/2018/2/layout/IconVerticalSolidList"/>
    <dgm:cxn modelId="{1674C570-6F9A-4A07-BC14-1663063D6B70}" type="presParOf" srcId="{10F194D6-EEB5-41E2-9B8A-7EF82BC9857B}" destId="{3E768C61-BB6A-423C-A0BC-6B274B45CFFC}" srcOrd="2" destOrd="0" presId="urn:microsoft.com/office/officeart/2018/2/layout/IconVerticalSolidList"/>
    <dgm:cxn modelId="{33F6D0C3-7D1F-49D7-AC4D-B48A786C7FA4}" type="presParOf" srcId="{3E768C61-BB6A-423C-A0BC-6B274B45CFFC}" destId="{039A4A1E-C5E6-4813-8AFA-08DDDA8373BC}" srcOrd="0" destOrd="0" presId="urn:microsoft.com/office/officeart/2018/2/layout/IconVerticalSolidList"/>
    <dgm:cxn modelId="{8B19A419-6FDA-437A-A623-792889361722}" type="presParOf" srcId="{3E768C61-BB6A-423C-A0BC-6B274B45CFFC}" destId="{FADAE249-B9A2-4C46-B658-919123156F76}" srcOrd="1" destOrd="0" presId="urn:microsoft.com/office/officeart/2018/2/layout/IconVerticalSolidList"/>
    <dgm:cxn modelId="{3AA1A9D2-3E85-4452-817D-D8F9ED75D471}" type="presParOf" srcId="{3E768C61-BB6A-423C-A0BC-6B274B45CFFC}" destId="{03975E02-6950-4969-ABB4-BA58CB84B979}" srcOrd="2" destOrd="0" presId="urn:microsoft.com/office/officeart/2018/2/layout/IconVerticalSolidList"/>
    <dgm:cxn modelId="{E426EDD2-86EF-4FCC-9954-D9158161AE8D}" type="presParOf" srcId="{3E768C61-BB6A-423C-A0BC-6B274B45CFFC}" destId="{E61ED2E6-743B-491E-B3AF-B76EFF47D545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2C5C102-D504-40AC-9566-9AB2D5D106CB}">
      <dsp:nvSpPr>
        <dsp:cNvPr id="0" name=""/>
        <dsp:cNvSpPr/>
      </dsp:nvSpPr>
      <dsp:spPr>
        <a:xfrm>
          <a:off x="0" y="2016"/>
          <a:ext cx="10972800" cy="1021762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EE2D7E3-B77E-494F-853C-4C15AE0CF4E1}">
      <dsp:nvSpPr>
        <dsp:cNvPr id="0" name=""/>
        <dsp:cNvSpPr/>
      </dsp:nvSpPr>
      <dsp:spPr>
        <a:xfrm>
          <a:off x="309083" y="231912"/>
          <a:ext cx="561969" cy="56196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6026DF-9CFA-4ADF-B267-3C9DAEC94C37}">
      <dsp:nvSpPr>
        <dsp:cNvPr id="0" name=""/>
        <dsp:cNvSpPr/>
      </dsp:nvSpPr>
      <dsp:spPr>
        <a:xfrm>
          <a:off x="1180135" y="2016"/>
          <a:ext cx="9792664" cy="10217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8137" tIns="108137" rIns="108137" bIns="1081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The Attribute-Driven Design (ADD) method (Bass et al., 2003), developed at the SEI, is one approach to defining software architectures by basing the design process on the quality attribute requirements.</a:t>
          </a:r>
        </a:p>
      </dsp:txBody>
      <dsp:txXfrm>
        <a:off x="1180135" y="2016"/>
        <a:ext cx="9792664" cy="1021762"/>
      </dsp:txXfrm>
    </dsp:sp>
    <dsp:sp modelId="{6A5FACEC-04B7-481F-AE4F-3B77AC7590F2}">
      <dsp:nvSpPr>
        <dsp:cNvPr id="0" name=""/>
        <dsp:cNvSpPr/>
      </dsp:nvSpPr>
      <dsp:spPr>
        <a:xfrm>
          <a:off x="0" y="1279218"/>
          <a:ext cx="10972800" cy="1021762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04074A3-077A-42C1-8982-A89991ED2C4E}">
      <dsp:nvSpPr>
        <dsp:cNvPr id="0" name=""/>
        <dsp:cNvSpPr/>
      </dsp:nvSpPr>
      <dsp:spPr>
        <a:xfrm>
          <a:off x="309083" y="1509115"/>
          <a:ext cx="561969" cy="56196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110B5D-3107-4A44-991C-D9A2E8871EE2}">
      <dsp:nvSpPr>
        <dsp:cNvPr id="0" name=""/>
        <dsp:cNvSpPr/>
      </dsp:nvSpPr>
      <dsp:spPr>
        <a:xfrm>
          <a:off x="1180135" y="1279218"/>
          <a:ext cx="9792664" cy="10217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8137" tIns="108137" rIns="108137" bIns="1081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In ADD, architectural design follows a recursive decomposition process where, at each stage in the decomposition, architectural patterns and tactics are chosen to satisfy a set of quality attribute scenarios .</a:t>
          </a:r>
        </a:p>
      </dsp:txBody>
      <dsp:txXfrm>
        <a:off x="1180135" y="1279218"/>
        <a:ext cx="9792664" cy="1021762"/>
      </dsp:txXfrm>
    </dsp:sp>
    <dsp:sp modelId="{4A54DC54-3ECB-4C47-AFCD-FE2E851D4B82}">
      <dsp:nvSpPr>
        <dsp:cNvPr id="0" name=""/>
        <dsp:cNvSpPr/>
      </dsp:nvSpPr>
      <dsp:spPr>
        <a:xfrm>
          <a:off x="0" y="2556421"/>
          <a:ext cx="10972800" cy="1021762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4788A6F-09BF-40BA-9B05-77AF7B72010C}">
      <dsp:nvSpPr>
        <dsp:cNvPr id="0" name=""/>
        <dsp:cNvSpPr/>
      </dsp:nvSpPr>
      <dsp:spPr>
        <a:xfrm>
          <a:off x="309083" y="2786318"/>
          <a:ext cx="561969" cy="56196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ADE959-093A-443D-A6F3-57EA13DD336B}">
      <dsp:nvSpPr>
        <dsp:cNvPr id="0" name=""/>
        <dsp:cNvSpPr/>
      </dsp:nvSpPr>
      <dsp:spPr>
        <a:xfrm>
          <a:off x="1180135" y="2556421"/>
          <a:ext cx="9792664" cy="10217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8137" tIns="108137" rIns="108137" bIns="1081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The architecture designed represents the high-level design choices which are documented using multiple structures or views (we introduced these terms in an earlier lesson). </a:t>
          </a:r>
        </a:p>
      </dsp:txBody>
      <dsp:txXfrm>
        <a:off x="1180135" y="2556421"/>
        <a:ext cx="9792664" cy="1021762"/>
      </dsp:txXfrm>
    </dsp:sp>
    <dsp:sp modelId="{A0353476-7C32-45C3-B98D-AC62AF22759A}">
      <dsp:nvSpPr>
        <dsp:cNvPr id="0" name=""/>
        <dsp:cNvSpPr/>
      </dsp:nvSpPr>
      <dsp:spPr>
        <a:xfrm>
          <a:off x="0" y="3833624"/>
          <a:ext cx="10972800" cy="1021762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DC36700-B686-49BA-B75F-8D48EAAE37E5}">
      <dsp:nvSpPr>
        <dsp:cNvPr id="0" name=""/>
        <dsp:cNvSpPr/>
      </dsp:nvSpPr>
      <dsp:spPr>
        <a:xfrm>
          <a:off x="309083" y="4063521"/>
          <a:ext cx="561969" cy="56196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CD72CEB-7C02-480E-B176-5343CABA04DC}">
      <dsp:nvSpPr>
        <dsp:cNvPr id="0" name=""/>
        <dsp:cNvSpPr/>
      </dsp:nvSpPr>
      <dsp:spPr>
        <a:xfrm>
          <a:off x="1180135" y="3833624"/>
          <a:ext cx="9792664" cy="10217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8137" tIns="108137" rIns="108137" bIns="1081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The nature of the project determines the views.</a:t>
          </a:r>
        </a:p>
      </dsp:txBody>
      <dsp:txXfrm>
        <a:off x="1180135" y="3833624"/>
        <a:ext cx="9792664" cy="102176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E38AC9-7E49-44D5-99CC-5B75F49C69F9}">
      <dsp:nvSpPr>
        <dsp:cNvPr id="0" name=""/>
        <dsp:cNvSpPr/>
      </dsp:nvSpPr>
      <dsp:spPr>
        <a:xfrm>
          <a:off x="0" y="592"/>
          <a:ext cx="10972800" cy="138749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BED5C9D-6E56-488E-803F-C28B9A6001F5}">
      <dsp:nvSpPr>
        <dsp:cNvPr id="0" name=""/>
        <dsp:cNvSpPr/>
      </dsp:nvSpPr>
      <dsp:spPr>
        <a:xfrm>
          <a:off x="419715" y="312778"/>
          <a:ext cx="763119" cy="76311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1F9993-6D3F-42B9-98FB-6448365332BE}">
      <dsp:nvSpPr>
        <dsp:cNvPr id="0" name=""/>
        <dsp:cNvSpPr/>
      </dsp:nvSpPr>
      <dsp:spPr>
        <a:xfrm>
          <a:off x="1602551" y="592"/>
          <a:ext cx="9370248" cy="13874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6843" tIns="146843" rIns="146843" bIns="146843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Initially the monolith, being the only system component, is responsible for all functionality to be implemented along with satisfying all the architectural drivers.</a:t>
          </a:r>
        </a:p>
      </dsp:txBody>
      <dsp:txXfrm>
        <a:off x="1602551" y="592"/>
        <a:ext cx="9370248" cy="1387490"/>
      </dsp:txXfrm>
    </dsp:sp>
    <dsp:sp modelId="{44DD068A-FEA4-4F28-B350-7CFF58EECA64}">
      <dsp:nvSpPr>
        <dsp:cNvPr id="0" name=""/>
        <dsp:cNvSpPr/>
      </dsp:nvSpPr>
      <dsp:spPr>
        <a:xfrm>
          <a:off x="0" y="1734956"/>
          <a:ext cx="10972800" cy="138749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0CB903-BF3A-45A2-9ECE-2DE7A0C4E464}">
      <dsp:nvSpPr>
        <dsp:cNvPr id="0" name=""/>
        <dsp:cNvSpPr/>
      </dsp:nvSpPr>
      <dsp:spPr>
        <a:xfrm>
          <a:off x="419715" y="2047141"/>
          <a:ext cx="763119" cy="76311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899667-A5CE-4161-9E81-8D6FBAEEF48A}">
      <dsp:nvSpPr>
        <dsp:cNvPr id="0" name=""/>
        <dsp:cNvSpPr/>
      </dsp:nvSpPr>
      <dsp:spPr>
        <a:xfrm>
          <a:off x="1602551" y="1734956"/>
          <a:ext cx="9370248" cy="13874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6843" tIns="146843" rIns="146843" bIns="146843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Obviously, the monolithic structure can’t satisfy most of these architectural drivers and we use ADD to decompose it further until all of these drivers are satisfied. </a:t>
          </a:r>
        </a:p>
      </dsp:txBody>
      <dsp:txXfrm>
        <a:off x="1602551" y="1734956"/>
        <a:ext cx="9370248" cy="1387490"/>
      </dsp:txXfrm>
    </dsp:sp>
    <dsp:sp modelId="{83AA0442-456A-458D-A097-5C163C3CE695}">
      <dsp:nvSpPr>
        <dsp:cNvPr id="0" name=""/>
        <dsp:cNvSpPr/>
      </dsp:nvSpPr>
      <dsp:spPr>
        <a:xfrm>
          <a:off x="0" y="3469319"/>
          <a:ext cx="10972800" cy="138749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696A8F-247E-471F-A8B7-06D51C04EC86}">
      <dsp:nvSpPr>
        <dsp:cNvPr id="0" name=""/>
        <dsp:cNvSpPr/>
      </dsp:nvSpPr>
      <dsp:spPr>
        <a:xfrm>
          <a:off x="419715" y="3781504"/>
          <a:ext cx="763119" cy="76311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55882E6-2610-4CC5-95D9-1C43A1E18F7E}">
      <dsp:nvSpPr>
        <dsp:cNvPr id="0" name=""/>
        <dsp:cNvSpPr/>
      </dsp:nvSpPr>
      <dsp:spPr>
        <a:xfrm>
          <a:off x="1602551" y="3469319"/>
          <a:ext cx="9370248" cy="13874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6843" tIns="146843" rIns="146843" bIns="146843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We begin with one of our highest priority architectural driver 1 (support for adding new field device).</a:t>
          </a:r>
        </a:p>
      </dsp:txBody>
      <dsp:txXfrm>
        <a:off x="1602551" y="3469319"/>
        <a:ext cx="9370248" cy="138749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9DBB88-EAA0-46CF-8181-8BB94299812C}">
      <dsp:nvSpPr>
        <dsp:cNvPr id="0" name=""/>
        <dsp:cNvSpPr/>
      </dsp:nvSpPr>
      <dsp:spPr>
        <a:xfrm>
          <a:off x="5324594" y="1851458"/>
          <a:ext cx="3559730" cy="84705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77242"/>
              </a:lnTo>
              <a:lnTo>
                <a:pt x="3559730" y="577242"/>
              </a:lnTo>
              <a:lnTo>
                <a:pt x="3559730" y="847054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88B9C3-F588-4D48-A444-A5977EB9C1FF}">
      <dsp:nvSpPr>
        <dsp:cNvPr id="0" name=""/>
        <dsp:cNvSpPr/>
      </dsp:nvSpPr>
      <dsp:spPr>
        <a:xfrm>
          <a:off x="5278874" y="1851458"/>
          <a:ext cx="91440" cy="847054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847054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BFE6B1E-13BA-4407-AD64-A5B15AFBD13D}">
      <dsp:nvSpPr>
        <dsp:cNvPr id="0" name=""/>
        <dsp:cNvSpPr/>
      </dsp:nvSpPr>
      <dsp:spPr>
        <a:xfrm>
          <a:off x="1764863" y="1851458"/>
          <a:ext cx="3559730" cy="847054"/>
        </a:xfrm>
        <a:custGeom>
          <a:avLst/>
          <a:gdLst/>
          <a:ahLst/>
          <a:cxnLst/>
          <a:rect l="0" t="0" r="0" b="0"/>
          <a:pathLst>
            <a:path>
              <a:moveTo>
                <a:pt x="3559730" y="0"/>
              </a:moveTo>
              <a:lnTo>
                <a:pt x="3559730" y="577242"/>
              </a:lnTo>
              <a:lnTo>
                <a:pt x="0" y="577242"/>
              </a:lnTo>
              <a:lnTo>
                <a:pt x="0" y="847054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3DDB138-E3F8-46C3-A5C7-72315BB34EDE}">
      <dsp:nvSpPr>
        <dsp:cNvPr id="0" name=""/>
        <dsp:cNvSpPr/>
      </dsp:nvSpPr>
      <dsp:spPr>
        <a:xfrm>
          <a:off x="308610" y="2016"/>
          <a:ext cx="2912506" cy="184944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260F852-98D5-4B1A-A726-2228482285D5}">
      <dsp:nvSpPr>
        <dsp:cNvPr id="0" name=""/>
        <dsp:cNvSpPr/>
      </dsp:nvSpPr>
      <dsp:spPr>
        <a:xfrm>
          <a:off x="632221" y="309448"/>
          <a:ext cx="2912506" cy="18494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ADD applies the modifiability tactics to limit the impact of change and minimize the number of dependencies on the part of the system responsible for integrating new hardware devices. </a:t>
          </a:r>
        </a:p>
      </dsp:txBody>
      <dsp:txXfrm>
        <a:off x="686389" y="363616"/>
        <a:ext cx="2804170" cy="1741105"/>
      </dsp:txXfrm>
    </dsp:sp>
    <dsp:sp modelId="{9774FA76-F8E3-4624-8A57-6C9432623CCE}">
      <dsp:nvSpPr>
        <dsp:cNvPr id="0" name=""/>
        <dsp:cNvSpPr/>
      </dsp:nvSpPr>
      <dsp:spPr>
        <a:xfrm>
          <a:off x="3868340" y="2016"/>
          <a:ext cx="2912506" cy="184944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7B484B94-3AF3-4160-91FC-D11AA1FA0202}">
      <dsp:nvSpPr>
        <dsp:cNvPr id="0" name=""/>
        <dsp:cNvSpPr/>
      </dsp:nvSpPr>
      <dsp:spPr>
        <a:xfrm>
          <a:off x="4191952" y="309448"/>
          <a:ext cx="2912506" cy="18494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There are three design concerns related with modifiability:</a:t>
          </a:r>
        </a:p>
      </dsp:txBody>
      <dsp:txXfrm>
        <a:off x="4246120" y="363616"/>
        <a:ext cx="2804170" cy="1741105"/>
      </dsp:txXfrm>
    </dsp:sp>
    <dsp:sp modelId="{823C9DE8-DCDE-4E67-A0B8-B4185A912801}">
      <dsp:nvSpPr>
        <dsp:cNvPr id="0" name=""/>
        <dsp:cNvSpPr/>
      </dsp:nvSpPr>
      <dsp:spPr>
        <a:xfrm>
          <a:off x="308610" y="2698512"/>
          <a:ext cx="2912506" cy="184944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910CFE2A-D6DC-4E4F-977E-6D1D90A63AF2}">
      <dsp:nvSpPr>
        <dsp:cNvPr id="0" name=""/>
        <dsp:cNvSpPr/>
      </dsp:nvSpPr>
      <dsp:spPr>
        <a:xfrm>
          <a:off x="632221" y="3005944"/>
          <a:ext cx="2912506" cy="18494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i="1" kern="1200"/>
            <a:t>Localize changes</a:t>
          </a:r>
          <a:r>
            <a:rPr lang="en-US" sz="1600" kern="1200"/>
            <a:t>: this relates to adding a new field device</a:t>
          </a:r>
        </a:p>
      </dsp:txBody>
      <dsp:txXfrm>
        <a:off x="686389" y="3060112"/>
        <a:ext cx="2804170" cy="1741105"/>
      </dsp:txXfrm>
    </dsp:sp>
    <dsp:sp modelId="{525008A1-C118-4DCC-81D3-C961C7B39B3D}">
      <dsp:nvSpPr>
        <dsp:cNvPr id="0" name=""/>
        <dsp:cNvSpPr/>
      </dsp:nvSpPr>
      <dsp:spPr>
        <a:xfrm>
          <a:off x="3868340" y="2698512"/>
          <a:ext cx="2912506" cy="184944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7E96ACD1-6771-4C94-BC41-C9FB1BD183BC}">
      <dsp:nvSpPr>
        <dsp:cNvPr id="0" name=""/>
        <dsp:cNvSpPr/>
      </dsp:nvSpPr>
      <dsp:spPr>
        <a:xfrm>
          <a:off x="4191952" y="3005944"/>
          <a:ext cx="2912506" cy="18494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i="1" kern="1200"/>
            <a:t>Prevention of ripple effects</a:t>
          </a:r>
          <a:r>
            <a:rPr lang="en-US" sz="1600" kern="1200"/>
            <a:t>: this relates to minimizing the number of modules affected as a result of adding a new field device</a:t>
          </a:r>
        </a:p>
      </dsp:txBody>
      <dsp:txXfrm>
        <a:off x="4246120" y="3060112"/>
        <a:ext cx="2804170" cy="1741105"/>
      </dsp:txXfrm>
    </dsp:sp>
    <dsp:sp modelId="{B25344AF-060F-4861-A314-0F21D0F9ECF8}">
      <dsp:nvSpPr>
        <dsp:cNvPr id="0" name=""/>
        <dsp:cNvSpPr/>
      </dsp:nvSpPr>
      <dsp:spPr>
        <a:xfrm>
          <a:off x="7428071" y="2698512"/>
          <a:ext cx="2912506" cy="184944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E6A2301E-2768-4B7F-978E-EB017F153607}">
      <dsp:nvSpPr>
        <dsp:cNvPr id="0" name=""/>
        <dsp:cNvSpPr/>
      </dsp:nvSpPr>
      <dsp:spPr>
        <a:xfrm>
          <a:off x="7751683" y="3005944"/>
          <a:ext cx="2912506" cy="18494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i="1" kern="1200"/>
            <a:t>Defer binding time</a:t>
          </a:r>
          <a:r>
            <a:rPr lang="en-US" sz="1600" kern="1200"/>
            <a:t>: this relates to the time when a new field device is deployed and the ability of non-programmers to manage such deployment</a:t>
          </a:r>
        </a:p>
      </dsp:txBody>
      <dsp:txXfrm>
        <a:off x="7805851" y="3060112"/>
        <a:ext cx="2804170" cy="174110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147497E-A1FA-4AD1-8ED9-D25D9FE403FE}">
      <dsp:nvSpPr>
        <dsp:cNvPr id="0" name=""/>
        <dsp:cNvSpPr/>
      </dsp:nvSpPr>
      <dsp:spPr>
        <a:xfrm>
          <a:off x="0" y="199851"/>
          <a:ext cx="3428999" cy="2057399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We address these concerns by creating adaptors for field devices, an </a:t>
          </a:r>
          <a:r>
            <a:rPr lang="en-US" sz="2000" i="1" kern="1200" dirty="0"/>
            <a:t>anticipation of expected changes</a:t>
          </a:r>
          <a:r>
            <a:rPr lang="en-US" sz="2000" kern="1200" dirty="0"/>
            <a:t> tactic. </a:t>
          </a:r>
        </a:p>
      </dsp:txBody>
      <dsp:txXfrm>
        <a:off x="0" y="199851"/>
        <a:ext cx="3428999" cy="2057399"/>
      </dsp:txXfrm>
    </dsp:sp>
    <dsp:sp modelId="{77886041-40C8-4AC8-9E41-00A9A2DB3CF8}">
      <dsp:nvSpPr>
        <dsp:cNvPr id="0" name=""/>
        <dsp:cNvSpPr/>
      </dsp:nvSpPr>
      <dsp:spPr>
        <a:xfrm>
          <a:off x="3771900" y="199851"/>
          <a:ext cx="3428999" cy="2057399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We use two additional architectural tactics to minimize propagation of change. </a:t>
          </a:r>
        </a:p>
      </dsp:txBody>
      <dsp:txXfrm>
        <a:off x="3771900" y="199851"/>
        <a:ext cx="3428999" cy="2057399"/>
      </dsp:txXfrm>
    </dsp:sp>
    <dsp:sp modelId="{75324C90-E2A5-417A-B509-08070A393232}">
      <dsp:nvSpPr>
        <dsp:cNvPr id="0" name=""/>
        <dsp:cNvSpPr/>
      </dsp:nvSpPr>
      <dsp:spPr>
        <a:xfrm>
          <a:off x="7543800" y="199851"/>
          <a:ext cx="3428999" cy="2057399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First we specify a standard interface to be exposed by all adaptors (</a:t>
          </a:r>
          <a:r>
            <a:rPr lang="en-US" sz="2000" i="1" kern="1200"/>
            <a:t>maintain existing interfaces</a:t>
          </a:r>
          <a:r>
            <a:rPr lang="en-US" sz="2000" kern="1200"/>
            <a:t>). </a:t>
          </a:r>
        </a:p>
      </dsp:txBody>
      <dsp:txXfrm>
        <a:off x="7543800" y="199851"/>
        <a:ext cx="3428999" cy="2057399"/>
      </dsp:txXfrm>
    </dsp:sp>
    <dsp:sp modelId="{8170F06D-A341-4816-87F2-89C8E8CA970C}">
      <dsp:nvSpPr>
        <dsp:cNvPr id="0" name=""/>
        <dsp:cNvSpPr/>
      </dsp:nvSpPr>
      <dsp:spPr>
        <a:xfrm>
          <a:off x="1885950" y="2600151"/>
          <a:ext cx="3428999" cy="2057399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Second, we use the adaptor as an </a:t>
          </a:r>
          <a:r>
            <a:rPr lang="en-US" sz="2000" i="1" kern="1200" dirty="0"/>
            <a:t>intermediary</a:t>
          </a:r>
          <a:r>
            <a:rPr lang="en-US" sz="2000" kern="1200" dirty="0"/>
            <a:t> responsible for semantic translation into a standard format, of all the data received from different field devices. </a:t>
          </a:r>
        </a:p>
      </dsp:txBody>
      <dsp:txXfrm>
        <a:off x="1885950" y="2600151"/>
        <a:ext cx="3428999" cy="2057399"/>
      </dsp:txXfrm>
    </dsp:sp>
    <dsp:sp modelId="{90DD7136-1137-461B-B110-8DFDABA6C2FA}">
      <dsp:nvSpPr>
        <dsp:cNvPr id="0" name=""/>
        <dsp:cNvSpPr/>
      </dsp:nvSpPr>
      <dsp:spPr>
        <a:xfrm>
          <a:off x="5657850" y="2600151"/>
          <a:ext cx="3428999" cy="2057399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As a side effect, this also addresses architectural driver 3.</a:t>
          </a:r>
        </a:p>
      </dsp:txBody>
      <dsp:txXfrm>
        <a:off x="5657850" y="2600151"/>
        <a:ext cx="3428999" cy="205739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D46D265-C0CC-459A-B77D-93D13DF5476B}">
      <dsp:nvSpPr>
        <dsp:cNvPr id="0" name=""/>
        <dsp:cNvSpPr/>
      </dsp:nvSpPr>
      <dsp:spPr>
        <a:xfrm>
          <a:off x="0" y="592"/>
          <a:ext cx="10972800" cy="138749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23535B-EA0F-4D4F-B1A5-33759283CC45}">
      <dsp:nvSpPr>
        <dsp:cNvPr id="0" name=""/>
        <dsp:cNvSpPr/>
      </dsp:nvSpPr>
      <dsp:spPr>
        <a:xfrm>
          <a:off x="419715" y="312778"/>
          <a:ext cx="763119" cy="76311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A0E7FA-0C78-4616-8FD4-07AB5B154AF4}">
      <dsp:nvSpPr>
        <dsp:cNvPr id="0" name=""/>
        <dsp:cNvSpPr/>
      </dsp:nvSpPr>
      <dsp:spPr>
        <a:xfrm>
          <a:off x="1602551" y="592"/>
          <a:ext cx="9370248" cy="13874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6843" tIns="146843" rIns="146843" bIns="146843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Instantiating and allocating responsibilities to the adaptors leads to a realization that the building automation server is still sensitive to a change in the number of field devices it is connected to, and must include logic to route commands and data, to and from the correct adaptor. </a:t>
          </a:r>
        </a:p>
      </dsp:txBody>
      <dsp:txXfrm>
        <a:off x="1602551" y="592"/>
        <a:ext cx="9370248" cy="1387490"/>
      </dsp:txXfrm>
    </dsp:sp>
    <dsp:sp modelId="{68E02F27-DD07-4478-AD2A-1B256A9B5DCB}">
      <dsp:nvSpPr>
        <dsp:cNvPr id="0" name=""/>
        <dsp:cNvSpPr/>
      </dsp:nvSpPr>
      <dsp:spPr>
        <a:xfrm>
          <a:off x="0" y="1734956"/>
          <a:ext cx="10972800" cy="138749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0FA699F-E6BB-41C9-B799-C83F6F7D4332}">
      <dsp:nvSpPr>
        <dsp:cNvPr id="0" name=""/>
        <dsp:cNvSpPr/>
      </dsp:nvSpPr>
      <dsp:spPr>
        <a:xfrm>
          <a:off x="419715" y="2047141"/>
          <a:ext cx="763119" cy="76311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EBCD3C-580F-422C-AFFB-91FCF07F7BE5}">
      <dsp:nvSpPr>
        <dsp:cNvPr id="0" name=""/>
        <dsp:cNvSpPr/>
      </dsp:nvSpPr>
      <dsp:spPr>
        <a:xfrm>
          <a:off x="1602551" y="1734956"/>
          <a:ext cx="9370248" cy="13874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6843" tIns="146843" rIns="146843" bIns="146843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To address this concern we use the </a:t>
          </a:r>
          <a:r>
            <a:rPr lang="en-US" sz="1900" i="1" kern="1200"/>
            <a:t>hiding information</a:t>
          </a:r>
          <a:r>
            <a:rPr lang="en-US" sz="1900" kern="1200"/>
            <a:t> tactic introducing an adaptor manager to hide information about the number and type of field devices actually connected. </a:t>
          </a:r>
        </a:p>
      </dsp:txBody>
      <dsp:txXfrm>
        <a:off x="1602551" y="1734956"/>
        <a:ext cx="9370248" cy="1387490"/>
      </dsp:txXfrm>
    </dsp:sp>
    <dsp:sp modelId="{E4641E4B-E5D2-4FD2-83B6-638875A8AD24}">
      <dsp:nvSpPr>
        <dsp:cNvPr id="0" name=""/>
        <dsp:cNvSpPr/>
      </dsp:nvSpPr>
      <dsp:spPr>
        <a:xfrm>
          <a:off x="0" y="3469319"/>
          <a:ext cx="10972800" cy="138749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382611D-4CBC-487E-9732-1AB713495876}">
      <dsp:nvSpPr>
        <dsp:cNvPr id="0" name=""/>
        <dsp:cNvSpPr/>
      </dsp:nvSpPr>
      <dsp:spPr>
        <a:xfrm>
          <a:off x="419715" y="3781504"/>
          <a:ext cx="763119" cy="76311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E121C3-4262-48A1-B79D-7DDED7DB8DD4}">
      <dsp:nvSpPr>
        <dsp:cNvPr id="0" name=""/>
        <dsp:cNvSpPr/>
      </dsp:nvSpPr>
      <dsp:spPr>
        <a:xfrm>
          <a:off x="1602551" y="3469319"/>
          <a:ext cx="9370248" cy="13874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6843" tIns="146843" rIns="146843" bIns="146843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The adaptor manager together with the adaptors creates a virtual device, that is, for all other components of the building automation system, there is practically one field device to interact with at all times.</a:t>
          </a:r>
        </a:p>
      </dsp:txBody>
      <dsp:txXfrm>
        <a:off x="1602551" y="3469319"/>
        <a:ext cx="9370248" cy="138749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59DF19-AD96-4473-9E1B-79FBC54C4088}">
      <dsp:nvSpPr>
        <dsp:cNvPr id="0" name=""/>
        <dsp:cNvSpPr/>
      </dsp:nvSpPr>
      <dsp:spPr>
        <a:xfrm>
          <a:off x="0" y="789327"/>
          <a:ext cx="10972800" cy="145722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BE8170-3C90-4E85-BF2E-B21E122728B6}">
      <dsp:nvSpPr>
        <dsp:cNvPr id="0" name=""/>
        <dsp:cNvSpPr/>
      </dsp:nvSpPr>
      <dsp:spPr>
        <a:xfrm>
          <a:off x="440809" y="1117202"/>
          <a:ext cx="801471" cy="80147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84D270-6BB8-423B-A8F5-F9430080F085}">
      <dsp:nvSpPr>
        <dsp:cNvPr id="0" name=""/>
        <dsp:cNvSpPr/>
      </dsp:nvSpPr>
      <dsp:spPr>
        <a:xfrm>
          <a:off x="1683090" y="789327"/>
          <a:ext cx="9289709" cy="1457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223" tIns="154223" rIns="154223" bIns="154223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The adaptor manager is assigned the following responsibilities:</a:t>
          </a:r>
        </a:p>
      </dsp:txBody>
      <dsp:txXfrm>
        <a:off x="1683090" y="789327"/>
        <a:ext cx="9289709" cy="1457220"/>
      </dsp:txXfrm>
    </dsp:sp>
    <dsp:sp modelId="{039A4A1E-C5E6-4813-8AFA-08DDDA8373BC}">
      <dsp:nvSpPr>
        <dsp:cNvPr id="0" name=""/>
        <dsp:cNvSpPr/>
      </dsp:nvSpPr>
      <dsp:spPr>
        <a:xfrm>
          <a:off x="0" y="2610854"/>
          <a:ext cx="10972800" cy="145722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DAE249-B9A2-4C46-B658-919123156F76}">
      <dsp:nvSpPr>
        <dsp:cNvPr id="0" name=""/>
        <dsp:cNvSpPr/>
      </dsp:nvSpPr>
      <dsp:spPr>
        <a:xfrm>
          <a:off x="440809" y="2938728"/>
          <a:ext cx="801471" cy="80147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1ED2E6-743B-491E-B3AF-B76EFF47D545}">
      <dsp:nvSpPr>
        <dsp:cNvPr id="0" name=""/>
        <dsp:cNvSpPr/>
      </dsp:nvSpPr>
      <dsp:spPr>
        <a:xfrm>
          <a:off x="1683090" y="2610854"/>
          <a:ext cx="9289709" cy="1457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223" tIns="154223" rIns="154223" bIns="154223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(FR4) Route data to a field device</a:t>
          </a:r>
        </a:p>
      </dsp:txBody>
      <dsp:txXfrm>
        <a:off x="1683090" y="2610854"/>
        <a:ext cx="9289709" cy="14572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776AD2-81FB-4FCA-B16A-0FC2A42EBFBA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CE6C91-4290-4C1A-9AB4-881C512F40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215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E1730E-FF09-4C3A-B0F2-E67E6D0DBBE9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75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75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5859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an architecture driver:  Any requirement/constraint that has a significant impact on the architecture of the system</a:t>
            </a:r>
          </a:p>
          <a:p>
            <a:r>
              <a:rPr lang="en-US" dirty="0"/>
              <a:t>Most functional requirements do not affect the architecture of the system, while most non-functional ones do.</a:t>
            </a:r>
          </a:p>
          <a:p>
            <a:endParaRPr lang="en-US" dirty="0"/>
          </a:p>
          <a:p>
            <a:r>
              <a:rPr lang="en-US" dirty="0"/>
              <a:t>Examples:  </a:t>
            </a:r>
          </a:p>
          <a:p>
            <a:endParaRPr lang="en-US" dirty="0"/>
          </a:p>
          <a:p>
            <a:r>
              <a:rPr lang="en-US" dirty="0"/>
              <a:t>Functional requirement: System must process payments in multiple currencies and multiple languages</a:t>
            </a:r>
          </a:p>
          <a:p>
            <a:r>
              <a:rPr lang="en-US" dirty="0"/>
              <a:t>Non-functional requirements: Almost anything you can think of</a:t>
            </a:r>
          </a:p>
          <a:p>
            <a:r>
              <a:rPr lang="en-US" dirty="0"/>
              <a:t>Constraints: Must run on XXX platform</a:t>
            </a:r>
          </a:p>
          <a:p>
            <a:r>
              <a:rPr lang="en-US" dirty="0"/>
              <a:t>Business constraint: Must ship in XXX months under YYY dollars</a:t>
            </a:r>
          </a:p>
          <a:p>
            <a:endParaRPr lang="en-US" dirty="0"/>
          </a:p>
          <a:p>
            <a:r>
              <a:rPr lang="en-US" dirty="0"/>
              <a:t>Priority has 2 parts, business value, technical risk.  When designing architecture start with high value and high technical risk. (H, M, L)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CE6C91-4290-4C1A-9AB4-881C512F40F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5596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Hierarchical, layered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CE6C91-4290-4C1A-9AB4-881C512F40F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0130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very coarse breakdown.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CE6C91-4290-4C1A-9AB4-881C512F40F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997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Maybe speak about OpenFlow as an example of industry wide common adaptors.  Reference back to slide 12 for the architectural drivers.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CE6C91-4290-4C1A-9AB4-881C512F40F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7261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order to avoid having the main system know about all adaptors, we introduce adaptor manager.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CE6C91-4290-4C1A-9AB4-881C512F40F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147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new device has no defaults, what is the right response?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CE6C91-4290-4C1A-9AB4-881C512F40F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8152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Earlier system further decomposed.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CE6C91-4290-4C1A-9AB4-881C512F40F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4209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could be sharded by dividing the evaluation of rules on multiple servers, at the cost of data from sensors being copied to multiple places.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CE6C91-4290-4C1A-9AB4-881C512F40F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1339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CE6C91-4290-4C1A-9AB4-881C512F40F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1268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5B1A7-85DD-6C11-76DA-A4C3C99223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8C8376-93BC-5F92-6E0F-EF635CE649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9A9754-1F21-28FE-8410-A8344D573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5484D-878E-45E3-81B9-C5955936CA56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76D292-F1D9-2134-32A7-4368EF894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2F342-73E8-5819-C6E6-41C804153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E8AB40-E278-4AB9-958A-05A84EEF8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4195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9998C-4C8B-C138-44F7-BB239F306B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97C7A8-E138-CAD0-F48B-4D8619B6B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483BD0-FAFB-27DF-5C57-A23F87B14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5484D-878E-45E3-81B9-C5955936CA56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19042F-2553-2BDE-2821-D14FA2A98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F1353C-EFF1-0A76-E731-DBDBCE502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E8AB40-E278-4AB9-958A-05A84EEF8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54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B70F6-16D0-EBDB-F37E-0860304838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A1BCF3-F2BD-1201-A1A4-6C2AE8E1BD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C1E4CE-2713-106D-0DA0-6F4E85A38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5484D-878E-45E3-81B9-C5955936CA56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0B4663-3105-10E9-2E0E-ECA30410A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CE763-AA3D-EE57-4CF6-81DAAF132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E8AB40-E278-4AB9-958A-05A84EEF8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001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CBD2B-E314-C8EA-33AF-8EFAA4A8E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B2E9B-24D8-8C43-340A-216115ED29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FCB2EB-D2DD-72B2-66CE-FE9F1C1FE9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4B567E-633E-0D08-A16F-0CF2F647C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5484D-878E-45E3-81B9-C5955936CA56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EA3D6-05B3-8612-DFF8-7531BC4D8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C3F1AA-D72D-2522-6261-C14A90080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E8AB40-E278-4AB9-958A-05A84EEF8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287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3C0C7-7D48-B10C-6529-B39691B041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572FE0-78C2-1C65-6076-0684C163C6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CDE12B-D3B8-D88E-E166-198D4DE783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5821F5-9D72-3601-60CD-C26C9FA5CA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2EFC3E-2B55-95C4-FA79-47C00B64FF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EC3AF0-E399-B06D-1E72-3BED19BA8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5484D-878E-45E3-81B9-C5955936CA56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C20E79-79C3-85F8-44FD-8243B9CD5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D002A26-E83C-4708-8142-04662E8F0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E8AB40-E278-4AB9-958A-05A84EEF8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4048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C7A2E-C0A8-CA5B-55F1-DEE6E5C4D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0AFB23-BA26-7DBC-43AE-2BC37019C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5484D-878E-45E3-81B9-C5955936CA56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E58064-9187-A0A5-2271-082F4141C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BED178-D11D-DF4C-B365-110C6664E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E8AB40-E278-4AB9-958A-05A84EEF8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6301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2EE6373-6AD9-A4A8-DC5F-C5F4D0CF2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5484D-878E-45E3-81B9-C5955936CA56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47D9AF-47E4-8AB6-9669-00D060CBD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DB1736-54FC-B95A-A5D7-9260BF9FA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E8AB40-E278-4AB9-958A-05A84EEF8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2258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97DFF-344B-59A0-F3FF-7900460121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94DF1-F218-8F8E-ED61-A55988193A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B023F3-DAE8-EAA6-A8B1-C29891FAC2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BDAFBF-D839-7EE9-C2E9-015E42B8B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5484D-878E-45E3-81B9-C5955936CA56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40BE44-09EE-2F72-FDA4-6DF548F6C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0E13A0-EC46-9895-A26D-76041068D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E8AB40-E278-4AB9-958A-05A84EEF8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949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9DAAE-B1D0-180F-3995-23896483A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70D6F8-FE2E-3DDC-51C4-46CBA91FB7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C7B677-590B-E796-438F-E603DCA155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4BB455-229A-B70F-62F5-632A09297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5484D-878E-45E3-81B9-C5955936CA56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077A55-985F-E8F1-A3CA-0F4E5154E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65ABB8-9C6C-8DAE-C54F-9327E7A1B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E8AB40-E278-4AB9-958A-05A84EEF8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8539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113B7-756F-F0CE-2CB5-74732D4A3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C87F0E-C8AE-1380-3D82-5B20BC97A6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B4188A-BEDE-A514-B363-97D7D9817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5484D-878E-45E3-81B9-C5955936CA56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3D686F-55BB-B7FA-0E6C-B59CAF813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5D26B-A2BA-E299-77FB-AA2512021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E8AB40-E278-4AB9-958A-05A84EEF8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3282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8F5E77-102F-E77C-4BEB-F6515EE121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0ACE3E-6D82-DDD5-706B-47E55D6973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3B36E2-62F4-B089-1EE4-B8CAE2F21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5484D-878E-45E3-81B9-C5955936CA56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8373AC-73F5-1205-AAC9-DD8A15C5B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BA4344-EF04-99B3-D4E7-91100C14B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E8AB40-E278-4AB9-958A-05A84EEF8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1376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CDB67-B98A-4AC5-929D-81BD9B8E0ED5}" type="datetime1">
              <a:rPr lang="en-AU" smtClean="0"/>
              <a:t>15/11/2025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 dirty="0"/>
              <a:t>© Len Bass, Paul Clements, Rick Kazman, distributed under Creative Commons Attribution License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C58C-0836-46C6-8F9A-AF87B5CA09C9}" type="slidenum">
              <a:rPr lang="en-AU" smtClean="0"/>
              <a:t>‹#›</a:t>
            </a:fld>
            <a:endParaRPr lang="en-AU"/>
          </a:p>
        </p:txBody>
      </p:sp>
      <p:pic>
        <p:nvPicPr>
          <p:cNvPr id="7" name="Picture 2" descr="C:\Users\lbass\Documents\SAP3\SAP3 cover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8" y="116632"/>
            <a:ext cx="2496277" cy="1872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82567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67" y="274638"/>
            <a:ext cx="10286933" cy="7780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pic>
        <p:nvPicPr>
          <p:cNvPr id="1026" name="Picture 2" descr="C:\Users\lbass\Documents\SAP3\SAP3 cover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8" y="116632"/>
            <a:ext cx="1271456" cy="953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1871531" y="6356351"/>
            <a:ext cx="8448939" cy="365125"/>
          </a:xfrm>
        </p:spPr>
        <p:txBody>
          <a:bodyPr/>
          <a:lstStyle/>
          <a:p>
            <a:r>
              <a:rPr lang="en-AU" dirty="0"/>
              <a:t>© Len Bass, Paul Clements, Rick </a:t>
            </a:r>
            <a:r>
              <a:rPr lang="en-AU" dirty="0" err="1"/>
              <a:t>Kazman</a:t>
            </a:r>
            <a:r>
              <a:rPr lang="en-AU" dirty="0"/>
              <a:t>, distributed under Creative Commons Attribution License</a:t>
            </a:r>
          </a:p>
        </p:txBody>
      </p:sp>
    </p:spTree>
    <p:extLst>
      <p:ext uri="{BB962C8B-B14F-4D97-AF65-F5344CB8AC3E}">
        <p14:creationId xmlns:p14="http://schemas.microsoft.com/office/powerpoint/2010/main" val="26956476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D9AFD-92D5-4F38-81E5-3FBC268DED4A}" type="datetime1">
              <a:rPr lang="en-AU" smtClean="0"/>
              <a:t>15/11/2025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 dirty="0"/>
              <a:t>© Len Bass, Paul Clements, Rick </a:t>
            </a:r>
            <a:r>
              <a:rPr lang="en-AU" dirty="0" err="1"/>
              <a:t>Kazman</a:t>
            </a:r>
            <a:r>
              <a:rPr lang="en-AU" dirty="0"/>
              <a:t>, distributed under Creative Commons Attribution License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C58C-0836-46C6-8F9A-AF87B5CA09C9}" type="slidenum">
              <a:rPr lang="en-AU" smtClean="0"/>
              <a:t>‹#›</a:t>
            </a:fld>
            <a:endParaRPr lang="en-AU"/>
          </a:p>
        </p:txBody>
      </p:sp>
      <p:pic>
        <p:nvPicPr>
          <p:cNvPr id="7" name="Picture 2" descr="C:\Users\lbass\Documents\SAP3\SAP3 cover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8" y="116632"/>
            <a:ext cx="2496277" cy="1872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05008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9456" y="274638"/>
            <a:ext cx="10382944" cy="7780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268760"/>
            <a:ext cx="5384800" cy="485740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268760"/>
            <a:ext cx="5384800" cy="485740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DA7F1-F5F6-4965-B98A-1EF216FC21E9}" type="datetime1">
              <a:rPr lang="en-AU" smtClean="0"/>
              <a:t>15/11/2025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 dirty="0"/>
              <a:t>© Len Bass, Paul Clements, Rick </a:t>
            </a:r>
            <a:r>
              <a:rPr lang="en-AU" dirty="0" err="1"/>
              <a:t>Kazman</a:t>
            </a:r>
            <a:r>
              <a:rPr lang="en-AU" dirty="0"/>
              <a:t>, distributed under Creative Commons Attribution License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C58C-0836-46C6-8F9A-AF87B5CA09C9}" type="slidenum">
              <a:rPr lang="en-AU" smtClean="0"/>
              <a:t>‹#›</a:t>
            </a:fld>
            <a:endParaRPr lang="en-AU"/>
          </a:p>
        </p:txBody>
      </p:sp>
      <p:pic>
        <p:nvPicPr>
          <p:cNvPr id="8" name="Picture 2" descr="C:\Users\lbass\Documents\SAP3\SAP3 cover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8" y="116632"/>
            <a:ext cx="1271456" cy="953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94859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67" y="274638"/>
            <a:ext cx="10286933" cy="77809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0951D-1B64-4AD7-951D-395C8B37DA62}" type="datetime1">
              <a:rPr lang="en-AU" smtClean="0"/>
              <a:t>15/11/2025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 dirty="0"/>
              <a:t>© Len Bass, Paul Clements, Rick </a:t>
            </a:r>
            <a:r>
              <a:rPr lang="en-AU" dirty="0" err="1"/>
              <a:t>Kazman</a:t>
            </a:r>
            <a:r>
              <a:rPr lang="en-AU" dirty="0"/>
              <a:t>, distributed under Creative Commons Attribution License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C58C-0836-46C6-8F9A-AF87B5CA09C9}" type="slidenum">
              <a:rPr lang="en-AU" smtClean="0"/>
              <a:t>‹#›</a:t>
            </a:fld>
            <a:endParaRPr lang="en-AU"/>
          </a:p>
        </p:txBody>
      </p:sp>
      <p:pic>
        <p:nvPicPr>
          <p:cNvPr id="10" name="Picture 2" descr="C:\Users\lbass\Documents\SAP3\SAP3 cover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8" y="116632"/>
            <a:ext cx="1271456" cy="953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914385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9456" y="274638"/>
            <a:ext cx="10382944" cy="7780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4D5B1-B0B7-4FEE-A636-82BBB8DC2F24}" type="datetime1">
              <a:rPr lang="en-AU" smtClean="0"/>
              <a:t>15/11/2025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 dirty="0"/>
              <a:t>©  Len Bass, Paul Clements, Rick </a:t>
            </a:r>
            <a:r>
              <a:rPr lang="en-AU" dirty="0" err="1"/>
              <a:t>Kazman</a:t>
            </a:r>
            <a:r>
              <a:rPr lang="en-AU" dirty="0"/>
              <a:t>, distributed under Creative Commons Attribution License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C58C-0836-46C6-8F9A-AF87B5CA09C9}" type="slidenum">
              <a:rPr lang="en-AU" smtClean="0"/>
              <a:t>‹#›</a:t>
            </a:fld>
            <a:endParaRPr lang="en-AU"/>
          </a:p>
        </p:txBody>
      </p:sp>
      <p:pic>
        <p:nvPicPr>
          <p:cNvPr id="6" name="Picture 2" descr="C:\Users\lbass\Documents\SAP3\SAP3 cover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8" y="116632"/>
            <a:ext cx="1271456" cy="953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240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3E332-3D0B-4932-A3B1-41A6E16690E0}" type="datetime1">
              <a:rPr lang="en-AU" smtClean="0"/>
              <a:t>15/11/2025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 dirty="0"/>
              <a:t>© Len Bass, Paul Clements, Rick </a:t>
            </a:r>
            <a:r>
              <a:rPr lang="en-AU" dirty="0" err="1"/>
              <a:t>Kazman</a:t>
            </a:r>
            <a:r>
              <a:rPr lang="en-AU" dirty="0"/>
              <a:t>, distributed under Creative Commons Attribution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C58C-0836-46C6-8F9A-AF87B5CA09C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147681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5EB9C4-EF48-4255-A3A3-972222EC13E9}" type="datetime1">
              <a:rPr lang="en-AU" smtClean="0"/>
              <a:t>15/11/2025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 dirty="0"/>
              <a:t>© Len Bass, Paul Clements, Rick </a:t>
            </a:r>
            <a:r>
              <a:rPr lang="en-AU" dirty="0" err="1"/>
              <a:t>Kazman</a:t>
            </a:r>
            <a:r>
              <a:rPr lang="en-AU" dirty="0"/>
              <a:t>, distributed under Creative Commons Attribution License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C58C-0836-46C6-8F9A-AF87B5CA09C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0650549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C94F8-BF1B-412F-A811-124AF48AB6BD}" type="datetime1">
              <a:rPr lang="en-AU" smtClean="0"/>
              <a:t>15/11/2025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 dirty="0"/>
              <a:t>© Len Bass, Paul Clements, Rick </a:t>
            </a:r>
            <a:r>
              <a:rPr lang="en-AU" dirty="0" err="1"/>
              <a:t>Kazman</a:t>
            </a:r>
            <a:r>
              <a:rPr lang="en-AU" dirty="0"/>
              <a:t>, distributed under Creative Commons Attribution License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C58C-0836-46C6-8F9A-AF87B5CA09C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6814559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8C8F9-EC1D-4BA9-A60E-999AFF963F40}" type="datetime1">
              <a:rPr lang="en-AU" smtClean="0"/>
              <a:t>15/11/2025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 dirty="0"/>
              <a:t>© Len Bass, Paul Clements, Rick </a:t>
            </a:r>
            <a:r>
              <a:rPr lang="en-AU" dirty="0" err="1"/>
              <a:t>Kazman</a:t>
            </a:r>
            <a:r>
              <a:rPr lang="en-AU" dirty="0"/>
              <a:t>, distributed under Creative Commons Attribution License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C58C-0836-46C6-8F9A-AF87B5CA09C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4930549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FB916B-826A-4DC1-AF36-AFE8D11DE3BA}" type="datetime1">
              <a:rPr lang="en-AU" smtClean="0"/>
              <a:t>15/11/2025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 dirty="0"/>
              <a:t>© Len Bass, Paul Clements, Rick </a:t>
            </a:r>
            <a:r>
              <a:rPr lang="en-AU" dirty="0" err="1"/>
              <a:t>Kazman</a:t>
            </a:r>
            <a:r>
              <a:rPr lang="en-AU" dirty="0"/>
              <a:t>, distributed under Creative Commons Attribution License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C58C-0836-46C6-8F9A-AF87B5CA09C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1751874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769F1-7FC7-4DD6-92C8-2AF29E5F9E3D}" type="datetimeFigureOut">
              <a:rPr lang="en-CA" smtClean="0"/>
              <a:t>2025-11-15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4324F-019B-4CB0-A984-F3FDED3275A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5223968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769F1-7FC7-4DD6-92C8-2AF29E5F9E3D}" type="datetimeFigureOut">
              <a:rPr lang="en-CA" smtClean="0"/>
              <a:t>2025-11-15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4324F-019B-4CB0-A984-F3FDED3275A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882683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769F1-7FC7-4DD6-92C8-2AF29E5F9E3D}" type="datetimeFigureOut">
              <a:rPr lang="en-CA" smtClean="0"/>
              <a:t>2025-11-15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4324F-019B-4CB0-A984-F3FDED3275A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9212259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769F1-7FC7-4DD6-92C8-2AF29E5F9E3D}" type="datetimeFigureOut">
              <a:rPr lang="en-CA" smtClean="0"/>
              <a:t>2025-11-15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4324F-019B-4CB0-A984-F3FDED3275A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992699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769F1-7FC7-4DD6-92C8-2AF29E5F9E3D}" type="datetimeFigureOut">
              <a:rPr lang="en-CA" smtClean="0"/>
              <a:t>2025-11-15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4324F-019B-4CB0-A984-F3FDED3275A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8345323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769F1-7FC7-4DD6-92C8-2AF29E5F9E3D}" type="datetimeFigureOut">
              <a:rPr lang="en-CA" smtClean="0"/>
              <a:t>2025-11-15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4324F-019B-4CB0-A984-F3FDED3275A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976768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769F1-7FC7-4DD6-92C8-2AF29E5F9E3D}" type="datetimeFigureOut">
              <a:rPr lang="en-CA" smtClean="0"/>
              <a:t>2025-11-15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4324F-019B-4CB0-A984-F3FDED3275A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1346901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769F1-7FC7-4DD6-92C8-2AF29E5F9E3D}" type="datetimeFigureOut">
              <a:rPr lang="en-CA" smtClean="0"/>
              <a:t>2025-11-15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4324F-019B-4CB0-A984-F3FDED3275A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8379013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769F1-7FC7-4DD6-92C8-2AF29E5F9E3D}" type="datetimeFigureOut">
              <a:rPr lang="en-CA" smtClean="0"/>
              <a:t>2025-11-15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4324F-019B-4CB0-A984-F3FDED3275A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7183376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769F1-7FC7-4DD6-92C8-2AF29E5F9E3D}" type="datetimeFigureOut">
              <a:rPr lang="en-CA" smtClean="0"/>
              <a:t>2025-11-15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4324F-019B-4CB0-A984-F3FDED3275A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6926544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769F1-7FC7-4DD6-92C8-2AF29E5F9E3D}" type="datetimeFigureOut">
              <a:rPr lang="en-CA" smtClean="0"/>
              <a:t>2025-11-15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4324F-019B-4CB0-A984-F3FDED3275A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0063244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0496D-BC14-4045-883C-E883712812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330A55-65FD-4B28-8E82-45BD749F83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D22EB5-14C5-4311-B0AC-CABA29331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5E7CF-93EC-4FBC-ACB3-1263E73F6CB3}" type="datetime1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691B60-5F69-4819-97C7-D23BB09DF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D40BA7-1A05-44F4-BA26-8DE67A896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A93A2-046E-4DE2-8DC8-437C9DCCFA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27659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FEC9D-0AC2-4DAF-927E-FE1C6A45F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944E5E-767B-4B81-B30A-3606B7B5F4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514928-CDA7-44C9-9A64-88354653FD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6B4B9-CF73-4261-A64E-D57D3430B9EF}" type="datetime1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9D83C-1A19-4570-AAC2-60A8C9013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45FBDF-6679-4CD4-83B9-33E3125C4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A93A2-046E-4DE2-8DC8-437C9DCCFA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1466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628D5-ED8C-4469-AA32-69FAD7925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C46F46-DFE5-4D22-800D-EC015A185D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1011C4-414F-4B38-9FE8-0CBD0E7B7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DC370-256A-4011-A061-003D0246C617}" type="datetime1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3CEA19-5F94-4D07-AD97-0D9C72756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E03D98-A96E-4767-9326-FB381DA00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A93A2-046E-4DE2-8DC8-437C9DCCFA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44544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87B5D-2AA0-4E04-8CD9-9307D660F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CB815-6513-4A7A-A9B2-18D25DDB2C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84C4BE-F1C6-42F1-A73C-FC8D19288B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2D90CF-9A3C-46EC-8704-37B4B3803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6F23B4-6E5F-4209-B120-D93F8F007B13}" type="datetime1">
              <a:rPr lang="en-US" smtClean="0"/>
              <a:t>11/15/25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DE6923-1E0E-43F3-8555-7C732692E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507AFB-4B62-4123-A945-D8CF3C18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A93A2-046E-4DE2-8DC8-437C9DCCFA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18192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C5744-B8FB-4865-AA9C-CEC201AF0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8FFA47-F0D9-4809-98FB-8D62645E85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241E31-C290-472D-888D-4406E1B061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260DCE-8706-4965-9178-CA171AAED8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B2803E-4F01-4EBC-92B3-06D327FA51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A53D8B-0DE7-490F-B3A8-BDEDEC20F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8E52A2-8DF8-4193-8E4B-E3685316F085}" type="datetime1">
              <a:rPr lang="en-US" smtClean="0"/>
              <a:t>11/15/25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710AC2-6ACE-443B-94A0-6866A8FA6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548567-6586-4E74-84D7-B64732B13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A93A2-046E-4DE2-8DC8-437C9DCCFA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63998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217D1-A6E4-422D-9C05-437AF0A70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2C69BD-92BF-456D-8558-0DF38225E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A5CBA-CE21-4784-A596-686DBCAD0F99}" type="datetime1">
              <a:rPr lang="en-US" smtClean="0"/>
              <a:t>11/15/25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37AF2E-652A-4905-ACF9-147DFACC84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ED6E69-EBAF-43F8-987D-168E9ACC2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A93A2-046E-4DE2-8DC8-437C9DCCFA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97615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858657-3E25-4B42-9E68-6781BDE6D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DED0A-4E24-4EDC-A325-39CB34A99970}" type="datetime1">
              <a:rPr lang="en-US" smtClean="0"/>
              <a:t>11/15/25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65FB94-DE5D-46EF-91FB-9B2DBDE23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FABC7F-2E30-463C-AA6B-13C9773B7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A93A2-046E-4DE2-8DC8-437C9DCCFA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51953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A9814-2AFF-4C42-82A9-FAD3B8CA9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567C4F-9BC7-4A13-90A9-7E8943A4B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33C5B-C68E-467B-853B-180CF4098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7BFAFE-8219-4D13-8307-390942761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F5796-5532-4D33-ACFC-B251FC74E1C1}" type="datetime1">
              <a:rPr lang="en-US" smtClean="0"/>
              <a:t>11/15/25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6AE889-B810-4AD2-8916-6F13CB56D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AA16CF-6585-495C-9CD7-D0BCFE5FB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A93A2-046E-4DE2-8DC8-437C9DCCFA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93760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89F79-E960-44C2-8FF6-B525B014F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989C9FB-9851-43C4-BAE4-06D0C86C23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5F311E-B4EF-43EA-9E39-3033BAB392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97E07E-44F0-4632-822A-F6DF41EED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F133-C7B6-488A-93E0-A0E1903BCB61}" type="datetime1">
              <a:rPr lang="en-US" smtClean="0"/>
              <a:t>11/15/25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E0F2CA-D46F-4B54-8CC0-3E479329C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1CE70A-C5C7-407D-A612-243497EA9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A93A2-046E-4DE2-8DC8-437C9DCCFA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6084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09C1A-EEE6-44C5-A53E-4B5E79AB2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0E8103-7BE5-44E9-B3D9-AD26296624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AF122E-2062-4737-80B9-BA4C737F2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93DD2-8C95-4B52-B4A5-1A22E6AAEF13}" type="datetime1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3179B3-C729-497A-98F0-44EBC203E8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EF0498-813E-4C8B-8AB3-1BCB8B9D6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A93A2-046E-4DE2-8DC8-437C9DCCFA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37021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68DBA8-D028-4753-AD85-186ECAC123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B0ABA8-A965-489C-B458-354955FF2B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938479-237C-4336-B0FF-4FF64EBC2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C005D6-5038-4D11-BA09-BDE30612B5A4}" type="datetime1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572CFA-903E-449A-8F1F-71E9F906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35BDA2-BD33-45F6-98A9-6DA185C87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A93A2-046E-4DE2-8DC8-437C9DCCFA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65208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8468" y="6350"/>
            <a:ext cx="12158133" cy="68326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1350"/>
          </a:p>
        </p:txBody>
      </p:sp>
      <p:sp>
        <p:nvSpPr>
          <p:cNvPr id="5" name="Date Placeholder 3"/>
          <p:cNvSpPr txBox="1">
            <a:spLocks noGrp="1"/>
          </p:cNvSpPr>
          <p:nvPr userDrawn="1"/>
        </p:nvSpPr>
        <p:spPr bwMode="auto">
          <a:xfrm>
            <a:off x="1936751" y="6527800"/>
            <a:ext cx="6974416" cy="344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69056" tIns="34529" rIns="69056" bIns="34529" anchor="ctr"/>
          <a:lstStyle/>
          <a:p>
            <a:pPr algn="ctr">
              <a:defRPr/>
            </a:pPr>
            <a:r>
              <a:rPr lang="en-US" sz="675" dirty="0">
                <a:solidFill>
                  <a:srgbClr val="000000"/>
                </a:solidFill>
                <a:latin typeface="Arial Black" pitchFamily="34" charset="0"/>
              </a:rPr>
              <a:t>Software Testing and QA </a:t>
            </a:r>
            <a:r>
              <a:rPr lang="en-US" sz="675" dirty="0">
                <a:solidFill>
                  <a:srgbClr val="000000"/>
                </a:solidFill>
                <a:latin typeface="Comic Sans MS" pitchFamily="66" charset="0"/>
              </a:rPr>
              <a:t>Theory and Practice</a:t>
            </a:r>
            <a:r>
              <a:rPr lang="en-US" sz="675" dirty="0">
                <a:solidFill>
                  <a:srgbClr val="000000"/>
                </a:solidFill>
              </a:rPr>
              <a:t> </a:t>
            </a:r>
            <a:endParaRPr lang="en-US" sz="675" dirty="0">
              <a:solidFill>
                <a:srgbClr val="000000"/>
              </a:solidFill>
              <a:latin typeface="Arial" pitchFamily="34" charset="0"/>
            </a:endParaRPr>
          </a:p>
        </p:txBody>
      </p:sp>
      <p:sp>
        <p:nvSpPr>
          <p:cNvPr id="6" name="Footer Placeholder 4"/>
          <p:cNvSpPr txBox="1">
            <a:spLocks noGrp="1"/>
          </p:cNvSpPr>
          <p:nvPr userDrawn="1"/>
        </p:nvSpPr>
        <p:spPr bwMode="auto">
          <a:xfrm>
            <a:off x="9865784" y="6586538"/>
            <a:ext cx="1769533" cy="227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69056" tIns="34529" rIns="69056" bIns="34529" anchor="ctr"/>
          <a:lstStyle/>
          <a:p>
            <a:pPr algn="ctr">
              <a:defRPr/>
            </a:pPr>
            <a:r>
              <a:rPr lang="en-US" sz="675">
                <a:solidFill>
                  <a:srgbClr val="000000"/>
                </a:solidFill>
              </a:rPr>
              <a:t>© Naik &amp; Tripathy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8879616-8B1C-41ED-8388-228B68DCD00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724612"/>
      </p:ext>
    </p:extLst>
  </p:cSld>
  <p:clrMapOvr>
    <a:masterClrMapping/>
  </p:clrMapOvr>
  <p:transition spd="med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8468" y="6350"/>
            <a:ext cx="12158133" cy="68326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1350"/>
          </a:p>
        </p:txBody>
      </p:sp>
      <p:sp>
        <p:nvSpPr>
          <p:cNvPr id="5" name="Date Placeholder 3"/>
          <p:cNvSpPr txBox="1">
            <a:spLocks noGrp="1"/>
          </p:cNvSpPr>
          <p:nvPr userDrawn="1"/>
        </p:nvSpPr>
        <p:spPr bwMode="auto">
          <a:xfrm>
            <a:off x="1936751" y="6527800"/>
            <a:ext cx="6974416" cy="344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69056" tIns="34529" rIns="69056" bIns="34529" anchor="ctr"/>
          <a:lstStyle/>
          <a:p>
            <a:pPr algn="ctr">
              <a:defRPr/>
            </a:pPr>
            <a:r>
              <a:rPr lang="en-US" sz="675" dirty="0">
                <a:solidFill>
                  <a:srgbClr val="000000"/>
                </a:solidFill>
                <a:latin typeface="Arial Black" pitchFamily="34" charset="0"/>
              </a:rPr>
              <a:t>Software Testing and QA </a:t>
            </a:r>
            <a:r>
              <a:rPr lang="en-US" sz="675" dirty="0">
                <a:solidFill>
                  <a:srgbClr val="000000"/>
                </a:solidFill>
                <a:latin typeface="Comic Sans MS" pitchFamily="66" charset="0"/>
              </a:rPr>
              <a:t>Theory and Practice</a:t>
            </a:r>
            <a:endParaRPr lang="en-US" sz="675" dirty="0">
              <a:solidFill>
                <a:srgbClr val="000000"/>
              </a:solidFill>
              <a:latin typeface="Arial" pitchFamily="34" charset="0"/>
            </a:endParaRPr>
          </a:p>
        </p:txBody>
      </p:sp>
      <p:sp>
        <p:nvSpPr>
          <p:cNvPr id="6" name="Footer Placeholder 4"/>
          <p:cNvSpPr txBox="1">
            <a:spLocks noGrp="1"/>
          </p:cNvSpPr>
          <p:nvPr userDrawn="1"/>
        </p:nvSpPr>
        <p:spPr bwMode="auto">
          <a:xfrm>
            <a:off x="9865784" y="6586538"/>
            <a:ext cx="1769533" cy="227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69056" tIns="34529" rIns="69056" bIns="34529" anchor="ctr"/>
          <a:lstStyle/>
          <a:p>
            <a:pPr algn="ctr">
              <a:defRPr/>
            </a:pPr>
            <a:r>
              <a:rPr lang="en-US" sz="675">
                <a:solidFill>
                  <a:srgbClr val="000000"/>
                </a:solidFill>
              </a:rPr>
              <a:t>© Naik &amp; Tripathy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39E2EFA-D603-47EA-8839-174AA0B00B3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61455"/>
      </p:ext>
    </p:extLst>
  </p:cSld>
  <p:clrMapOvr>
    <a:masterClrMapping/>
  </p:clrMapOvr>
  <p:transition spd="med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9_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8468" y="6350"/>
            <a:ext cx="12158133" cy="68326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1350"/>
          </a:p>
        </p:txBody>
      </p:sp>
      <p:sp>
        <p:nvSpPr>
          <p:cNvPr id="5" name="Date Placeholder 3"/>
          <p:cNvSpPr txBox="1">
            <a:spLocks noGrp="1"/>
          </p:cNvSpPr>
          <p:nvPr userDrawn="1"/>
        </p:nvSpPr>
        <p:spPr bwMode="auto">
          <a:xfrm>
            <a:off x="1936751" y="6527800"/>
            <a:ext cx="6974416" cy="344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69056" tIns="34529" rIns="69056" bIns="34529" anchor="ctr"/>
          <a:lstStyle/>
          <a:p>
            <a:pPr algn="ctr">
              <a:defRPr/>
            </a:pPr>
            <a:r>
              <a:rPr lang="en-US" sz="675" dirty="0">
                <a:solidFill>
                  <a:srgbClr val="000000"/>
                </a:solidFill>
                <a:latin typeface="Arial Black" pitchFamily="34" charset="0"/>
              </a:rPr>
              <a:t>Software Testing and QA </a:t>
            </a:r>
            <a:r>
              <a:rPr lang="en-US" sz="675" dirty="0">
                <a:solidFill>
                  <a:srgbClr val="000000"/>
                </a:solidFill>
                <a:latin typeface="Comic Sans MS" pitchFamily="66" charset="0"/>
              </a:rPr>
              <a:t>Theory and Practice</a:t>
            </a:r>
            <a:endParaRPr lang="en-US" sz="675" dirty="0">
              <a:solidFill>
                <a:srgbClr val="000000"/>
              </a:solidFill>
              <a:latin typeface="Arial" pitchFamily="34" charset="0"/>
            </a:endParaRPr>
          </a:p>
        </p:txBody>
      </p:sp>
      <p:sp>
        <p:nvSpPr>
          <p:cNvPr id="6" name="Footer Placeholder 4"/>
          <p:cNvSpPr txBox="1">
            <a:spLocks noGrp="1"/>
          </p:cNvSpPr>
          <p:nvPr userDrawn="1"/>
        </p:nvSpPr>
        <p:spPr bwMode="auto">
          <a:xfrm>
            <a:off x="9865784" y="6586538"/>
            <a:ext cx="1769533" cy="227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69056" tIns="34529" rIns="69056" bIns="34529" anchor="ctr"/>
          <a:lstStyle/>
          <a:p>
            <a:pPr algn="ctr">
              <a:defRPr/>
            </a:pPr>
            <a:r>
              <a:rPr lang="en-US" sz="675">
                <a:solidFill>
                  <a:srgbClr val="000000"/>
                </a:solidFill>
              </a:rPr>
              <a:t>© Naik &amp; Tripathy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81FCB-A0DC-4CBE-8A15-0FE0B9EA6D8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749797"/>
      </p:ext>
    </p:extLst>
  </p:cSld>
  <p:clrMapOvr>
    <a:masterClrMapping/>
  </p:clrMapOvr>
  <p:transition spd="med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1_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8468" y="6350"/>
            <a:ext cx="12158133" cy="68326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1350"/>
          </a:p>
        </p:txBody>
      </p:sp>
      <p:sp>
        <p:nvSpPr>
          <p:cNvPr id="5" name="Date Placeholder 3"/>
          <p:cNvSpPr txBox="1">
            <a:spLocks noGrp="1"/>
          </p:cNvSpPr>
          <p:nvPr userDrawn="1"/>
        </p:nvSpPr>
        <p:spPr bwMode="auto">
          <a:xfrm>
            <a:off x="1936751" y="6527800"/>
            <a:ext cx="6974416" cy="344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69056" tIns="34529" rIns="69056" bIns="34529" anchor="ctr"/>
          <a:lstStyle/>
          <a:p>
            <a:pPr algn="ctr">
              <a:defRPr/>
            </a:pPr>
            <a:r>
              <a:rPr lang="en-US" sz="675" dirty="0">
                <a:solidFill>
                  <a:srgbClr val="000000"/>
                </a:solidFill>
                <a:latin typeface="Arial Black" pitchFamily="34" charset="0"/>
              </a:rPr>
              <a:t>Software Testing and QA </a:t>
            </a:r>
            <a:r>
              <a:rPr lang="en-US" sz="675" dirty="0">
                <a:solidFill>
                  <a:srgbClr val="000000"/>
                </a:solidFill>
                <a:latin typeface="Comic Sans MS" pitchFamily="66" charset="0"/>
              </a:rPr>
              <a:t>Theory and Practice</a:t>
            </a:r>
            <a:endParaRPr lang="en-US" sz="675" dirty="0">
              <a:solidFill>
                <a:srgbClr val="000000"/>
              </a:solidFill>
              <a:latin typeface="Arial" pitchFamily="34" charset="0"/>
            </a:endParaRPr>
          </a:p>
        </p:txBody>
      </p:sp>
      <p:sp>
        <p:nvSpPr>
          <p:cNvPr id="6" name="Footer Placeholder 4"/>
          <p:cNvSpPr txBox="1">
            <a:spLocks noGrp="1"/>
          </p:cNvSpPr>
          <p:nvPr userDrawn="1"/>
        </p:nvSpPr>
        <p:spPr bwMode="auto">
          <a:xfrm>
            <a:off x="9865784" y="6586538"/>
            <a:ext cx="1769533" cy="227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69056" tIns="34529" rIns="69056" bIns="34529" anchor="ctr"/>
          <a:lstStyle/>
          <a:p>
            <a:pPr algn="ctr">
              <a:defRPr/>
            </a:pPr>
            <a:r>
              <a:rPr lang="en-US" sz="675">
                <a:solidFill>
                  <a:srgbClr val="000000"/>
                </a:solidFill>
              </a:rPr>
              <a:t>© Naik &amp; Tripathy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3F68CC-D6EC-43F1-A061-B0D8748F73D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490213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13" Type="http://schemas.openxmlformats.org/officeDocument/2006/relationships/slideLayout" Target="../slideLayouts/slideLayout46.xml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5.xml"/><Relationship Id="rId2" Type="http://schemas.openxmlformats.org/officeDocument/2006/relationships/slideLayout" Target="../slideLayouts/slideLayout35.xml"/><Relationship Id="rId16" Type="http://schemas.openxmlformats.org/officeDocument/2006/relationships/theme" Target="../theme/theme4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5" Type="http://schemas.openxmlformats.org/officeDocument/2006/relationships/slideLayout" Target="../slideLayouts/slideLayout48.xml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14" Type="http://schemas.openxmlformats.org/officeDocument/2006/relationships/slideLayout" Target="../slideLayouts/slideLayout4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F3DF3D-3D43-5454-3982-28A8AC3C4B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BF2FFC-8267-B91A-39BE-0335BB17A9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918891-DE22-8906-9A88-0CBE3AAA48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E5484D-878E-45E3-81B9-C5955936CA56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D9C970-B0A4-1587-1E12-5CB63D8503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74B069-BC09-DB09-4711-0F39FEEABC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8AB40-E278-4AB9-958A-05A84EEF8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6584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7780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68760"/>
            <a:ext cx="10972800" cy="48574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C3DB84-98FB-4B92-9E59-12D7CC27F3EE}" type="datetime1">
              <a:rPr lang="en-AU" smtClean="0"/>
              <a:t>15/11/2025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AU" dirty="0"/>
              <a:t>© Len Bass</a:t>
            </a:r>
            <a:r>
              <a:rPr lang="en-AU"/>
              <a:t>, Paul </a:t>
            </a:r>
            <a:r>
              <a:rPr lang="en-AU" dirty="0"/>
              <a:t>Clements, Rick </a:t>
            </a:r>
            <a:r>
              <a:rPr lang="en-AU" dirty="0" err="1"/>
              <a:t>Kazman</a:t>
            </a:r>
            <a:r>
              <a:rPr lang="en-AU" dirty="0"/>
              <a:t>, distributed under Creative Commons Attribution License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E8C58C-0836-46C6-8F9A-AF87B5CA09C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06863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dt="0"/>
  <p:txStyles>
    <p:titleStyle>
      <a:lvl1pPr algn="ctr" defTabSz="914400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C769F1-7FC7-4DD6-92C8-2AF29E5F9E3D}" type="datetimeFigureOut">
              <a:rPr lang="en-CA" smtClean="0"/>
              <a:t>2025-11-15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C4324F-019B-4CB0-A984-F3FDED3275A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33745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74AAAEE-1EAA-4129-9128-EF3B37AE5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F7C63F-8A55-4658-AF3C-E24671C835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E8B23-6358-43A4-9B08-4BCBB9292D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37CEF7-F4FD-4230-8BFC-D4C27453583B}" type="datetime1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CAFD0D-EBA3-4BED-9EC0-4E8E452ABB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96EF3F-31B2-4FF8-8B78-77F1971CE1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9A93A2-046E-4DE2-8DC8-437C9DCCFA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240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  <p:sldLayoutId id="2147483721" r:id="rId13"/>
    <p:sldLayoutId id="2147483722" r:id="rId14"/>
    <p:sldLayoutId id="2147483723" r:id="rId15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5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Top view of a circular staircase">
            <a:extLst>
              <a:ext uri="{FF2B5EF4-FFF2-40B4-BE49-F238E27FC236}">
                <a16:creationId xmlns:a16="http://schemas.microsoft.com/office/drawing/2014/main" id="{F104D603-EABE-111A-5DB0-454865CA9D6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</a:blip>
          <a:srcRect t="15174" b="556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en-AU" dirty="0">
                <a:solidFill>
                  <a:srgbClr val="FFFFFF"/>
                </a:solidFill>
              </a:rPr>
              <a:t>SOFTWARE ENGINEERING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en-AU" dirty="0">
                <a:solidFill>
                  <a:srgbClr val="FFFFFF"/>
                </a:solidFill>
              </a:rPr>
              <a:t>More on Software Architecture by Prof. Mohamad Kassab</a:t>
            </a:r>
          </a:p>
          <a:p>
            <a:r>
              <a:rPr lang="en-AU" dirty="0">
                <a:solidFill>
                  <a:srgbClr val="FFFFFF"/>
                </a:solidFill>
              </a:rPr>
              <a:t>Leonidas Kontothanassis   </a:t>
            </a:r>
            <a:r>
              <a:rPr lang="en-AU" dirty="0" err="1">
                <a:solidFill>
                  <a:srgbClr val="FFFFFF"/>
                </a:solidFill>
              </a:rPr>
              <a:t>kthanasi@bu.edu</a:t>
            </a:r>
            <a:endParaRPr lang="en-AU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35391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577" name="Flowchart: Document 621576">
            <a:extLst>
              <a:ext uri="{FF2B5EF4-FFF2-40B4-BE49-F238E27FC236}">
                <a16:creationId xmlns:a16="http://schemas.microsoft.com/office/drawing/2014/main" id="{D12DDE76-C203-4047-9998-63900085B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8175" y="0"/>
            <a:ext cx="3248025" cy="3400426"/>
          </a:xfrm>
          <a:prstGeom prst="flowChartDocument">
            <a:avLst/>
          </a:prstGeom>
          <a:solidFill>
            <a:srgbClr val="5566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71162"/>
            <a:ext cx="2840182" cy="237114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Building Automation System (BAS) – Case Study</a:t>
            </a:r>
          </a:p>
        </p:txBody>
      </p:sp>
      <p:pic>
        <p:nvPicPr>
          <p:cNvPr id="6215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207933" y="669452"/>
            <a:ext cx="7347537" cy="5520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926476" y="6356350"/>
            <a:ext cx="625443" cy="365125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DC0C279C-E702-4B81-9AF3-1F50BC1688C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80806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sz="5400" dirty="0"/>
              <a:t>Architectural Drivers </a:t>
            </a:r>
          </a:p>
        </p:txBody>
      </p:sp>
      <p:sp>
        <p:nvSpPr>
          <p:cNvPr id="25607" name="Rectangle 3"/>
          <p:cNvSpPr>
            <a:spLocks noGrp="1" noChangeArrowheads="1"/>
          </p:cNvSpPr>
          <p:nvPr>
            <p:ph idx="1"/>
          </p:nvPr>
        </p:nvSpPr>
        <p:spPr>
          <a:xfrm>
            <a:off x="488515" y="2146699"/>
            <a:ext cx="8693585" cy="1168003"/>
          </a:xfrm>
        </p:spPr>
        <p:txBody>
          <a:bodyPr>
            <a:normAutofit fontScale="77500" lnSpcReduction="20000"/>
          </a:bodyPr>
          <a:lstStyle/>
          <a:p>
            <a:pPr eaLnBrk="1" hangingPunct="1"/>
            <a:r>
              <a:rPr lang="en-US" dirty="0"/>
              <a:t>Architectural drivers are requirements that will shape the software architecture</a:t>
            </a:r>
          </a:p>
          <a:p>
            <a:pPr eaLnBrk="1" hangingPunct="1"/>
            <a:r>
              <a:rPr lang="en-US" dirty="0"/>
              <a:t>Architectural drivers include: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2895600" y="3714756"/>
            <a:ext cx="2228850" cy="622698"/>
            <a:chOff x="336" y="2640"/>
            <a:chExt cx="1872" cy="523"/>
          </a:xfrm>
        </p:grpSpPr>
        <p:sp>
          <p:nvSpPr>
            <p:cNvPr id="25616" name="Text Box 5"/>
            <p:cNvSpPr txBox="1">
              <a:spLocks noChangeArrowheads="1"/>
            </p:cNvSpPr>
            <p:nvPr/>
          </p:nvSpPr>
          <p:spPr bwMode="auto">
            <a:xfrm>
              <a:off x="336" y="2640"/>
              <a:ext cx="1392" cy="52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68571" tIns="34286" rIns="68571" bIns="34286">
              <a:spAutoFit/>
            </a:bodyPr>
            <a:lstStyle/>
            <a:p>
              <a:pPr marL="0" marR="0" lvl="0" indent="0" algn="r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Functional Requirements </a:t>
              </a:r>
            </a:p>
          </p:txBody>
        </p:sp>
        <p:sp>
          <p:nvSpPr>
            <p:cNvPr id="25617" name="AutoShape 6"/>
            <p:cNvSpPr>
              <a:spLocks noChangeArrowheads="1"/>
            </p:cNvSpPr>
            <p:nvPr/>
          </p:nvSpPr>
          <p:spPr bwMode="auto">
            <a:xfrm>
              <a:off x="1776" y="2784"/>
              <a:ext cx="432" cy="240"/>
            </a:xfrm>
            <a:prstGeom prst="rightArrow">
              <a:avLst>
                <a:gd name="adj1" fmla="val 50000"/>
                <a:gd name="adj2" fmla="val 45000"/>
              </a:avLst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3" name="Group 7"/>
          <p:cNvGrpSpPr>
            <a:grpSpLocks/>
          </p:cNvGrpSpPr>
          <p:nvPr/>
        </p:nvGrpSpPr>
        <p:grpSpPr bwMode="auto">
          <a:xfrm>
            <a:off x="6781800" y="3886201"/>
            <a:ext cx="2571750" cy="346472"/>
            <a:chOff x="3600" y="2784"/>
            <a:chExt cx="2160" cy="291"/>
          </a:xfrm>
        </p:grpSpPr>
        <p:sp>
          <p:nvSpPr>
            <p:cNvPr id="25614" name="Text Box 8"/>
            <p:cNvSpPr txBox="1">
              <a:spLocks noChangeArrowheads="1"/>
            </p:cNvSpPr>
            <p:nvPr/>
          </p:nvSpPr>
          <p:spPr bwMode="auto">
            <a:xfrm>
              <a:off x="4032" y="2784"/>
              <a:ext cx="1728" cy="2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68571" tIns="34286" rIns="68571" bIns="34286">
              <a:spAutoFit/>
            </a:bodyPr>
            <a:lstStyle/>
            <a:p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Quality Attributes</a:t>
              </a:r>
            </a:p>
          </p:txBody>
        </p:sp>
        <p:sp>
          <p:nvSpPr>
            <p:cNvPr id="25615" name="AutoShape 9"/>
            <p:cNvSpPr>
              <a:spLocks noChangeArrowheads="1"/>
            </p:cNvSpPr>
            <p:nvPr/>
          </p:nvSpPr>
          <p:spPr bwMode="auto">
            <a:xfrm flipH="1">
              <a:off x="3600" y="2784"/>
              <a:ext cx="432" cy="240"/>
            </a:xfrm>
            <a:prstGeom prst="rightArrow">
              <a:avLst>
                <a:gd name="adj1" fmla="val 50000"/>
                <a:gd name="adj2" fmla="val 45000"/>
              </a:avLst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" name="Group 10"/>
          <p:cNvGrpSpPr>
            <a:grpSpLocks/>
          </p:cNvGrpSpPr>
          <p:nvPr/>
        </p:nvGrpSpPr>
        <p:grpSpPr bwMode="auto">
          <a:xfrm>
            <a:off x="5295900" y="4686301"/>
            <a:ext cx="1314450" cy="860822"/>
            <a:chOff x="2352" y="3456"/>
            <a:chExt cx="1104" cy="723"/>
          </a:xfrm>
        </p:grpSpPr>
        <p:sp>
          <p:nvSpPr>
            <p:cNvPr id="25612" name="Text Box 11"/>
            <p:cNvSpPr txBox="1">
              <a:spLocks noChangeArrowheads="1"/>
            </p:cNvSpPr>
            <p:nvPr/>
          </p:nvSpPr>
          <p:spPr bwMode="auto">
            <a:xfrm>
              <a:off x="2352" y="3888"/>
              <a:ext cx="1104" cy="2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68571" tIns="34286" rIns="68571" bIns="34286">
              <a:spAutoFit/>
            </a:bodyPr>
            <a:lstStyle/>
            <a:p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Constraints</a:t>
              </a:r>
            </a:p>
          </p:txBody>
        </p:sp>
        <p:sp>
          <p:nvSpPr>
            <p:cNvPr id="25613" name="AutoShape 12"/>
            <p:cNvSpPr>
              <a:spLocks noChangeArrowheads="1"/>
            </p:cNvSpPr>
            <p:nvPr/>
          </p:nvSpPr>
          <p:spPr bwMode="auto">
            <a:xfrm rot="-5400000">
              <a:off x="2688" y="3552"/>
              <a:ext cx="432" cy="240"/>
            </a:xfrm>
            <a:prstGeom prst="rightArrow">
              <a:avLst>
                <a:gd name="adj1" fmla="val 50000"/>
                <a:gd name="adj2" fmla="val 45000"/>
              </a:avLst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89101" name="Oval 13"/>
          <p:cNvSpPr>
            <a:spLocks noChangeArrowheads="1"/>
          </p:cNvSpPr>
          <p:nvPr/>
        </p:nvSpPr>
        <p:spPr bwMode="auto">
          <a:xfrm>
            <a:off x="5124450" y="3486150"/>
            <a:ext cx="1657350" cy="1200150"/>
          </a:xfrm>
          <a:prstGeom prst="ellipse">
            <a:avLst/>
          </a:prstGeom>
          <a:gradFill rotWithShape="1">
            <a:gsLst>
              <a:gs pos="0">
                <a:schemeClr val="accent2">
                  <a:gamma/>
                  <a:shade val="0"/>
                  <a:invGamma/>
                </a:schemeClr>
              </a:gs>
              <a:gs pos="50000">
                <a:schemeClr val="accent2"/>
              </a:gs>
              <a:gs pos="100000">
                <a:schemeClr val="accent2">
                  <a:gamma/>
                  <a:shade val="0"/>
                  <a:invGamma/>
                </a:schemeClr>
              </a:gs>
            </a:gsLst>
            <a:lin ang="5400000" scaled="1"/>
          </a:gra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lIns="68571" tIns="34286" rIns="68571" bIns="34286" anchor="ctr"/>
          <a:lstStyle/>
          <a:p>
            <a:pPr marL="0" marR="0" lvl="0" indent="0" algn="ct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Software</a:t>
            </a:r>
          </a:p>
          <a:p>
            <a:pPr marL="0" marR="0" lvl="0" indent="0" algn="ct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Architecture</a:t>
            </a:r>
          </a:p>
        </p:txBody>
      </p:sp>
    </p:spTree>
    <p:extLst>
      <p:ext uri="{BB962C8B-B14F-4D97-AF65-F5344CB8AC3E}">
        <p14:creationId xmlns:p14="http://schemas.microsoft.com/office/powerpoint/2010/main" val="2146364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67" y="274638"/>
            <a:ext cx="10286933" cy="778098"/>
          </a:xfrm>
        </p:spPr>
        <p:txBody>
          <a:bodyPr anchor="ctr">
            <a:normAutofit/>
          </a:bodyPr>
          <a:lstStyle/>
          <a:p>
            <a:r>
              <a:rPr lang="en-US" dirty="0"/>
              <a:t>Architectural Drivers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871531" y="6356351"/>
            <a:ext cx="8448939" cy="365125"/>
          </a:xfrm>
        </p:spPr>
        <p:txBody>
          <a:bodyPr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© Len Bass, Paul Clements, Rick Kazman, distributed under Creative Commons Attribution License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1351209" y="1268760"/>
          <a:ext cx="9489584" cy="4857404"/>
        </p:xfrm>
        <a:graphic>
          <a:graphicData uri="http://schemas.openxmlformats.org/drawingml/2006/table">
            <a:tbl>
              <a:tblPr firstRow="1" bandRow="1"/>
              <a:tblGrid>
                <a:gridCol w="10933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646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316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98332">
                <a:tc gridSpan="3">
                  <a:txBody>
                    <a:bodyPr/>
                    <a:lstStyle/>
                    <a:p>
                      <a:pPr algn="ctr"/>
                      <a:r>
                        <a:rPr lang="en-US" sz="2800">
                          <a:solidFill>
                            <a:srgbClr val="FFFFFF"/>
                          </a:solidFill>
                          <a:effectLst/>
                        </a:rPr>
                        <a:t>Architectural Drivers for the Building Automation System</a:t>
                      </a:r>
                    </a:p>
                  </a:txBody>
                  <a:tcPr marL="91363" marR="91363" marT="152273" marB="15227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512">
                <a:tc>
                  <a:txBody>
                    <a:bodyPr/>
                    <a:lstStyle/>
                    <a:p>
                      <a:pPr algn="ctr"/>
                      <a:r>
                        <a:rPr lang="en-US" sz="2800">
                          <a:solidFill>
                            <a:srgbClr val="FFFFFF"/>
                          </a:solidFill>
                          <a:effectLst/>
                        </a:rPr>
                        <a:t>#</a:t>
                      </a:r>
                    </a:p>
                  </a:txBody>
                  <a:tcPr marL="91363" marR="91363" marT="91363" marB="9136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8B8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>
                          <a:solidFill>
                            <a:srgbClr val="FFFFFF"/>
                          </a:solidFill>
                          <a:effectLst/>
                        </a:rPr>
                        <a:t>Architectural Driver</a:t>
                      </a:r>
                    </a:p>
                  </a:txBody>
                  <a:tcPr marL="91363" marR="91363" marT="91363" marB="9136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8B8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>
                          <a:solidFill>
                            <a:srgbClr val="FFFFFF"/>
                          </a:solidFill>
                          <a:effectLst/>
                        </a:rPr>
                        <a:t>Priority</a:t>
                      </a:r>
                    </a:p>
                  </a:txBody>
                  <a:tcPr marL="91363" marR="91363" marT="91363" marB="9136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8B8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512">
                <a:tc>
                  <a:txBody>
                    <a:bodyPr/>
                    <a:lstStyle/>
                    <a:p>
                      <a:pPr algn="ctr"/>
                      <a:r>
                        <a:rPr lang="en-US" sz="2800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</a:p>
                  </a:txBody>
                  <a:tcPr marL="91363" marR="91363" marT="91363" marB="9136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>
                          <a:effectLst/>
                        </a:rPr>
                        <a:t>Support for adding new field device</a:t>
                      </a:r>
                    </a:p>
                  </a:txBody>
                  <a:tcPr marL="45681" marR="45681" marT="45681" marB="45681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>
                          <a:effectLst/>
                        </a:rPr>
                        <a:t>(H, H)</a:t>
                      </a:r>
                    </a:p>
                  </a:txBody>
                  <a:tcPr marL="45681" marR="45681" marT="45681" marB="45681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512">
                <a:tc>
                  <a:txBody>
                    <a:bodyPr/>
                    <a:lstStyle/>
                    <a:p>
                      <a:pPr algn="ctr"/>
                      <a:r>
                        <a:rPr lang="en-US" sz="2800">
                          <a:solidFill>
                            <a:srgbClr val="000000"/>
                          </a:solidFill>
                          <a:effectLst/>
                        </a:rPr>
                        <a:t>2</a:t>
                      </a:r>
                    </a:p>
                  </a:txBody>
                  <a:tcPr marL="91363" marR="91363" marT="91363" marB="9136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effectLst/>
                        </a:rPr>
                        <a:t>International language support</a:t>
                      </a:r>
                    </a:p>
                  </a:txBody>
                  <a:tcPr marL="45681" marR="45681" marT="45681" marB="45681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>
                          <a:effectLst/>
                        </a:rPr>
                        <a:t>(H, M)</a:t>
                      </a:r>
                    </a:p>
                  </a:txBody>
                  <a:tcPr marL="45681" marR="45681" marT="45681" marB="45681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6512">
                <a:tc>
                  <a:txBody>
                    <a:bodyPr/>
                    <a:lstStyle/>
                    <a:p>
                      <a:pPr algn="ctr"/>
                      <a:r>
                        <a:rPr lang="en-US" sz="2800">
                          <a:solidFill>
                            <a:srgbClr val="000000"/>
                          </a:solidFill>
                          <a:effectLst/>
                        </a:rPr>
                        <a:t>3</a:t>
                      </a:r>
                    </a:p>
                  </a:txBody>
                  <a:tcPr marL="91363" marR="91363" marT="91363" marB="9136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effectLst/>
                        </a:rPr>
                        <a:t>Non-standard unit support</a:t>
                      </a:r>
                    </a:p>
                  </a:txBody>
                  <a:tcPr marL="45681" marR="45681" marT="45681" marB="45681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>
                          <a:effectLst/>
                        </a:rPr>
                        <a:t>(H, M)</a:t>
                      </a:r>
                    </a:p>
                  </a:txBody>
                  <a:tcPr marL="45681" marR="45681" marT="45681" marB="45681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512">
                <a:tc>
                  <a:txBody>
                    <a:bodyPr/>
                    <a:lstStyle/>
                    <a:p>
                      <a:pPr algn="ctr"/>
                      <a:r>
                        <a:rPr lang="en-US" sz="2800">
                          <a:solidFill>
                            <a:srgbClr val="000000"/>
                          </a:solidFill>
                          <a:effectLst/>
                        </a:rPr>
                        <a:t>4</a:t>
                      </a:r>
                    </a:p>
                  </a:txBody>
                  <a:tcPr marL="91363" marR="91363" marT="91363" marB="9136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effectLst/>
                        </a:rPr>
                        <a:t>Latency of alarm propagation</a:t>
                      </a:r>
                    </a:p>
                  </a:txBody>
                  <a:tcPr marL="45681" marR="45681" marT="45681" marB="45681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>
                          <a:effectLst/>
                        </a:rPr>
                        <a:t>(H, H)</a:t>
                      </a:r>
                    </a:p>
                  </a:txBody>
                  <a:tcPr marL="45681" marR="45681" marT="45681" marB="45681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6512">
                <a:tc>
                  <a:txBody>
                    <a:bodyPr/>
                    <a:lstStyle/>
                    <a:p>
                      <a:pPr algn="ctr"/>
                      <a:r>
                        <a:rPr lang="en-US" sz="2800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</a:p>
                  </a:txBody>
                  <a:tcPr marL="91363" marR="91363" marT="91363" marB="9136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effectLst/>
                        </a:rPr>
                        <a:t>Load conditions</a:t>
                      </a:r>
                    </a:p>
                  </a:txBody>
                  <a:tcPr marL="45681" marR="45681" marT="45681" marB="45681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effectLst/>
                        </a:rPr>
                        <a:t>(H, H)</a:t>
                      </a:r>
                    </a:p>
                  </a:txBody>
                  <a:tcPr marL="45681" marR="45681" marT="45681" marB="45681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34510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67" y="274638"/>
            <a:ext cx="10286933" cy="778098"/>
          </a:xfrm>
        </p:spPr>
        <p:txBody>
          <a:bodyPr anchor="ctr">
            <a:normAutofit/>
          </a:bodyPr>
          <a:lstStyle/>
          <a:p>
            <a:pPr rtl="0" eaLnBrk="1" latinLnBrk="0" hangingPunct="1"/>
            <a:r>
              <a:rPr lang="en-US" dirty="0"/>
              <a:t>ADD Method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871531" y="6356351"/>
            <a:ext cx="8448939" cy="365125"/>
          </a:xfrm>
        </p:spPr>
        <p:txBody>
          <a:bodyPr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© Len Bass, Paul Clements, Rick Kazman, distributed under Creative Commons Attribution License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FB60CE13-4EBA-4BC4-BCCB-89DBF9B015A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09600" y="1268760"/>
          <a:ext cx="10972800" cy="48574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95898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Inputs and Outputs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© Len Bass, Paul Clements, Rick Kazman, distributed under Creative Commons Attribution License</a:t>
            </a:r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223792" y="2708920"/>
            <a:ext cx="3024336" cy="19442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ADD Process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15276" y="2780928"/>
            <a:ext cx="193245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Requirements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Functional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Quality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Constraints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68208" y="2780928"/>
            <a:ext cx="284577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Containers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Responsibilities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Interactions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Information flow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248128" y="3356992"/>
            <a:ext cx="720080" cy="7200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ight Arrow 11"/>
          <p:cNvSpPr/>
          <p:nvPr/>
        </p:nvSpPr>
        <p:spPr>
          <a:xfrm>
            <a:off x="3503712" y="3356992"/>
            <a:ext cx="720080" cy="7200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860364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2" name="Rectangle 134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1" name="Title 1">
            <a:extLst>
              <a:ext uri="{FF2B5EF4-FFF2-40B4-BE49-F238E27FC236}">
                <a16:creationId xmlns:a16="http://schemas.microsoft.com/office/drawing/2014/main" id="{734D58E7-8D66-41C9-9BDC-A27513CE5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1"/>
            <a:ext cx="3069843" cy="1642969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Building Automation System</a:t>
            </a:r>
          </a:p>
        </p:txBody>
      </p:sp>
      <p:sp>
        <p:nvSpPr>
          <p:cNvPr id="73" name="Text Placeholder 3">
            <a:extLst>
              <a:ext uri="{FF2B5EF4-FFF2-40B4-BE49-F238E27FC236}">
                <a16:creationId xmlns:a16="http://schemas.microsoft.com/office/drawing/2014/main" id="{91E2F4C2-29CF-4B9C-9A94-9872B32083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36397" y="2418408"/>
            <a:ext cx="1992883" cy="3522569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000" dirty="0"/>
              <a:t>We start with a monolithic system as shown in this slide.</a:t>
            </a:r>
          </a:p>
          <a:p>
            <a:pPr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pic>
        <p:nvPicPr>
          <p:cNvPr id="2050" name="Picture 2" descr="https://cms.psu.edu/WorldCampus/201516FA/201516FAWD___RSWENG587_002/_assoc/Course_Files/lesson_supplements/Lesson_04/lesson04-image1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038600" y="109134"/>
            <a:ext cx="8153400" cy="6246845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2053" name="Rectangle 136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54" name="Rectangle 138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53711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67" y="274638"/>
            <a:ext cx="10286933" cy="778098"/>
          </a:xfrm>
        </p:spPr>
        <p:txBody>
          <a:bodyPr anchor="ctr">
            <a:normAutofit/>
          </a:bodyPr>
          <a:lstStyle/>
          <a:p>
            <a:r>
              <a:rPr lang="en-US" dirty="0"/>
              <a:t>Building Automation System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871531" y="6356351"/>
            <a:ext cx="8448939" cy="365125"/>
          </a:xfrm>
        </p:spPr>
        <p:txBody>
          <a:bodyPr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© Len Bass, Paul Clements, Rick Kazman, distributed under Creative Commons Attribution License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D247E419-32D1-4B70-A0DA-BC60252CEE4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09600" y="1268760"/>
          <a:ext cx="10972800" cy="48574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291262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67" y="274638"/>
            <a:ext cx="10286933" cy="778098"/>
          </a:xfrm>
        </p:spPr>
        <p:txBody>
          <a:bodyPr anchor="ctr">
            <a:normAutofit/>
          </a:bodyPr>
          <a:lstStyle/>
          <a:p>
            <a:r>
              <a:rPr lang="en-US" dirty="0"/>
              <a:t>Architectural Driver 1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871531" y="6356351"/>
            <a:ext cx="8448939" cy="365125"/>
          </a:xfrm>
        </p:spPr>
        <p:txBody>
          <a:bodyPr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© Len Bass, Paul Clements, Rick Kazman, distributed under Creative Commons Attribution License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D7C77075-9D0F-4DEF-91BA-3ECFAFA9166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09600" y="1268760"/>
          <a:ext cx="10972800" cy="48574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07696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67" y="274638"/>
            <a:ext cx="10286933" cy="778098"/>
          </a:xfrm>
        </p:spPr>
        <p:txBody>
          <a:bodyPr anchor="ctr">
            <a:normAutofit/>
          </a:bodyPr>
          <a:lstStyle/>
          <a:p>
            <a:r>
              <a:rPr lang="en-US" dirty="0"/>
              <a:t>Architectural Driver 1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871531" y="6356351"/>
            <a:ext cx="8448939" cy="365125"/>
          </a:xfrm>
        </p:spPr>
        <p:txBody>
          <a:bodyPr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© Len Bass, Paul Clements, Rick Kazman, distributed under Creative Commons Attribution License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E5CCDE55-3399-45CD-AB5B-120F4E393F2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09600" y="1268760"/>
          <a:ext cx="10972800" cy="48574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318974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Architectural Driver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adaptors are assigned the following responsibilities:</a:t>
            </a:r>
          </a:p>
          <a:p>
            <a:pPr lvl="1"/>
            <a:r>
              <a:rPr lang="en-US" dirty="0"/>
              <a:t>Send commands to the field device</a:t>
            </a:r>
          </a:p>
          <a:p>
            <a:pPr lvl="1"/>
            <a:r>
              <a:rPr lang="en-US" dirty="0"/>
              <a:t>Receive events from field device</a:t>
            </a:r>
          </a:p>
          <a:p>
            <a:pPr lvl="1"/>
            <a:r>
              <a:rPr lang="en-US" dirty="0"/>
              <a:t>Perform semantic translation for field device data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© Len Bass, Paul Clements, Rick Kazman, distributed under Creative Commons Attribution License</a:t>
            </a:r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114318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67" y="274638"/>
            <a:ext cx="10286933" cy="778098"/>
          </a:xfrm>
        </p:spPr>
        <p:txBody>
          <a:bodyPr anchor="ctr">
            <a:normAutofit/>
          </a:bodyPr>
          <a:lstStyle/>
          <a:p>
            <a:r>
              <a:rPr lang="en-US" dirty="0"/>
              <a:t>Architectural Drivers 1 &amp; 3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871531" y="6356351"/>
            <a:ext cx="8448939" cy="365125"/>
          </a:xfrm>
        </p:spPr>
        <p:txBody>
          <a:bodyPr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© Len Bass, Paul Clements, Rick Kazman, distributed under Creative Commons Attribution License</a:t>
            </a:r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2A2BE199-55FA-4266-B5C5-E0F6C7410CA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09600" y="1268760"/>
          <a:ext cx="10972800" cy="48574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8814975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Architectural Drivers 1 &amp;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Additionally, the adaptor manager uses the following two architectural tactics to address the defer binding time design concern</a:t>
            </a:r>
          </a:p>
          <a:p>
            <a:pPr marL="0" indent="0">
              <a:buNone/>
            </a:pPr>
            <a:endParaRPr lang="en-US" dirty="0"/>
          </a:p>
          <a:p>
            <a:pPr lvl="1"/>
            <a:r>
              <a:rPr lang="en-US" i="1" dirty="0"/>
              <a:t>Runtime registration</a:t>
            </a:r>
            <a:r>
              <a:rPr lang="en-US" dirty="0"/>
              <a:t>: this will support plug-and-play operation allowing non-programmers to deploy new field systems.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i="1" dirty="0"/>
              <a:t>Configuration files</a:t>
            </a:r>
            <a:r>
              <a:rPr lang="en-US" dirty="0"/>
              <a:t>: this tactic enables setting of configuration parameters (such as initial property values) for the field systems at startup.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77522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67" y="274638"/>
            <a:ext cx="10286933" cy="778098"/>
          </a:xfrm>
        </p:spPr>
        <p:txBody>
          <a:bodyPr anchor="ctr">
            <a:normAutofit/>
          </a:bodyPr>
          <a:lstStyle/>
          <a:p>
            <a:r>
              <a:rPr lang="en-US" dirty="0"/>
              <a:t>Architectural Drivers 1 &amp; 3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871531" y="6356351"/>
            <a:ext cx="8448939" cy="365125"/>
          </a:xfrm>
        </p:spPr>
        <p:txBody>
          <a:bodyPr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© Len Bass, Paul Clements, Rick Kazman, distributed under Creative Commons Attribution License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26AF7163-2B61-4362-8E2A-88CB955CE5B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09600" y="1268760"/>
          <a:ext cx="10972800" cy="48574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999029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© Len Bass, Paul Clements, Rick Kazman, distributed under Creative Commons Attribution License</a:t>
            </a:r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3074" name="Picture 2" descr="https://cms.psu.edu/WorldCampus/201516FA/201516FAWD___RSWENG587_002/_assoc/Course_Files/lesson_supplements/Lesson_04/lesson-4-figure-5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080239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19633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Architectural Driver 5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© Len Bass, Paul Clements, Rick Kazman, distributed under Creative Commons Attribution License</a:t>
            </a:r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 next consider architectural drivers 5 related to the performance quality attribute of the Building Automation System and we also consider performance constraints. </a:t>
            </a:r>
          </a:p>
        </p:txBody>
      </p:sp>
    </p:spTree>
    <p:extLst>
      <p:ext uri="{BB962C8B-B14F-4D97-AF65-F5344CB8AC3E}">
        <p14:creationId xmlns:p14="http://schemas.microsoft.com/office/powerpoint/2010/main" val="35242411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Architectural Driver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There are two design concerns related to these drivers:</a:t>
            </a:r>
          </a:p>
          <a:p>
            <a:pPr marL="0" indent="0">
              <a:buNone/>
            </a:pPr>
            <a:endParaRPr lang="en-US" dirty="0"/>
          </a:p>
          <a:p>
            <a:pPr lvl="1"/>
            <a:r>
              <a:rPr lang="en-US" i="1" dirty="0"/>
              <a:t>Resource Demand</a:t>
            </a:r>
            <a:r>
              <a:rPr lang="en-US" dirty="0"/>
              <a:t>: the arrival of change of property value events from the various field devices and the evaluation of automation rules in response to these events are source of resource demand</a:t>
            </a:r>
          </a:p>
          <a:p>
            <a:pPr lvl="1"/>
            <a:r>
              <a:rPr lang="en-US" i="1" dirty="0"/>
              <a:t>Resource Management</a:t>
            </a:r>
            <a:r>
              <a:rPr lang="en-US" dirty="0"/>
              <a:t>: the demand on resources may have to manage in order to reduce the latency of event and alarm propagation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© Len Bass, Paul Clements, Rick Kazman, distributed under Creative Commons Attribution License</a:t>
            </a:r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87054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Architectural Driver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To address these concerns, we move the responsibility of rule evaluation and execution, and alarm generation, respectively to a separate Logic &amp; Reaction (L&amp;R) component and an Alarm component.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These components running outside the automation server can now be easily moved to dedicated execution nodes if necessary.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In doing so, we are making use of the </a:t>
            </a:r>
            <a:r>
              <a:rPr lang="en-US" i="1" dirty="0"/>
              <a:t>increase available resources</a:t>
            </a:r>
            <a:r>
              <a:rPr lang="en-US" dirty="0"/>
              <a:t> tactic to address the resource management concern and the </a:t>
            </a:r>
            <a:r>
              <a:rPr lang="en-US" i="1" dirty="0"/>
              <a:t>reduce computational overhead</a:t>
            </a:r>
            <a:r>
              <a:rPr lang="en-US" dirty="0"/>
              <a:t> tactic to address the resource demand concern. </a:t>
            </a:r>
          </a:p>
          <a:p>
            <a:endParaRPr lang="en-US" dirty="0"/>
          </a:p>
          <a:p>
            <a:r>
              <a:rPr lang="en-US" dirty="0"/>
              <a:t>We use an additional tactic to address the resource management concern. This tactic relies on introducing </a:t>
            </a:r>
            <a:r>
              <a:rPr lang="en-US" i="1" dirty="0"/>
              <a:t>concurrency</a:t>
            </a:r>
            <a:r>
              <a:rPr lang="en-US" dirty="0"/>
              <a:t> to reduce delays in processing time. </a:t>
            </a:r>
          </a:p>
          <a:p>
            <a:endParaRPr lang="en-US" dirty="0"/>
          </a:p>
          <a:p>
            <a:r>
              <a:rPr lang="en-US" dirty="0"/>
              <a:t>Concurrency is used inside the L&amp;R and Alarm components to perform simultaneous rule evaluations.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© Len Bass, Paul Clements, Rick Kazman, distributed under Creative Commons Attribution License</a:t>
            </a:r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74180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Architectural Driver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assign the following responsibilities to the L&amp;R and Alarm components:</a:t>
            </a:r>
          </a:p>
          <a:p>
            <a:pPr lvl="1"/>
            <a:r>
              <a:rPr lang="en-US" dirty="0"/>
              <a:t>Evaluate and execute automation rules</a:t>
            </a:r>
          </a:p>
          <a:p>
            <a:pPr lvl="1"/>
            <a:r>
              <a:rPr lang="en-US" dirty="0"/>
              <a:t>Send automation commands</a:t>
            </a:r>
          </a:p>
          <a:p>
            <a:r>
              <a:rPr lang="en-US" dirty="0"/>
              <a:t>In addition, we assign the following responsibility to the Alarm component:</a:t>
            </a:r>
          </a:p>
          <a:p>
            <a:pPr lvl="1"/>
            <a:r>
              <a:rPr lang="en-US" dirty="0"/>
              <a:t>Generate alarm notifications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© Len Bass, Paul Clements, Rick Kazman, distributed under Creative Commons Attribution License</a:t>
            </a:r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143394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© Len Bass, Paul Clements, Rick Kazman, distributed under Creative Commons Attribution License</a:t>
            </a:r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8599" y="1"/>
            <a:ext cx="11808069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47386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BD1746-F088-C7E7-F142-866DABAAEF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dirty="0"/>
              <a:t>And the process goes on …</a:t>
            </a:r>
          </a:p>
        </p:txBody>
      </p:sp>
      <p:pic>
        <p:nvPicPr>
          <p:cNvPr id="5" name="Picture 4" descr="Person walking up a stairs">
            <a:extLst>
              <a:ext uri="{FF2B5EF4-FFF2-40B4-BE49-F238E27FC236}">
                <a16:creationId xmlns:a16="http://schemas.microsoft.com/office/drawing/2014/main" id="{084F43A7-96FD-4F1A-6ED6-FBBFEF9DAB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466" r="13581" b="-1"/>
          <a:stretch/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7987400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F56F3-5C3D-7964-9C74-B18CA45B5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7761" y="865632"/>
            <a:ext cx="7543800" cy="1207008"/>
          </a:xfrm>
        </p:spPr>
        <p:txBody>
          <a:bodyPr>
            <a:noAutofit/>
          </a:bodyPr>
          <a:lstStyle/>
          <a:p>
            <a:pPr algn="just"/>
            <a:r>
              <a:rPr lang="en-US" sz="3000" dirty="0"/>
              <a:t>Readings , Assignments, Project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CA3C13-C6C6-1D43-90A5-FDB216772D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26386" y="2448306"/>
            <a:ext cx="8161020" cy="3038094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sz="3400" dirty="0"/>
              <a:t>       </a:t>
            </a:r>
            <a:r>
              <a:rPr lang="en-US" sz="3400" b="1" dirty="0"/>
              <a:t>Read:</a:t>
            </a:r>
          </a:p>
          <a:p>
            <a:pPr lvl="2"/>
            <a:endParaRPr lang="en-US" sz="2325" dirty="0"/>
          </a:p>
          <a:p>
            <a:pPr lvl="2"/>
            <a:endParaRPr lang="en-US" sz="2325" dirty="0"/>
          </a:p>
          <a:p>
            <a:pPr lvl="2"/>
            <a:r>
              <a:rPr lang="en-US" sz="2900" dirty="0"/>
              <a:t>Chapter 10</a:t>
            </a:r>
          </a:p>
          <a:p>
            <a:pPr marL="205978" lvl="1" indent="0">
              <a:buNone/>
            </a:pPr>
            <a:endParaRPr lang="en-US" sz="2325" dirty="0"/>
          </a:p>
          <a:p>
            <a:pPr marL="205978" lvl="1" indent="0">
              <a:buNone/>
            </a:pPr>
            <a:endParaRPr lang="en-US" sz="2325" dirty="0"/>
          </a:p>
          <a:p>
            <a:pPr marL="205978" lvl="1" indent="0">
              <a:buNone/>
            </a:pPr>
            <a:endParaRPr lang="en-US" sz="2325" dirty="0"/>
          </a:p>
          <a:p>
            <a:pPr marL="0" lvl="1" indent="0">
              <a:spcBef>
                <a:spcPts val="900"/>
              </a:spcBef>
              <a:buNone/>
            </a:pPr>
            <a:r>
              <a:rPr lang="en-US" sz="3800" dirty="0"/>
              <a:t>         </a:t>
            </a:r>
            <a:r>
              <a:rPr lang="en-US" sz="3800" b="1" dirty="0"/>
              <a:t>Assignments &amp; Project Tasks (</a:t>
            </a:r>
            <a:r>
              <a:rPr lang="en-US" sz="3800" b="1" u="sng" dirty="0"/>
              <a:t>Upcoming three items</a:t>
            </a:r>
            <a:r>
              <a:rPr lang="en-US" sz="3800" b="1" dirty="0"/>
              <a:t>):</a:t>
            </a:r>
          </a:p>
          <a:p>
            <a:endParaRPr lang="en-US" dirty="0"/>
          </a:p>
          <a:p>
            <a:pPr lvl="2"/>
            <a:r>
              <a:rPr lang="en-US" sz="2900" dirty="0"/>
              <a:t>Your final presentations are already scheduled Tuesday (6/5), Thursday (8/5). </a:t>
            </a:r>
          </a:p>
          <a:p>
            <a:pPr lvl="2"/>
            <a:r>
              <a:rPr lang="en-US" sz="2900" dirty="0"/>
              <a:t>Project Deliverable 5 package is due on Friday (9/5)</a:t>
            </a:r>
          </a:p>
        </p:txBody>
      </p:sp>
      <p:pic>
        <p:nvPicPr>
          <p:cNvPr id="6" name="Graphic 5" descr="Closed book with solid fill">
            <a:extLst>
              <a:ext uri="{FF2B5EF4-FFF2-40B4-BE49-F238E27FC236}">
                <a16:creationId xmlns:a16="http://schemas.microsoft.com/office/drawing/2014/main" id="{361AFB0C-1F93-39C9-9BCB-758EFEAABE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81458" y="2243654"/>
            <a:ext cx="685800" cy="685800"/>
          </a:xfrm>
          <a:prstGeom prst="rect">
            <a:avLst/>
          </a:prstGeom>
        </p:spPr>
      </p:pic>
      <p:pic>
        <p:nvPicPr>
          <p:cNvPr id="8" name="Graphic 7" descr="Inbox Check with solid fill">
            <a:extLst>
              <a:ext uri="{FF2B5EF4-FFF2-40B4-BE49-F238E27FC236}">
                <a16:creationId xmlns:a16="http://schemas.microsoft.com/office/drawing/2014/main" id="{7E1EAE56-3188-9CC6-4554-392E28EF31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81458" y="3928547"/>
            <a:ext cx="685800" cy="68580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340FC3-8972-025E-B135-FB8860CA0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B9A93A2-046E-4DE2-8DC8-437C9DCCFAA3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19233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4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1761</TotalTime>
  <Words>1535</Words>
  <Application>Microsoft Macintosh PowerPoint</Application>
  <PresentationFormat>Widescreen</PresentationFormat>
  <Paragraphs>164</Paragraphs>
  <Slides>22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22</vt:i4>
      </vt:variant>
    </vt:vector>
  </HeadingPairs>
  <TitlesOfParts>
    <vt:vector size="31" baseType="lpstr">
      <vt:lpstr>Arial</vt:lpstr>
      <vt:lpstr>Arial Black</vt:lpstr>
      <vt:lpstr>Calibri</vt:lpstr>
      <vt:lpstr>Calibri Light</vt:lpstr>
      <vt:lpstr>Comic Sans MS</vt:lpstr>
      <vt:lpstr>Office Theme</vt:lpstr>
      <vt:lpstr>2_Office Theme</vt:lpstr>
      <vt:lpstr>3_Office Theme</vt:lpstr>
      <vt:lpstr>4_Office Theme</vt:lpstr>
      <vt:lpstr>SOFTWARE ENGINEERING</vt:lpstr>
      <vt:lpstr>Building Automation System (BAS) – Case Study</vt:lpstr>
      <vt:lpstr>Architectural Drivers </vt:lpstr>
      <vt:lpstr>Architectural Drivers</vt:lpstr>
      <vt:lpstr>ADD Method</vt:lpstr>
      <vt:lpstr>ADD Inputs and Outputs</vt:lpstr>
      <vt:lpstr>Building Automation System</vt:lpstr>
      <vt:lpstr>Building Automation System</vt:lpstr>
      <vt:lpstr>Architectural Driver 1</vt:lpstr>
      <vt:lpstr>Architectural Driver 1</vt:lpstr>
      <vt:lpstr>Architectural Driver 1</vt:lpstr>
      <vt:lpstr>Architectural Drivers 1 &amp; 3</vt:lpstr>
      <vt:lpstr>Architectural Drivers 1 &amp; 3</vt:lpstr>
      <vt:lpstr>Architectural Drivers 1 &amp; 3</vt:lpstr>
      <vt:lpstr>PowerPoint Presentation</vt:lpstr>
      <vt:lpstr>Architectural Driver 5</vt:lpstr>
      <vt:lpstr>Architectural Driver 5</vt:lpstr>
      <vt:lpstr>Architectural Driver 5</vt:lpstr>
      <vt:lpstr>Architectural Driver 5</vt:lpstr>
      <vt:lpstr>PowerPoint Presentation</vt:lpstr>
      <vt:lpstr>PowerPoint Presentation</vt:lpstr>
      <vt:lpstr>Readings , Assignments, Project Tasks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13: Patterns and Tactics</dc:title>
  <dc:creator>Kassab, Mohamad Hassan</dc:creator>
  <cp:lastModifiedBy>Kontothanassis, Leonidas</cp:lastModifiedBy>
  <cp:revision>19</cp:revision>
  <dcterms:created xsi:type="dcterms:W3CDTF">2023-10-08T09:57:12Z</dcterms:created>
  <dcterms:modified xsi:type="dcterms:W3CDTF">2025-11-15T15:41:58Z</dcterms:modified>
</cp:coreProperties>
</file>