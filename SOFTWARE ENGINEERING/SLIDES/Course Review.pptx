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sldx" ContentType="application/vnd.openxmlformats-officedocument.presentationml.slide"/>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4" r:id="rId1"/>
    <p:sldMasterId id="2147483936" r:id="rId2"/>
    <p:sldMasterId id="2147483948" r:id="rId3"/>
    <p:sldMasterId id="2147483960" r:id="rId4"/>
    <p:sldMasterId id="2147483972" r:id="rId5"/>
  </p:sldMasterIdLst>
  <p:notesMasterIdLst>
    <p:notesMasterId r:id="rId97"/>
  </p:notesMasterIdLst>
  <p:sldIdLst>
    <p:sldId id="339" r:id="rId6"/>
    <p:sldId id="649" r:id="rId7"/>
    <p:sldId id="650" r:id="rId8"/>
    <p:sldId id="651" r:id="rId9"/>
    <p:sldId id="342" r:id="rId10"/>
    <p:sldId id="652" r:id="rId11"/>
    <p:sldId id="442" r:id="rId12"/>
    <p:sldId id="430" r:id="rId13"/>
    <p:sldId id="431" r:id="rId14"/>
    <p:sldId id="432" r:id="rId15"/>
    <p:sldId id="433" r:id="rId16"/>
    <p:sldId id="434" r:id="rId17"/>
    <p:sldId id="435" r:id="rId18"/>
    <p:sldId id="436" r:id="rId19"/>
    <p:sldId id="437" r:id="rId20"/>
    <p:sldId id="438" r:id="rId21"/>
    <p:sldId id="439" r:id="rId22"/>
    <p:sldId id="440" r:id="rId23"/>
    <p:sldId id="441" r:id="rId24"/>
    <p:sldId id="450" r:id="rId25"/>
    <p:sldId id="449" r:id="rId26"/>
    <p:sldId id="444" r:id="rId27"/>
    <p:sldId id="355" r:id="rId28"/>
    <p:sldId id="356" r:id="rId29"/>
    <p:sldId id="358" r:id="rId30"/>
    <p:sldId id="359" r:id="rId31"/>
    <p:sldId id="360" r:id="rId32"/>
    <p:sldId id="443" r:id="rId33"/>
    <p:sldId id="445" r:id="rId34"/>
    <p:sldId id="451" r:id="rId35"/>
    <p:sldId id="452" r:id="rId36"/>
    <p:sldId id="453" r:id="rId37"/>
    <p:sldId id="278" r:id="rId38"/>
    <p:sldId id="282" r:id="rId39"/>
    <p:sldId id="283" r:id="rId40"/>
    <p:sldId id="288" r:id="rId41"/>
    <p:sldId id="286" r:id="rId42"/>
    <p:sldId id="298" r:id="rId43"/>
    <p:sldId id="653" r:id="rId44"/>
    <p:sldId id="454" r:id="rId45"/>
    <p:sldId id="639" r:id="rId46"/>
    <p:sldId id="640" r:id="rId47"/>
    <p:sldId id="654" r:id="rId48"/>
    <p:sldId id="641" r:id="rId49"/>
    <p:sldId id="486" r:id="rId50"/>
    <p:sldId id="404" r:id="rId51"/>
    <p:sldId id="487" r:id="rId52"/>
    <p:sldId id="488" r:id="rId53"/>
    <p:sldId id="489" r:id="rId54"/>
    <p:sldId id="497" r:id="rId55"/>
    <p:sldId id="490" r:id="rId56"/>
    <p:sldId id="349" r:id="rId57"/>
    <p:sldId id="371" r:id="rId58"/>
    <p:sldId id="372" r:id="rId59"/>
    <p:sldId id="373" r:id="rId60"/>
    <p:sldId id="374" r:id="rId61"/>
    <p:sldId id="375" r:id="rId62"/>
    <p:sldId id="500" r:id="rId63"/>
    <p:sldId id="380" r:id="rId64"/>
    <p:sldId id="381" r:id="rId65"/>
    <p:sldId id="350" r:id="rId66"/>
    <p:sldId id="377" r:id="rId67"/>
    <p:sldId id="382" r:id="rId68"/>
    <p:sldId id="357" r:id="rId69"/>
    <p:sldId id="383" r:id="rId70"/>
    <p:sldId id="643" r:id="rId71"/>
    <p:sldId id="384" r:id="rId72"/>
    <p:sldId id="385" r:id="rId73"/>
    <p:sldId id="386" r:id="rId74"/>
    <p:sldId id="392" r:id="rId75"/>
    <p:sldId id="394" r:id="rId76"/>
    <p:sldId id="395" r:id="rId77"/>
    <p:sldId id="397" r:id="rId78"/>
    <p:sldId id="400" r:id="rId79"/>
    <p:sldId id="508" r:id="rId80"/>
    <p:sldId id="387" r:id="rId81"/>
    <p:sldId id="388" r:id="rId82"/>
    <p:sldId id="389" r:id="rId83"/>
    <p:sldId id="390" r:id="rId84"/>
    <p:sldId id="398" r:id="rId85"/>
    <p:sldId id="399" r:id="rId86"/>
    <p:sldId id="491" r:id="rId87"/>
    <p:sldId id="492" r:id="rId88"/>
    <p:sldId id="493" r:id="rId89"/>
    <p:sldId id="396" r:id="rId90"/>
    <p:sldId id="642" r:id="rId91"/>
    <p:sldId id="644" r:id="rId92"/>
    <p:sldId id="645" r:id="rId93"/>
    <p:sldId id="646" r:id="rId94"/>
    <p:sldId id="647" r:id="rId95"/>
    <p:sldId id="648" r:id="rId9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9A8756C-6171-4D7F-BE52-FCA22176A8D9}">
          <p14:sldIdLst>
            <p14:sldId id="339"/>
            <p14:sldId id="649"/>
            <p14:sldId id="650"/>
            <p14:sldId id="651"/>
            <p14:sldId id="342"/>
            <p14:sldId id="652"/>
            <p14:sldId id="442"/>
            <p14:sldId id="430"/>
            <p14:sldId id="431"/>
            <p14:sldId id="432"/>
            <p14:sldId id="433"/>
            <p14:sldId id="434"/>
            <p14:sldId id="435"/>
            <p14:sldId id="436"/>
            <p14:sldId id="437"/>
            <p14:sldId id="438"/>
            <p14:sldId id="439"/>
            <p14:sldId id="440"/>
            <p14:sldId id="441"/>
            <p14:sldId id="450"/>
            <p14:sldId id="449"/>
            <p14:sldId id="444"/>
            <p14:sldId id="355"/>
            <p14:sldId id="356"/>
            <p14:sldId id="358"/>
            <p14:sldId id="359"/>
            <p14:sldId id="360"/>
            <p14:sldId id="443"/>
            <p14:sldId id="445"/>
            <p14:sldId id="451"/>
            <p14:sldId id="452"/>
            <p14:sldId id="453"/>
            <p14:sldId id="278"/>
            <p14:sldId id="282"/>
            <p14:sldId id="283"/>
            <p14:sldId id="288"/>
            <p14:sldId id="286"/>
            <p14:sldId id="298"/>
            <p14:sldId id="653"/>
            <p14:sldId id="454"/>
            <p14:sldId id="639"/>
            <p14:sldId id="640"/>
            <p14:sldId id="654"/>
            <p14:sldId id="641"/>
            <p14:sldId id="486"/>
            <p14:sldId id="404"/>
            <p14:sldId id="487"/>
            <p14:sldId id="488"/>
            <p14:sldId id="489"/>
            <p14:sldId id="497"/>
            <p14:sldId id="490"/>
            <p14:sldId id="349"/>
            <p14:sldId id="371"/>
            <p14:sldId id="372"/>
            <p14:sldId id="373"/>
            <p14:sldId id="374"/>
            <p14:sldId id="375"/>
            <p14:sldId id="500"/>
            <p14:sldId id="380"/>
            <p14:sldId id="381"/>
            <p14:sldId id="350"/>
            <p14:sldId id="377"/>
            <p14:sldId id="382"/>
            <p14:sldId id="357"/>
            <p14:sldId id="383"/>
            <p14:sldId id="643"/>
            <p14:sldId id="384"/>
            <p14:sldId id="385"/>
            <p14:sldId id="386"/>
            <p14:sldId id="392"/>
            <p14:sldId id="394"/>
            <p14:sldId id="395"/>
            <p14:sldId id="397"/>
            <p14:sldId id="400"/>
            <p14:sldId id="508"/>
            <p14:sldId id="387"/>
            <p14:sldId id="388"/>
            <p14:sldId id="389"/>
            <p14:sldId id="390"/>
            <p14:sldId id="398"/>
            <p14:sldId id="399"/>
            <p14:sldId id="491"/>
            <p14:sldId id="492"/>
            <p14:sldId id="493"/>
            <p14:sldId id="396"/>
            <p14:sldId id="642"/>
            <p14:sldId id="644"/>
            <p14:sldId id="645"/>
            <p14:sldId id="646"/>
            <p14:sldId id="647"/>
            <p14:sldId id="64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8562"/>
  </p:normalViewPr>
  <p:slideViewPr>
    <p:cSldViewPr snapToGrid="0" snapToObjects="1">
      <p:cViewPr varScale="1">
        <p:scale>
          <a:sx n="60" d="100"/>
          <a:sy n="60" d="100"/>
        </p:scale>
        <p:origin x="744"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presProps" Target="presProps.xml"/><Relationship Id="rId3" Type="http://schemas.openxmlformats.org/officeDocument/2006/relationships/slideMaster" Target="slideMasters/slideMaster3.xml"/></Relationships>
</file>

<file path=ppt/diagrams/_rels/data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_rels/drawing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svg"/><Relationship Id="rId1" Type="http://schemas.openxmlformats.org/officeDocument/2006/relationships/image" Target="../media/image38.png"/><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C2182D98-E435-4B34-BD31-78311667CDCE}"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C4C640F1-5349-414D-AAD5-D06D01657E3E}">
      <dgm:prSet/>
      <dgm:spPr/>
      <dgm:t>
        <a:bodyPr/>
        <a:lstStyle/>
        <a:p>
          <a:r>
            <a:rPr lang="en-US"/>
            <a:t>Describes standard for, system engineering including quality requirements</a:t>
          </a:r>
        </a:p>
      </dgm:t>
    </dgm:pt>
    <dgm:pt modelId="{DFADA540-525D-4FCD-AD8F-3BC858EB2297}" type="parTrans" cxnId="{AEA89B81-A89B-49BF-BECF-F7877133CBCF}">
      <dgm:prSet/>
      <dgm:spPr/>
      <dgm:t>
        <a:bodyPr/>
        <a:lstStyle/>
        <a:p>
          <a:endParaRPr lang="en-US"/>
        </a:p>
      </dgm:t>
    </dgm:pt>
    <dgm:pt modelId="{C7C90600-B2C2-454D-82BA-8911120BEED1}" type="sibTrans" cxnId="{AEA89B81-A89B-49BF-BECF-F7877133CBCF}">
      <dgm:prSet/>
      <dgm:spPr/>
      <dgm:t>
        <a:bodyPr/>
        <a:lstStyle/>
        <a:p>
          <a:endParaRPr lang="en-US"/>
        </a:p>
      </dgm:t>
    </dgm:pt>
    <dgm:pt modelId="{7371FBF9-1987-43FF-BEE6-3F1A23318616}">
      <dgm:prSet/>
      <dgm:spPr/>
      <dgm:t>
        <a:bodyPr/>
        <a:lstStyle/>
        <a:p>
          <a:r>
            <a:rPr lang="en-US"/>
            <a:t>For a single requirement</a:t>
          </a:r>
        </a:p>
      </dgm:t>
    </dgm:pt>
    <dgm:pt modelId="{B8F09003-BE39-4362-B436-C48F653C8305}" type="parTrans" cxnId="{C0F83F64-6A10-4FB6-863D-2A466DCD7C5F}">
      <dgm:prSet/>
      <dgm:spPr/>
      <dgm:t>
        <a:bodyPr/>
        <a:lstStyle/>
        <a:p>
          <a:endParaRPr lang="en-US"/>
        </a:p>
      </dgm:t>
    </dgm:pt>
    <dgm:pt modelId="{8D5974BA-C0E9-4A1F-9B85-3382E21C73CC}" type="sibTrans" cxnId="{C0F83F64-6A10-4FB6-863D-2A466DCD7C5F}">
      <dgm:prSet/>
      <dgm:spPr/>
      <dgm:t>
        <a:bodyPr/>
        <a:lstStyle/>
        <a:p>
          <a:endParaRPr lang="en-US"/>
        </a:p>
      </dgm:t>
    </dgm:pt>
    <dgm:pt modelId="{CF5B6DA4-11A9-42C1-8405-741BD9A4B407}">
      <dgm:prSet/>
      <dgm:spPr/>
      <dgm:t>
        <a:bodyPr/>
        <a:lstStyle/>
        <a:p>
          <a:r>
            <a:rPr lang="en-US"/>
            <a:t>Singular</a:t>
          </a:r>
        </a:p>
      </dgm:t>
    </dgm:pt>
    <dgm:pt modelId="{403C76EC-7154-4323-AA4A-ECFC96A880BC}" type="parTrans" cxnId="{86526F8A-975F-4601-82F5-97AA70132D66}">
      <dgm:prSet/>
      <dgm:spPr/>
      <dgm:t>
        <a:bodyPr/>
        <a:lstStyle/>
        <a:p>
          <a:endParaRPr lang="en-US"/>
        </a:p>
      </dgm:t>
    </dgm:pt>
    <dgm:pt modelId="{7B0D763A-198C-4582-91A2-39B850A52DCA}" type="sibTrans" cxnId="{86526F8A-975F-4601-82F5-97AA70132D66}">
      <dgm:prSet/>
      <dgm:spPr/>
      <dgm:t>
        <a:bodyPr/>
        <a:lstStyle/>
        <a:p>
          <a:endParaRPr lang="en-US"/>
        </a:p>
      </dgm:t>
    </dgm:pt>
    <dgm:pt modelId="{22E5F417-0797-489D-9AF7-157F36239ADC}">
      <dgm:prSet/>
      <dgm:spPr/>
      <dgm:t>
        <a:bodyPr/>
        <a:lstStyle/>
        <a:p>
          <a:r>
            <a:rPr lang="en-US"/>
            <a:t>Feasible</a:t>
          </a:r>
        </a:p>
      </dgm:t>
    </dgm:pt>
    <dgm:pt modelId="{42757368-65A9-4B3C-9C2E-F9B5CBEDBE71}" type="parTrans" cxnId="{8993F1EA-9587-4AF2-8847-BEF16E3DDBD8}">
      <dgm:prSet/>
      <dgm:spPr/>
      <dgm:t>
        <a:bodyPr/>
        <a:lstStyle/>
        <a:p>
          <a:endParaRPr lang="en-US"/>
        </a:p>
      </dgm:t>
    </dgm:pt>
    <dgm:pt modelId="{AF136642-66A2-48A3-A44B-27245302B2CC}" type="sibTrans" cxnId="{8993F1EA-9587-4AF2-8847-BEF16E3DDBD8}">
      <dgm:prSet/>
      <dgm:spPr/>
      <dgm:t>
        <a:bodyPr/>
        <a:lstStyle/>
        <a:p>
          <a:endParaRPr lang="en-US"/>
        </a:p>
      </dgm:t>
    </dgm:pt>
    <dgm:pt modelId="{68B9F4D8-682F-45B2-8FED-21FE5DF70548}">
      <dgm:prSet/>
      <dgm:spPr/>
      <dgm:t>
        <a:bodyPr/>
        <a:lstStyle/>
        <a:p>
          <a:r>
            <a:rPr lang="en-US"/>
            <a:t>Unambiguous</a:t>
          </a:r>
        </a:p>
      </dgm:t>
    </dgm:pt>
    <dgm:pt modelId="{1813F13A-6480-4CBF-8224-F5898E00F099}" type="parTrans" cxnId="{BAC2A305-51A6-4795-B4B1-C80A626F2DE7}">
      <dgm:prSet/>
      <dgm:spPr/>
      <dgm:t>
        <a:bodyPr/>
        <a:lstStyle/>
        <a:p>
          <a:endParaRPr lang="en-US"/>
        </a:p>
      </dgm:t>
    </dgm:pt>
    <dgm:pt modelId="{0C944B40-AF7F-4669-87DD-64D27348387C}" type="sibTrans" cxnId="{BAC2A305-51A6-4795-B4B1-C80A626F2DE7}">
      <dgm:prSet/>
      <dgm:spPr/>
      <dgm:t>
        <a:bodyPr/>
        <a:lstStyle/>
        <a:p>
          <a:endParaRPr lang="en-US"/>
        </a:p>
      </dgm:t>
    </dgm:pt>
    <dgm:pt modelId="{D074E5A4-9FD4-40CA-A22C-6EF35A19FE48}">
      <dgm:prSet/>
      <dgm:spPr/>
      <dgm:t>
        <a:bodyPr/>
        <a:lstStyle/>
        <a:p>
          <a:r>
            <a:rPr lang="en-US"/>
            <a:t>Complete</a:t>
          </a:r>
        </a:p>
      </dgm:t>
    </dgm:pt>
    <dgm:pt modelId="{CB67DF7E-BBAF-4840-8D63-230A04A19B9D}" type="parTrans" cxnId="{E6A6B1DE-2B14-405F-8667-20DD0EFC1F3C}">
      <dgm:prSet/>
      <dgm:spPr/>
      <dgm:t>
        <a:bodyPr/>
        <a:lstStyle/>
        <a:p>
          <a:endParaRPr lang="en-US"/>
        </a:p>
      </dgm:t>
    </dgm:pt>
    <dgm:pt modelId="{C957ABD9-6082-4CFE-AA3B-68B52AB6B373}" type="sibTrans" cxnId="{E6A6B1DE-2B14-405F-8667-20DD0EFC1F3C}">
      <dgm:prSet/>
      <dgm:spPr/>
      <dgm:t>
        <a:bodyPr/>
        <a:lstStyle/>
        <a:p>
          <a:endParaRPr lang="en-US"/>
        </a:p>
      </dgm:t>
    </dgm:pt>
    <dgm:pt modelId="{1E598C76-825A-4DD8-971E-CEFEFAB2997B}">
      <dgm:prSet/>
      <dgm:spPr/>
      <dgm:t>
        <a:bodyPr/>
        <a:lstStyle/>
        <a:p>
          <a:r>
            <a:rPr lang="en-US"/>
            <a:t>Consistent</a:t>
          </a:r>
        </a:p>
      </dgm:t>
    </dgm:pt>
    <dgm:pt modelId="{B3B5CB5A-F19A-414F-BEB3-512B6916B4E1}" type="parTrans" cxnId="{4A48D7AB-E32B-4C1A-B1C9-CA3E0F421788}">
      <dgm:prSet/>
      <dgm:spPr/>
      <dgm:t>
        <a:bodyPr/>
        <a:lstStyle/>
        <a:p>
          <a:endParaRPr lang="en-US"/>
        </a:p>
      </dgm:t>
    </dgm:pt>
    <dgm:pt modelId="{C8D5AF17-5660-479A-A19F-B1723BAD0590}" type="sibTrans" cxnId="{4A48D7AB-E32B-4C1A-B1C9-CA3E0F421788}">
      <dgm:prSet/>
      <dgm:spPr/>
      <dgm:t>
        <a:bodyPr/>
        <a:lstStyle/>
        <a:p>
          <a:endParaRPr lang="en-US"/>
        </a:p>
      </dgm:t>
    </dgm:pt>
    <dgm:pt modelId="{2D573985-F5BF-4998-8525-161391A721FB}">
      <dgm:prSet/>
      <dgm:spPr/>
      <dgm:t>
        <a:bodyPr/>
        <a:lstStyle/>
        <a:p>
          <a:r>
            <a:rPr lang="en-US"/>
            <a:t>Verifiable</a:t>
          </a:r>
        </a:p>
      </dgm:t>
    </dgm:pt>
    <dgm:pt modelId="{5639316D-1CA0-485B-8879-7428D20E893F}" type="parTrans" cxnId="{B6CD47DD-DF14-4A73-86B3-D9279BB2DCA2}">
      <dgm:prSet/>
      <dgm:spPr/>
      <dgm:t>
        <a:bodyPr/>
        <a:lstStyle/>
        <a:p>
          <a:endParaRPr lang="en-US"/>
        </a:p>
      </dgm:t>
    </dgm:pt>
    <dgm:pt modelId="{FEB8A9CB-A4A3-45B6-9202-12E777D4039B}" type="sibTrans" cxnId="{B6CD47DD-DF14-4A73-86B3-D9279BB2DCA2}">
      <dgm:prSet/>
      <dgm:spPr/>
      <dgm:t>
        <a:bodyPr/>
        <a:lstStyle/>
        <a:p>
          <a:endParaRPr lang="en-US"/>
        </a:p>
      </dgm:t>
    </dgm:pt>
    <dgm:pt modelId="{E502E88B-707E-4392-ACB1-8DC19CDC843F}">
      <dgm:prSet/>
      <dgm:spPr/>
      <dgm:t>
        <a:bodyPr/>
        <a:lstStyle/>
        <a:p>
          <a:r>
            <a:rPr lang="en-US"/>
            <a:t>Traceable</a:t>
          </a:r>
        </a:p>
      </dgm:t>
    </dgm:pt>
    <dgm:pt modelId="{C5734332-4060-4A8A-B2D7-45367881CE52}" type="parTrans" cxnId="{F4B1212A-7319-44BC-83C3-2A322DB789AE}">
      <dgm:prSet/>
      <dgm:spPr/>
      <dgm:t>
        <a:bodyPr/>
        <a:lstStyle/>
        <a:p>
          <a:endParaRPr lang="en-US"/>
        </a:p>
      </dgm:t>
    </dgm:pt>
    <dgm:pt modelId="{CA8C34AA-248A-4E39-8B5A-4B75BA32FA1B}" type="sibTrans" cxnId="{F4B1212A-7319-44BC-83C3-2A322DB789AE}">
      <dgm:prSet/>
      <dgm:spPr/>
      <dgm:t>
        <a:bodyPr/>
        <a:lstStyle/>
        <a:p>
          <a:endParaRPr lang="en-US"/>
        </a:p>
      </dgm:t>
    </dgm:pt>
    <dgm:pt modelId="{4865CB50-998E-43E0-8148-30D132EAAB97}" type="pres">
      <dgm:prSet presAssocID="{C2182D98-E435-4B34-BD31-78311667CDCE}" presName="linear" presStyleCnt="0">
        <dgm:presLayoutVars>
          <dgm:animLvl val="lvl"/>
          <dgm:resizeHandles val="exact"/>
        </dgm:presLayoutVars>
      </dgm:prSet>
      <dgm:spPr/>
    </dgm:pt>
    <dgm:pt modelId="{FF8A413A-83C3-4AEF-8615-FA0BC2BFB2C1}" type="pres">
      <dgm:prSet presAssocID="{C4C640F1-5349-414D-AAD5-D06D01657E3E}" presName="parentText" presStyleLbl="node1" presStyleIdx="0" presStyleCnt="2">
        <dgm:presLayoutVars>
          <dgm:chMax val="0"/>
          <dgm:bulletEnabled val="1"/>
        </dgm:presLayoutVars>
      </dgm:prSet>
      <dgm:spPr/>
    </dgm:pt>
    <dgm:pt modelId="{6D262631-DAF3-4F65-9B89-51D9C6064563}" type="pres">
      <dgm:prSet presAssocID="{C7C90600-B2C2-454D-82BA-8911120BEED1}" presName="spacer" presStyleCnt="0"/>
      <dgm:spPr/>
    </dgm:pt>
    <dgm:pt modelId="{BC6F3F2D-D164-43C1-83D7-325522925075}" type="pres">
      <dgm:prSet presAssocID="{7371FBF9-1987-43FF-BEE6-3F1A23318616}" presName="parentText" presStyleLbl="node1" presStyleIdx="1" presStyleCnt="2">
        <dgm:presLayoutVars>
          <dgm:chMax val="0"/>
          <dgm:bulletEnabled val="1"/>
        </dgm:presLayoutVars>
      </dgm:prSet>
      <dgm:spPr/>
    </dgm:pt>
    <dgm:pt modelId="{8310EEBA-91AB-4496-9DC8-5B61244665E8}" type="pres">
      <dgm:prSet presAssocID="{7371FBF9-1987-43FF-BEE6-3F1A23318616}" presName="childText" presStyleLbl="revTx" presStyleIdx="0" presStyleCnt="1">
        <dgm:presLayoutVars>
          <dgm:bulletEnabled val="1"/>
        </dgm:presLayoutVars>
      </dgm:prSet>
      <dgm:spPr/>
    </dgm:pt>
  </dgm:ptLst>
  <dgm:cxnLst>
    <dgm:cxn modelId="{BAC2A305-51A6-4795-B4B1-C80A626F2DE7}" srcId="{7371FBF9-1987-43FF-BEE6-3F1A23318616}" destId="{68B9F4D8-682F-45B2-8FED-21FE5DF70548}" srcOrd="2" destOrd="0" parTransId="{1813F13A-6480-4CBF-8224-F5898E00F099}" sibTransId="{0C944B40-AF7F-4669-87DD-64D27348387C}"/>
    <dgm:cxn modelId="{A6330213-DA7A-4C19-907D-34E1A69B8A49}" type="presOf" srcId="{D074E5A4-9FD4-40CA-A22C-6EF35A19FE48}" destId="{8310EEBA-91AB-4496-9DC8-5B61244665E8}" srcOrd="0" destOrd="3" presId="urn:microsoft.com/office/officeart/2005/8/layout/vList2"/>
    <dgm:cxn modelId="{55547B23-04C3-477C-A4C5-178C05F00E06}" type="presOf" srcId="{C2182D98-E435-4B34-BD31-78311667CDCE}" destId="{4865CB50-998E-43E0-8148-30D132EAAB97}" srcOrd="0" destOrd="0" presId="urn:microsoft.com/office/officeart/2005/8/layout/vList2"/>
    <dgm:cxn modelId="{F4B1212A-7319-44BC-83C3-2A322DB789AE}" srcId="{7371FBF9-1987-43FF-BEE6-3F1A23318616}" destId="{E502E88B-707E-4392-ACB1-8DC19CDC843F}" srcOrd="6" destOrd="0" parTransId="{C5734332-4060-4A8A-B2D7-45367881CE52}" sibTransId="{CA8C34AA-248A-4E39-8B5A-4B75BA32FA1B}"/>
    <dgm:cxn modelId="{0AF8AC32-3E99-452B-BA05-30CD3D2CD12C}" type="presOf" srcId="{68B9F4D8-682F-45B2-8FED-21FE5DF70548}" destId="{8310EEBA-91AB-4496-9DC8-5B61244665E8}" srcOrd="0" destOrd="2" presId="urn:microsoft.com/office/officeart/2005/8/layout/vList2"/>
    <dgm:cxn modelId="{9FD01763-C765-4FEF-A2FF-D2AAE39926F9}" type="presOf" srcId="{7371FBF9-1987-43FF-BEE6-3F1A23318616}" destId="{BC6F3F2D-D164-43C1-83D7-325522925075}" srcOrd="0" destOrd="0" presId="urn:microsoft.com/office/officeart/2005/8/layout/vList2"/>
    <dgm:cxn modelId="{C0F83F64-6A10-4FB6-863D-2A466DCD7C5F}" srcId="{C2182D98-E435-4B34-BD31-78311667CDCE}" destId="{7371FBF9-1987-43FF-BEE6-3F1A23318616}" srcOrd="1" destOrd="0" parTransId="{B8F09003-BE39-4362-B436-C48F653C8305}" sibTransId="{8D5974BA-C0E9-4A1F-9B85-3382E21C73CC}"/>
    <dgm:cxn modelId="{F5775867-9C7A-41DC-9362-5446D4ED8F54}" type="presOf" srcId="{CF5B6DA4-11A9-42C1-8405-741BD9A4B407}" destId="{8310EEBA-91AB-4496-9DC8-5B61244665E8}" srcOrd="0" destOrd="0" presId="urn:microsoft.com/office/officeart/2005/8/layout/vList2"/>
    <dgm:cxn modelId="{91056A57-DF65-49BE-99C1-1D7F415F6DB7}" type="presOf" srcId="{22E5F417-0797-489D-9AF7-157F36239ADC}" destId="{8310EEBA-91AB-4496-9DC8-5B61244665E8}" srcOrd="0" destOrd="1" presId="urn:microsoft.com/office/officeart/2005/8/layout/vList2"/>
    <dgm:cxn modelId="{69B74E59-9AE7-4CC8-BC9A-1DFC42B995DD}" type="presOf" srcId="{2D573985-F5BF-4998-8525-161391A721FB}" destId="{8310EEBA-91AB-4496-9DC8-5B61244665E8}" srcOrd="0" destOrd="5" presId="urn:microsoft.com/office/officeart/2005/8/layout/vList2"/>
    <dgm:cxn modelId="{AEA89B81-A89B-49BF-BECF-F7877133CBCF}" srcId="{C2182D98-E435-4B34-BD31-78311667CDCE}" destId="{C4C640F1-5349-414D-AAD5-D06D01657E3E}" srcOrd="0" destOrd="0" parTransId="{DFADA540-525D-4FCD-AD8F-3BC858EB2297}" sibTransId="{C7C90600-B2C2-454D-82BA-8911120BEED1}"/>
    <dgm:cxn modelId="{86526F8A-975F-4601-82F5-97AA70132D66}" srcId="{7371FBF9-1987-43FF-BEE6-3F1A23318616}" destId="{CF5B6DA4-11A9-42C1-8405-741BD9A4B407}" srcOrd="0" destOrd="0" parTransId="{403C76EC-7154-4323-AA4A-ECFC96A880BC}" sibTransId="{7B0D763A-198C-4582-91A2-39B850A52DCA}"/>
    <dgm:cxn modelId="{4A48D7AB-E32B-4C1A-B1C9-CA3E0F421788}" srcId="{7371FBF9-1987-43FF-BEE6-3F1A23318616}" destId="{1E598C76-825A-4DD8-971E-CEFEFAB2997B}" srcOrd="4" destOrd="0" parTransId="{B3B5CB5A-F19A-414F-BEB3-512B6916B4E1}" sibTransId="{C8D5AF17-5660-479A-A19F-B1723BAD0590}"/>
    <dgm:cxn modelId="{C2A124D8-0D2B-4E03-8729-6BF09A9EE8C3}" type="presOf" srcId="{C4C640F1-5349-414D-AAD5-D06D01657E3E}" destId="{FF8A413A-83C3-4AEF-8615-FA0BC2BFB2C1}" srcOrd="0" destOrd="0" presId="urn:microsoft.com/office/officeart/2005/8/layout/vList2"/>
    <dgm:cxn modelId="{ADB610DA-7B1D-40A8-812C-7058BEEEE3DE}" type="presOf" srcId="{E502E88B-707E-4392-ACB1-8DC19CDC843F}" destId="{8310EEBA-91AB-4496-9DC8-5B61244665E8}" srcOrd="0" destOrd="6" presId="urn:microsoft.com/office/officeart/2005/8/layout/vList2"/>
    <dgm:cxn modelId="{B6CD47DD-DF14-4A73-86B3-D9279BB2DCA2}" srcId="{7371FBF9-1987-43FF-BEE6-3F1A23318616}" destId="{2D573985-F5BF-4998-8525-161391A721FB}" srcOrd="5" destOrd="0" parTransId="{5639316D-1CA0-485B-8879-7428D20E893F}" sibTransId="{FEB8A9CB-A4A3-45B6-9202-12E777D4039B}"/>
    <dgm:cxn modelId="{E6A6B1DE-2B14-405F-8667-20DD0EFC1F3C}" srcId="{7371FBF9-1987-43FF-BEE6-3F1A23318616}" destId="{D074E5A4-9FD4-40CA-A22C-6EF35A19FE48}" srcOrd="3" destOrd="0" parTransId="{CB67DF7E-BBAF-4840-8D63-230A04A19B9D}" sibTransId="{C957ABD9-6082-4CFE-AA3B-68B52AB6B373}"/>
    <dgm:cxn modelId="{8993F1EA-9587-4AF2-8847-BEF16E3DDBD8}" srcId="{7371FBF9-1987-43FF-BEE6-3F1A23318616}" destId="{22E5F417-0797-489D-9AF7-157F36239ADC}" srcOrd="1" destOrd="0" parTransId="{42757368-65A9-4B3C-9C2E-F9B5CBEDBE71}" sibTransId="{AF136642-66A2-48A3-A44B-27245302B2CC}"/>
    <dgm:cxn modelId="{1E0BA3F4-EA75-46AE-B561-D094BB2D18D4}" type="presOf" srcId="{1E598C76-825A-4DD8-971E-CEFEFAB2997B}" destId="{8310EEBA-91AB-4496-9DC8-5B61244665E8}" srcOrd="0" destOrd="4" presId="urn:microsoft.com/office/officeart/2005/8/layout/vList2"/>
    <dgm:cxn modelId="{65B8665F-C555-4D9B-AFAD-F6F4B90E06E7}" type="presParOf" srcId="{4865CB50-998E-43E0-8148-30D132EAAB97}" destId="{FF8A413A-83C3-4AEF-8615-FA0BC2BFB2C1}" srcOrd="0" destOrd="0" presId="urn:microsoft.com/office/officeart/2005/8/layout/vList2"/>
    <dgm:cxn modelId="{67F32D0F-A24D-4B0F-9FF6-8290E6E8A87D}" type="presParOf" srcId="{4865CB50-998E-43E0-8148-30D132EAAB97}" destId="{6D262631-DAF3-4F65-9B89-51D9C6064563}" srcOrd="1" destOrd="0" presId="urn:microsoft.com/office/officeart/2005/8/layout/vList2"/>
    <dgm:cxn modelId="{5E7B13E9-36BE-4A7E-9EA1-F61C29382710}" type="presParOf" srcId="{4865CB50-998E-43E0-8148-30D132EAAB97}" destId="{BC6F3F2D-D164-43C1-83D7-325522925075}" srcOrd="2" destOrd="0" presId="urn:microsoft.com/office/officeart/2005/8/layout/vList2"/>
    <dgm:cxn modelId="{0DF722B6-ED82-413C-AEC6-7D35A03D51A4}" type="presParOf" srcId="{4865CB50-998E-43E0-8148-30D132EAAB97}" destId="{8310EEBA-91AB-4496-9DC8-5B61244665E8}"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D70A4E-F499-44BD-B8F7-551AF166F1B6}"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041DF63E-CFB3-445B-85B2-9DB71EE6FBC7}">
      <dgm:prSet/>
      <dgm:spPr/>
      <dgm:t>
        <a:bodyPr/>
        <a:lstStyle/>
        <a:p>
          <a:r>
            <a:rPr lang="en-US" b="1" dirty="0"/>
            <a:t>A vendor offers you a custom built product at a price of $2 million with delivery to take place in 1 year. Your budget will only allow you to spend $1.5 million. Which of the following is NOT a good win-win negotiating strategy?</a:t>
          </a:r>
          <a:endParaRPr lang="en-US" dirty="0"/>
        </a:p>
      </dgm:t>
    </dgm:pt>
    <dgm:pt modelId="{E3A7DC74-08AC-43DC-92A8-F243A4B8C945}" type="parTrans" cxnId="{FA3150E5-B03D-4B5E-A2D5-CDECD60A3B5A}">
      <dgm:prSet/>
      <dgm:spPr/>
      <dgm:t>
        <a:bodyPr/>
        <a:lstStyle/>
        <a:p>
          <a:endParaRPr lang="en-US"/>
        </a:p>
      </dgm:t>
    </dgm:pt>
    <dgm:pt modelId="{D5F921D7-401A-4633-A722-D47353A23393}" type="sibTrans" cxnId="{FA3150E5-B03D-4B5E-A2D5-CDECD60A3B5A}">
      <dgm:prSet/>
      <dgm:spPr/>
      <dgm:t>
        <a:bodyPr/>
        <a:lstStyle/>
        <a:p>
          <a:endParaRPr lang="en-US"/>
        </a:p>
      </dgm:t>
    </dgm:pt>
    <dgm:pt modelId="{0868265B-EF9F-4CD7-8DC0-69D8482FAB7C}">
      <dgm:prSet/>
      <dgm:spPr/>
      <dgm:t>
        <a:bodyPr/>
        <a:lstStyle/>
        <a:p>
          <a:r>
            <a:rPr lang="en-US"/>
            <a:t>offer to pay $1.5 million but with delivery to be taken in 1.5 years.</a:t>
          </a:r>
        </a:p>
      </dgm:t>
    </dgm:pt>
    <dgm:pt modelId="{7F52701A-2157-4D69-8ED4-811BAC034153}" type="parTrans" cxnId="{F4ED7808-54EB-4BC2-A6B6-7373865A684C}">
      <dgm:prSet/>
      <dgm:spPr/>
      <dgm:t>
        <a:bodyPr/>
        <a:lstStyle/>
        <a:p>
          <a:endParaRPr lang="en-US"/>
        </a:p>
      </dgm:t>
    </dgm:pt>
    <dgm:pt modelId="{39D97B2D-3C75-4783-853D-591F0DD6EC32}" type="sibTrans" cxnId="{F4ED7808-54EB-4BC2-A6B6-7373865A684C}">
      <dgm:prSet/>
      <dgm:spPr/>
      <dgm:t>
        <a:bodyPr/>
        <a:lstStyle/>
        <a:p>
          <a:endParaRPr lang="en-US"/>
        </a:p>
      </dgm:t>
    </dgm:pt>
    <dgm:pt modelId="{139B0159-E259-42BF-BE61-F72D11C12F47}">
      <dgm:prSet/>
      <dgm:spPr/>
      <dgm:t>
        <a:bodyPr/>
        <a:lstStyle/>
        <a:p>
          <a:r>
            <a:rPr lang="en-US"/>
            <a:t>offer to pay $1.5 million for the same feature set.</a:t>
          </a:r>
        </a:p>
      </dgm:t>
    </dgm:pt>
    <dgm:pt modelId="{372623BE-97D2-4278-A00B-5A2987B189EB}" type="parTrans" cxnId="{9378BCBD-2F62-4D0B-B74D-24B4E97BA291}">
      <dgm:prSet/>
      <dgm:spPr/>
      <dgm:t>
        <a:bodyPr/>
        <a:lstStyle/>
        <a:p>
          <a:endParaRPr lang="en-US"/>
        </a:p>
      </dgm:t>
    </dgm:pt>
    <dgm:pt modelId="{7B7FEB96-AC8D-45CB-B4F9-9DE96CE90242}" type="sibTrans" cxnId="{9378BCBD-2F62-4D0B-B74D-24B4E97BA291}">
      <dgm:prSet/>
      <dgm:spPr/>
      <dgm:t>
        <a:bodyPr/>
        <a:lstStyle/>
        <a:p>
          <a:endParaRPr lang="en-US"/>
        </a:p>
      </dgm:t>
    </dgm:pt>
    <dgm:pt modelId="{60035709-2F06-4EFF-B3A5-B0B04B8E9991}">
      <dgm:prSet/>
      <dgm:spPr/>
      <dgm:t>
        <a:bodyPr/>
        <a:lstStyle/>
        <a:p>
          <a:r>
            <a:rPr lang="en-US" dirty="0"/>
            <a:t>offer to pay $1.5 million for a reduced feature set.</a:t>
          </a:r>
        </a:p>
      </dgm:t>
    </dgm:pt>
    <dgm:pt modelId="{29CBD72A-20F0-4036-A2EB-A4C4435662E4}" type="parTrans" cxnId="{BF37FEAF-40C7-4F9A-9907-C9E7CE885E4F}">
      <dgm:prSet/>
      <dgm:spPr/>
      <dgm:t>
        <a:bodyPr/>
        <a:lstStyle/>
        <a:p>
          <a:endParaRPr lang="en-US"/>
        </a:p>
      </dgm:t>
    </dgm:pt>
    <dgm:pt modelId="{DA773D43-92E9-425E-A2C0-52956C36D526}" type="sibTrans" cxnId="{BF37FEAF-40C7-4F9A-9907-C9E7CE885E4F}">
      <dgm:prSet/>
      <dgm:spPr/>
      <dgm:t>
        <a:bodyPr/>
        <a:lstStyle/>
        <a:p>
          <a:endParaRPr lang="en-US"/>
        </a:p>
      </dgm:t>
    </dgm:pt>
    <dgm:pt modelId="{6FCC0EB4-4B57-468F-9400-248DE5550D44}">
      <dgm:prSet/>
      <dgm:spPr/>
      <dgm:t>
        <a:bodyPr/>
        <a:lstStyle/>
        <a:p>
          <a:r>
            <a:rPr lang="en-US"/>
            <a:t>offer to pay $1.5 million for a reduced feature set delivered in 1.5 years.</a:t>
          </a:r>
        </a:p>
      </dgm:t>
    </dgm:pt>
    <dgm:pt modelId="{B3081FBA-1E08-46F8-8CFD-088721785D7B}" type="parTrans" cxnId="{F531DAD4-3FFF-452D-9ABD-1A68446AB79A}">
      <dgm:prSet/>
      <dgm:spPr/>
      <dgm:t>
        <a:bodyPr/>
        <a:lstStyle/>
        <a:p>
          <a:endParaRPr lang="en-US"/>
        </a:p>
      </dgm:t>
    </dgm:pt>
    <dgm:pt modelId="{506C83D5-86DA-4130-B42F-4C149A0C3776}" type="sibTrans" cxnId="{F531DAD4-3FFF-452D-9ABD-1A68446AB79A}">
      <dgm:prSet/>
      <dgm:spPr/>
      <dgm:t>
        <a:bodyPr/>
        <a:lstStyle/>
        <a:p>
          <a:endParaRPr lang="en-US"/>
        </a:p>
      </dgm:t>
    </dgm:pt>
    <dgm:pt modelId="{D49E9CAA-8D65-43B2-B05D-90FB9014CCDB}" type="pres">
      <dgm:prSet presAssocID="{90D70A4E-F499-44BD-B8F7-551AF166F1B6}" presName="Name0" presStyleCnt="0">
        <dgm:presLayoutVars>
          <dgm:dir/>
          <dgm:animLvl val="lvl"/>
          <dgm:resizeHandles val="exact"/>
        </dgm:presLayoutVars>
      </dgm:prSet>
      <dgm:spPr/>
    </dgm:pt>
    <dgm:pt modelId="{386D27F5-1635-4221-996A-CE01501B565E}" type="pres">
      <dgm:prSet presAssocID="{041DF63E-CFB3-445B-85B2-9DB71EE6FBC7}" presName="composite" presStyleCnt="0"/>
      <dgm:spPr/>
    </dgm:pt>
    <dgm:pt modelId="{DE641BBA-2784-4C90-A848-320C54BFD337}" type="pres">
      <dgm:prSet presAssocID="{041DF63E-CFB3-445B-85B2-9DB71EE6FBC7}" presName="parTx" presStyleLbl="node1" presStyleIdx="0" presStyleCnt="1" custLinFactNeighborX="-10054" custLinFactNeighborY="-3310">
        <dgm:presLayoutVars>
          <dgm:chMax val="0"/>
          <dgm:chPref val="0"/>
          <dgm:bulletEnabled val="1"/>
        </dgm:presLayoutVars>
      </dgm:prSet>
      <dgm:spPr/>
    </dgm:pt>
    <dgm:pt modelId="{A9202C3C-80FD-470A-A883-EB428EA9A13D}" type="pres">
      <dgm:prSet presAssocID="{041DF63E-CFB3-445B-85B2-9DB71EE6FBC7}" presName="desTx" presStyleLbl="revTx" presStyleIdx="0" presStyleCnt="1" custScaleX="125000" custLinFactNeighborX="2493" custLinFactNeighborY="14289">
        <dgm:presLayoutVars>
          <dgm:bulletEnabled val="1"/>
        </dgm:presLayoutVars>
      </dgm:prSet>
      <dgm:spPr/>
    </dgm:pt>
  </dgm:ptLst>
  <dgm:cxnLst>
    <dgm:cxn modelId="{F4ED7808-54EB-4BC2-A6B6-7373865A684C}" srcId="{041DF63E-CFB3-445B-85B2-9DB71EE6FBC7}" destId="{0868265B-EF9F-4CD7-8DC0-69D8482FAB7C}" srcOrd="0" destOrd="0" parTransId="{7F52701A-2157-4D69-8ED4-811BAC034153}" sibTransId="{39D97B2D-3C75-4783-853D-591F0DD6EC32}"/>
    <dgm:cxn modelId="{D5112D1A-AAC4-42A9-B1B3-96C6F7BBDC1D}" type="presOf" srcId="{60035709-2F06-4EFF-B3A5-B0B04B8E9991}" destId="{A9202C3C-80FD-470A-A883-EB428EA9A13D}" srcOrd="0" destOrd="2" presId="urn:microsoft.com/office/officeart/2005/8/layout/chevron1"/>
    <dgm:cxn modelId="{5C5B913A-DFF9-4FD6-BDB7-33EB2E2E8665}" type="presOf" srcId="{90D70A4E-F499-44BD-B8F7-551AF166F1B6}" destId="{D49E9CAA-8D65-43B2-B05D-90FB9014CCDB}" srcOrd="0" destOrd="0" presId="urn:microsoft.com/office/officeart/2005/8/layout/chevron1"/>
    <dgm:cxn modelId="{EC586E45-3B17-4825-9C9F-C0EE3AA0372A}" type="presOf" srcId="{0868265B-EF9F-4CD7-8DC0-69D8482FAB7C}" destId="{A9202C3C-80FD-470A-A883-EB428EA9A13D}" srcOrd="0" destOrd="0" presId="urn:microsoft.com/office/officeart/2005/8/layout/chevron1"/>
    <dgm:cxn modelId="{BF37FEAF-40C7-4F9A-9907-C9E7CE885E4F}" srcId="{041DF63E-CFB3-445B-85B2-9DB71EE6FBC7}" destId="{60035709-2F06-4EFF-B3A5-B0B04B8E9991}" srcOrd="2" destOrd="0" parTransId="{29CBD72A-20F0-4036-A2EB-A4C4435662E4}" sibTransId="{DA773D43-92E9-425E-A2C0-52956C36D526}"/>
    <dgm:cxn modelId="{9378BCBD-2F62-4D0B-B74D-24B4E97BA291}" srcId="{041DF63E-CFB3-445B-85B2-9DB71EE6FBC7}" destId="{139B0159-E259-42BF-BE61-F72D11C12F47}" srcOrd="1" destOrd="0" parTransId="{372623BE-97D2-4278-A00B-5A2987B189EB}" sibTransId="{7B7FEB96-AC8D-45CB-B4F9-9DE96CE90242}"/>
    <dgm:cxn modelId="{67D479C2-9CD2-45C6-9A55-439B295ABEF9}" type="presOf" srcId="{139B0159-E259-42BF-BE61-F72D11C12F47}" destId="{A9202C3C-80FD-470A-A883-EB428EA9A13D}" srcOrd="0" destOrd="1" presId="urn:microsoft.com/office/officeart/2005/8/layout/chevron1"/>
    <dgm:cxn modelId="{C85B77C9-E891-4B19-809B-8B44D81B1070}" type="presOf" srcId="{041DF63E-CFB3-445B-85B2-9DB71EE6FBC7}" destId="{DE641BBA-2784-4C90-A848-320C54BFD337}" srcOrd="0" destOrd="0" presId="urn:microsoft.com/office/officeart/2005/8/layout/chevron1"/>
    <dgm:cxn modelId="{F531DAD4-3FFF-452D-9ABD-1A68446AB79A}" srcId="{041DF63E-CFB3-445B-85B2-9DB71EE6FBC7}" destId="{6FCC0EB4-4B57-468F-9400-248DE5550D44}" srcOrd="3" destOrd="0" parTransId="{B3081FBA-1E08-46F8-8CFD-088721785D7B}" sibTransId="{506C83D5-86DA-4130-B42F-4C149A0C3776}"/>
    <dgm:cxn modelId="{FA3150E5-B03D-4B5E-A2D5-CDECD60A3B5A}" srcId="{90D70A4E-F499-44BD-B8F7-551AF166F1B6}" destId="{041DF63E-CFB3-445B-85B2-9DB71EE6FBC7}" srcOrd="0" destOrd="0" parTransId="{E3A7DC74-08AC-43DC-92A8-F243A4B8C945}" sibTransId="{D5F921D7-401A-4633-A722-D47353A23393}"/>
    <dgm:cxn modelId="{414E0EFA-CAC8-4417-AAAF-895DDA488FA4}" type="presOf" srcId="{6FCC0EB4-4B57-468F-9400-248DE5550D44}" destId="{A9202C3C-80FD-470A-A883-EB428EA9A13D}" srcOrd="0" destOrd="3" presId="urn:microsoft.com/office/officeart/2005/8/layout/chevron1"/>
    <dgm:cxn modelId="{9838112E-52CA-4A36-A20E-C063A6EBAB7F}" type="presParOf" srcId="{D49E9CAA-8D65-43B2-B05D-90FB9014CCDB}" destId="{386D27F5-1635-4221-996A-CE01501B565E}" srcOrd="0" destOrd="0" presId="urn:microsoft.com/office/officeart/2005/8/layout/chevron1"/>
    <dgm:cxn modelId="{38ADA845-99A4-4DA9-98F8-BE47451F582E}" type="presParOf" srcId="{386D27F5-1635-4221-996A-CE01501B565E}" destId="{DE641BBA-2784-4C90-A848-320C54BFD337}" srcOrd="0" destOrd="0" presId="urn:microsoft.com/office/officeart/2005/8/layout/chevron1"/>
    <dgm:cxn modelId="{6A7010A1-4665-49A5-9596-F3A19CE6FC05}" type="presParOf" srcId="{386D27F5-1635-4221-996A-CE01501B565E}" destId="{A9202C3C-80FD-470A-A883-EB428EA9A13D}" srcOrd="1"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CA39C9-4874-4FE2-BCD3-C10EA6D33049}"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US"/>
        </a:p>
      </dgm:t>
    </dgm:pt>
    <dgm:pt modelId="{648587B9-9ED4-4FE4-A17C-E2DCBED332FD}">
      <dgm:prSet/>
      <dgm:spPr/>
      <dgm:t>
        <a:bodyPr/>
        <a:lstStyle/>
        <a:p>
          <a:r>
            <a:rPr lang="en-US"/>
            <a:t>Control Flow Testing</a:t>
          </a:r>
        </a:p>
      </dgm:t>
    </dgm:pt>
    <dgm:pt modelId="{DCF502BC-04C4-4632-A06E-B44AE092825D}" type="parTrans" cxnId="{A101D03B-7FEC-4423-B42D-3815D52FBBF7}">
      <dgm:prSet/>
      <dgm:spPr/>
      <dgm:t>
        <a:bodyPr/>
        <a:lstStyle/>
        <a:p>
          <a:endParaRPr lang="en-US"/>
        </a:p>
      </dgm:t>
    </dgm:pt>
    <dgm:pt modelId="{ADB63FB6-BA60-4847-866F-445607D36529}" type="sibTrans" cxnId="{A101D03B-7FEC-4423-B42D-3815D52FBBF7}">
      <dgm:prSet/>
      <dgm:spPr/>
      <dgm:t>
        <a:bodyPr/>
        <a:lstStyle/>
        <a:p>
          <a:endParaRPr lang="en-US"/>
        </a:p>
      </dgm:t>
    </dgm:pt>
    <dgm:pt modelId="{4D1D6302-FABE-4D31-BA64-CABE4B525FAA}">
      <dgm:prSet/>
      <dgm:spPr/>
      <dgm:t>
        <a:bodyPr/>
        <a:lstStyle/>
        <a:p>
          <a:r>
            <a:rPr lang="en-US"/>
            <a:t>Data Flow Testing</a:t>
          </a:r>
        </a:p>
      </dgm:t>
    </dgm:pt>
    <dgm:pt modelId="{3A3AAB8F-DA18-424F-996E-88EEB34DC04D}" type="parTrans" cxnId="{7D75151B-02A2-496A-9B77-D90FED2A32F7}">
      <dgm:prSet/>
      <dgm:spPr/>
      <dgm:t>
        <a:bodyPr/>
        <a:lstStyle/>
        <a:p>
          <a:endParaRPr lang="en-US"/>
        </a:p>
      </dgm:t>
    </dgm:pt>
    <dgm:pt modelId="{576F6232-B1E1-4AE0-A51A-95C816017ECF}" type="sibTrans" cxnId="{7D75151B-02A2-496A-9B77-D90FED2A32F7}">
      <dgm:prSet/>
      <dgm:spPr/>
      <dgm:t>
        <a:bodyPr/>
        <a:lstStyle/>
        <a:p>
          <a:endParaRPr lang="en-US"/>
        </a:p>
      </dgm:t>
    </dgm:pt>
    <dgm:pt modelId="{6EBFEC66-4F41-4569-A777-42DD41089370}" type="pres">
      <dgm:prSet presAssocID="{8BCA39C9-4874-4FE2-BCD3-C10EA6D33049}" presName="diagram" presStyleCnt="0">
        <dgm:presLayoutVars>
          <dgm:dir/>
          <dgm:resizeHandles val="exact"/>
        </dgm:presLayoutVars>
      </dgm:prSet>
      <dgm:spPr/>
    </dgm:pt>
    <dgm:pt modelId="{030804DD-6C78-4308-85A9-2D01B845B8B2}" type="pres">
      <dgm:prSet presAssocID="{648587B9-9ED4-4FE4-A17C-E2DCBED332FD}" presName="node" presStyleLbl="node1" presStyleIdx="0" presStyleCnt="2">
        <dgm:presLayoutVars>
          <dgm:bulletEnabled val="1"/>
        </dgm:presLayoutVars>
      </dgm:prSet>
      <dgm:spPr/>
    </dgm:pt>
    <dgm:pt modelId="{13348C72-E50F-4CC8-B225-0F8CD35AC0BD}" type="pres">
      <dgm:prSet presAssocID="{ADB63FB6-BA60-4847-866F-445607D36529}" presName="sibTrans" presStyleCnt="0"/>
      <dgm:spPr/>
    </dgm:pt>
    <dgm:pt modelId="{09E29C4A-77AF-4993-B256-68D7C977F11F}" type="pres">
      <dgm:prSet presAssocID="{4D1D6302-FABE-4D31-BA64-CABE4B525FAA}" presName="node" presStyleLbl="node1" presStyleIdx="1" presStyleCnt="2">
        <dgm:presLayoutVars>
          <dgm:bulletEnabled val="1"/>
        </dgm:presLayoutVars>
      </dgm:prSet>
      <dgm:spPr/>
    </dgm:pt>
  </dgm:ptLst>
  <dgm:cxnLst>
    <dgm:cxn modelId="{7D75151B-02A2-496A-9B77-D90FED2A32F7}" srcId="{8BCA39C9-4874-4FE2-BCD3-C10EA6D33049}" destId="{4D1D6302-FABE-4D31-BA64-CABE4B525FAA}" srcOrd="1" destOrd="0" parTransId="{3A3AAB8F-DA18-424F-996E-88EEB34DC04D}" sibTransId="{576F6232-B1E1-4AE0-A51A-95C816017ECF}"/>
    <dgm:cxn modelId="{A101D03B-7FEC-4423-B42D-3815D52FBBF7}" srcId="{8BCA39C9-4874-4FE2-BCD3-C10EA6D33049}" destId="{648587B9-9ED4-4FE4-A17C-E2DCBED332FD}" srcOrd="0" destOrd="0" parTransId="{DCF502BC-04C4-4632-A06E-B44AE092825D}" sibTransId="{ADB63FB6-BA60-4847-866F-445607D36529}"/>
    <dgm:cxn modelId="{DB477977-0242-4239-A703-070F75DD8DFD}" type="presOf" srcId="{8BCA39C9-4874-4FE2-BCD3-C10EA6D33049}" destId="{6EBFEC66-4F41-4569-A777-42DD41089370}" srcOrd="0" destOrd="0" presId="urn:microsoft.com/office/officeart/2005/8/layout/default"/>
    <dgm:cxn modelId="{1644FD82-8FCD-49F6-AD8B-39DEEEF4D4ED}" type="presOf" srcId="{648587B9-9ED4-4FE4-A17C-E2DCBED332FD}" destId="{030804DD-6C78-4308-85A9-2D01B845B8B2}" srcOrd="0" destOrd="0" presId="urn:microsoft.com/office/officeart/2005/8/layout/default"/>
    <dgm:cxn modelId="{E60F28CE-DB4A-46A9-9E1E-12E90E51E266}" type="presOf" srcId="{4D1D6302-FABE-4D31-BA64-CABE4B525FAA}" destId="{09E29C4A-77AF-4993-B256-68D7C977F11F}" srcOrd="0" destOrd="0" presId="urn:microsoft.com/office/officeart/2005/8/layout/default"/>
    <dgm:cxn modelId="{76A01BC8-D7AD-456D-ADD0-F20D1CE5780C}" type="presParOf" srcId="{6EBFEC66-4F41-4569-A777-42DD41089370}" destId="{030804DD-6C78-4308-85A9-2D01B845B8B2}" srcOrd="0" destOrd="0" presId="urn:microsoft.com/office/officeart/2005/8/layout/default"/>
    <dgm:cxn modelId="{82229ABA-34E9-4203-87C5-88B019F5FCB0}" type="presParOf" srcId="{6EBFEC66-4F41-4569-A777-42DD41089370}" destId="{13348C72-E50F-4CC8-B225-0F8CD35AC0BD}" srcOrd="1" destOrd="0" presId="urn:microsoft.com/office/officeart/2005/8/layout/default"/>
    <dgm:cxn modelId="{FAD50D63-3FB8-491B-9C8A-3A65FC4D39E5}" type="presParOf" srcId="{6EBFEC66-4F41-4569-A777-42DD41089370}" destId="{09E29C4A-77AF-4993-B256-68D7C977F11F}" srcOrd="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AC3C974-CF0C-4CAA-AEC1-35ED6F0FA937}" type="doc">
      <dgm:prSet loTypeId="urn:microsoft.com/office/officeart/2005/8/layout/list1" loCatId="list" qsTypeId="urn:microsoft.com/office/officeart/2005/8/quickstyle/simple1" qsCatId="simple" csTypeId="urn:microsoft.com/office/officeart/2005/8/colors/colorful1" csCatId="colorful"/>
      <dgm:spPr/>
      <dgm:t>
        <a:bodyPr/>
        <a:lstStyle/>
        <a:p>
          <a:endParaRPr lang="en-US"/>
        </a:p>
      </dgm:t>
    </dgm:pt>
    <dgm:pt modelId="{B5AF2D45-64A6-421F-B307-EC4A936D6BAB}">
      <dgm:prSet/>
      <dgm:spPr/>
      <dgm:t>
        <a:bodyPr/>
        <a:lstStyle/>
        <a:p>
          <a:r>
            <a:rPr lang="en-US"/>
            <a:t>Two kinds of basic program statements:</a:t>
          </a:r>
        </a:p>
      </dgm:t>
    </dgm:pt>
    <dgm:pt modelId="{23941552-AA2B-4B0F-88A9-F17C7D83256E}" type="parTrans" cxnId="{A1AAF024-A894-47A7-AB5D-5BE9CEA4CF83}">
      <dgm:prSet/>
      <dgm:spPr/>
      <dgm:t>
        <a:bodyPr/>
        <a:lstStyle/>
        <a:p>
          <a:endParaRPr lang="en-US"/>
        </a:p>
      </dgm:t>
    </dgm:pt>
    <dgm:pt modelId="{34EAC640-65EC-45E0-8F52-9C01B72C61CD}" type="sibTrans" cxnId="{A1AAF024-A894-47A7-AB5D-5BE9CEA4CF83}">
      <dgm:prSet/>
      <dgm:spPr/>
      <dgm:t>
        <a:bodyPr/>
        <a:lstStyle/>
        <a:p>
          <a:endParaRPr lang="en-US"/>
        </a:p>
      </dgm:t>
    </dgm:pt>
    <dgm:pt modelId="{3E3984B7-72ED-4133-9950-8D8F3560D08D}">
      <dgm:prSet/>
      <dgm:spPr/>
      <dgm:t>
        <a:bodyPr/>
        <a:lstStyle/>
        <a:p>
          <a:r>
            <a:rPr lang="en-US"/>
            <a:t>Assignment statements (Ex. x = 2*y; )</a:t>
          </a:r>
        </a:p>
      </dgm:t>
    </dgm:pt>
    <dgm:pt modelId="{AEAD3A0C-CFE8-4D23-A2C4-08C74912CCB7}" type="parTrans" cxnId="{84F00460-53BE-44F3-BE26-7B4AE4D39135}">
      <dgm:prSet/>
      <dgm:spPr/>
      <dgm:t>
        <a:bodyPr/>
        <a:lstStyle/>
        <a:p>
          <a:endParaRPr lang="en-US"/>
        </a:p>
      </dgm:t>
    </dgm:pt>
    <dgm:pt modelId="{4E518A6C-628C-46D0-BC68-F8C38AD4B13D}" type="sibTrans" cxnId="{84F00460-53BE-44F3-BE26-7B4AE4D39135}">
      <dgm:prSet/>
      <dgm:spPr/>
      <dgm:t>
        <a:bodyPr/>
        <a:lstStyle/>
        <a:p>
          <a:endParaRPr lang="en-US"/>
        </a:p>
      </dgm:t>
    </dgm:pt>
    <dgm:pt modelId="{1B0EBEC0-C842-485A-B8DE-43526F2DEE6E}">
      <dgm:prSet/>
      <dgm:spPr/>
      <dgm:t>
        <a:bodyPr/>
        <a:lstStyle/>
        <a:p>
          <a:r>
            <a:rPr lang="en-US"/>
            <a:t>Conditional statements (Ex. if(), for(), while(), …)</a:t>
          </a:r>
        </a:p>
      </dgm:t>
    </dgm:pt>
    <dgm:pt modelId="{594DAB43-3605-4692-927C-207E4D09F6B1}" type="parTrans" cxnId="{0FAE2201-1975-4D4E-A896-6C8C7E819054}">
      <dgm:prSet/>
      <dgm:spPr/>
      <dgm:t>
        <a:bodyPr/>
        <a:lstStyle/>
        <a:p>
          <a:endParaRPr lang="en-US"/>
        </a:p>
      </dgm:t>
    </dgm:pt>
    <dgm:pt modelId="{C07AF363-C36B-45C1-9282-464CB33C87F2}" type="sibTrans" cxnId="{0FAE2201-1975-4D4E-A896-6C8C7E819054}">
      <dgm:prSet/>
      <dgm:spPr/>
      <dgm:t>
        <a:bodyPr/>
        <a:lstStyle/>
        <a:p>
          <a:endParaRPr lang="en-US"/>
        </a:p>
      </dgm:t>
    </dgm:pt>
    <dgm:pt modelId="{D92ED389-387E-488B-984C-F2F571470B77}">
      <dgm:prSet/>
      <dgm:spPr/>
      <dgm:t>
        <a:bodyPr/>
        <a:lstStyle/>
        <a:p>
          <a:r>
            <a:rPr lang="en-US"/>
            <a:t>Control flow</a:t>
          </a:r>
        </a:p>
      </dgm:t>
    </dgm:pt>
    <dgm:pt modelId="{0980E96C-10C9-40A1-BA49-2AC392DA4FD5}" type="parTrans" cxnId="{F32915C8-8A78-4D88-A88C-2C02CDA2F5A9}">
      <dgm:prSet/>
      <dgm:spPr/>
      <dgm:t>
        <a:bodyPr/>
        <a:lstStyle/>
        <a:p>
          <a:endParaRPr lang="en-US"/>
        </a:p>
      </dgm:t>
    </dgm:pt>
    <dgm:pt modelId="{3B9D19C4-13C1-47B8-9F42-A0FB4B2E626E}" type="sibTrans" cxnId="{F32915C8-8A78-4D88-A88C-2C02CDA2F5A9}">
      <dgm:prSet/>
      <dgm:spPr/>
      <dgm:t>
        <a:bodyPr/>
        <a:lstStyle/>
        <a:p>
          <a:endParaRPr lang="en-US"/>
        </a:p>
      </dgm:t>
    </dgm:pt>
    <dgm:pt modelId="{5C1AAFB9-886A-440B-BAC1-67B7B90AFE5F}">
      <dgm:prSet/>
      <dgm:spPr/>
      <dgm:t>
        <a:bodyPr/>
        <a:lstStyle/>
        <a:p>
          <a:r>
            <a:rPr lang="en-US"/>
            <a:t>Successive execution of program statements is viewed as flow of control.</a:t>
          </a:r>
        </a:p>
      </dgm:t>
    </dgm:pt>
    <dgm:pt modelId="{C81F4578-B5E7-44C2-AA78-1B3669A5E8F4}" type="parTrans" cxnId="{0925CFAF-A764-4164-9C8C-229864935A47}">
      <dgm:prSet/>
      <dgm:spPr/>
      <dgm:t>
        <a:bodyPr/>
        <a:lstStyle/>
        <a:p>
          <a:endParaRPr lang="en-US"/>
        </a:p>
      </dgm:t>
    </dgm:pt>
    <dgm:pt modelId="{F60E812B-2F8A-4A7D-8A12-86183ED1C95B}" type="sibTrans" cxnId="{0925CFAF-A764-4164-9C8C-229864935A47}">
      <dgm:prSet/>
      <dgm:spPr/>
      <dgm:t>
        <a:bodyPr/>
        <a:lstStyle/>
        <a:p>
          <a:endParaRPr lang="en-US"/>
        </a:p>
      </dgm:t>
    </dgm:pt>
    <dgm:pt modelId="{23401549-0F51-4342-845D-ED08E633277B}">
      <dgm:prSet/>
      <dgm:spPr/>
      <dgm:t>
        <a:bodyPr/>
        <a:lstStyle/>
        <a:p>
          <a:r>
            <a:rPr lang="en-US"/>
            <a:t>Conditional statements alter the default flow.</a:t>
          </a:r>
        </a:p>
      </dgm:t>
    </dgm:pt>
    <dgm:pt modelId="{A0B3C32C-D67A-4475-BA72-BF5C6E59EA76}" type="parTrans" cxnId="{19B294B5-8759-45FF-A5AE-96841980CCD7}">
      <dgm:prSet/>
      <dgm:spPr/>
      <dgm:t>
        <a:bodyPr/>
        <a:lstStyle/>
        <a:p>
          <a:endParaRPr lang="en-US"/>
        </a:p>
      </dgm:t>
    </dgm:pt>
    <dgm:pt modelId="{F9B1F889-DA6C-4A3B-A165-77C688AE044E}" type="sibTrans" cxnId="{19B294B5-8759-45FF-A5AE-96841980CCD7}">
      <dgm:prSet/>
      <dgm:spPr/>
      <dgm:t>
        <a:bodyPr/>
        <a:lstStyle/>
        <a:p>
          <a:endParaRPr lang="en-US"/>
        </a:p>
      </dgm:t>
    </dgm:pt>
    <dgm:pt modelId="{22F3886A-52ED-420E-8AFB-4F25994F0936}" type="pres">
      <dgm:prSet presAssocID="{FAC3C974-CF0C-4CAA-AEC1-35ED6F0FA937}" presName="linear" presStyleCnt="0">
        <dgm:presLayoutVars>
          <dgm:dir/>
          <dgm:animLvl val="lvl"/>
          <dgm:resizeHandles val="exact"/>
        </dgm:presLayoutVars>
      </dgm:prSet>
      <dgm:spPr/>
    </dgm:pt>
    <dgm:pt modelId="{ED3DA7B0-B5D4-4A00-8894-2113845EF995}" type="pres">
      <dgm:prSet presAssocID="{B5AF2D45-64A6-421F-B307-EC4A936D6BAB}" presName="parentLin" presStyleCnt="0"/>
      <dgm:spPr/>
    </dgm:pt>
    <dgm:pt modelId="{C7C935B6-1225-48A7-B699-76D57FDFE1E5}" type="pres">
      <dgm:prSet presAssocID="{B5AF2D45-64A6-421F-B307-EC4A936D6BAB}" presName="parentLeftMargin" presStyleLbl="node1" presStyleIdx="0" presStyleCnt="2"/>
      <dgm:spPr/>
    </dgm:pt>
    <dgm:pt modelId="{CD8578AE-DC31-4D09-8CAC-39C344731C5B}" type="pres">
      <dgm:prSet presAssocID="{B5AF2D45-64A6-421F-B307-EC4A936D6BAB}" presName="parentText" presStyleLbl="node1" presStyleIdx="0" presStyleCnt="2">
        <dgm:presLayoutVars>
          <dgm:chMax val="0"/>
          <dgm:bulletEnabled val="1"/>
        </dgm:presLayoutVars>
      </dgm:prSet>
      <dgm:spPr/>
    </dgm:pt>
    <dgm:pt modelId="{2EEF50C0-9A49-459F-B8A7-5A00931F3595}" type="pres">
      <dgm:prSet presAssocID="{B5AF2D45-64A6-421F-B307-EC4A936D6BAB}" presName="negativeSpace" presStyleCnt="0"/>
      <dgm:spPr/>
    </dgm:pt>
    <dgm:pt modelId="{755FA755-5D47-4C3A-9334-2731B97521A2}" type="pres">
      <dgm:prSet presAssocID="{B5AF2D45-64A6-421F-B307-EC4A936D6BAB}" presName="childText" presStyleLbl="conFgAcc1" presStyleIdx="0" presStyleCnt="2">
        <dgm:presLayoutVars>
          <dgm:bulletEnabled val="1"/>
        </dgm:presLayoutVars>
      </dgm:prSet>
      <dgm:spPr/>
    </dgm:pt>
    <dgm:pt modelId="{41D17403-5328-4319-8CBA-D61C83E9BBA5}" type="pres">
      <dgm:prSet presAssocID="{34EAC640-65EC-45E0-8F52-9C01B72C61CD}" presName="spaceBetweenRectangles" presStyleCnt="0"/>
      <dgm:spPr/>
    </dgm:pt>
    <dgm:pt modelId="{1BD84EB8-D22B-44B4-B6C1-DACC993779B0}" type="pres">
      <dgm:prSet presAssocID="{D92ED389-387E-488B-984C-F2F571470B77}" presName="parentLin" presStyleCnt="0"/>
      <dgm:spPr/>
    </dgm:pt>
    <dgm:pt modelId="{13875F79-9C21-4D42-90D3-47C8BC1D9241}" type="pres">
      <dgm:prSet presAssocID="{D92ED389-387E-488B-984C-F2F571470B77}" presName="parentLeftMargin" presStyleLbl="node1" presStyleIdx="0" presStyleCnt="2"/>
      <dgm:spPr/>
    </dgm:pt>
    <dgm:pt modelId="{2C0D3A8C-73C0-4003-BAD1-35708C53540A}" type="pres">
      <dgm:prSet presAssocID="{D92ED389-387E-488B-984C-F2F571470B77}" presName="parentText" presStyleLbl="node1" presStyleIdx="1" presStyleCnt="2">
        <dgm:presLayoutVars>
          <dgm:chMax val="0"/>
          <dgm:bulletEnabled val="1"/>
        </dgm:presLayoutVars>
      </dgm:prSet>
      <dgm:spPr/>
    </dgm:pt>
    <dgm:pt modelId="{1C628BEF-6C94-44FE-AE87-DD9D007F3B06}" type="pres">
      <dgm:prSet presAssocID="{D92ED389-387E-488B-984C-F2F571470B77}" presName="negativeSpace" presStyleCnt="0"/>
      <dgm:spPr/>
    </dgm:pt>
    <dgm:pt modelId="{9A0B33BC-5FA2-41F0-A13C-D05614E2F613}" type="pres">
      <dgm:prSet presAssocID="{D92ED389-387E-488B-984C-F2F571470B77}" presName="childText" presStyleLbl="conFgAcc1" presStyleIdx="1" presStyleCnt="2">
        <dgm:presLayoutVars>
          <dgm:bulletEnabled val="1"/>
        </dgm:presLayoutVars>
      </dgm:prSet>
      <dgm:spPr/>
    </dgm:pt>
  </dgm:ptLst>
  <dgm:cxnLst>
    <dgm:cxn modelId="{0FAE2201-1975-4D4E-A896-6C8C7E819054}" srcId="{B5AF2D45-64A6-421F-B307-EC4A936D6BAB}" destId="{1B0EBEC0-C842-485A-B8DE-43526F2DEE6E}" srcOrd="1" destOrd="0" parTransId="{594DAB43-3605-4692-927C-207E4D09F6B1}" sibTransId="{C07AF363-C36B-45C1-9282-464CB33C87F2}"/>
    <dgm:cxn modelId="{F0321606-72B4-4C92-8B7B-3F129A59534C}" type="presOf" srcId="{FAC3C974-CF0C-4CAA-AEC1-35ED6F0FA937}" destId="{22F3886A-52ED-420E-8AFB-4F25994F0936}" srcOrd="0" destOrd="0" presId="urn:microsoft.com/office/officeart/2005/8/layout/list1"/>
    <dgm:cxn modelId="{1C76221C-3BE8-48C9-BE36-C67BB2E31531}" type="presOf" srcId="{3E3984B7-72ED-4133-9950-8D8F3560D08D}" destId="{755FA755-5D47-4C3A-9334-2731B97521A2}" srcOrd="0" destOrd="0" presId="urn:microsoft.com/office/officeart/2005/8/layout/list1"/>
    <dgm:cxn modelId="{A1AAF024-A894-47A7-AB5D-5BE9CEA4CF83}" srcId="{FAC3C974-CF0C-4CAA-AEC1-35ED6F0FA937}" destId="{B5AF2D45-64A6-421F-B307-EC4A936D6BAB}" srcOrd="0" destOrd="0" parTransId="{23941552-AA2B-4B0F-88A9-F17C7D83256E}" sibTransId="{34EAC640-65EC-45E0-8F52-9C01B72C61CD}"/>
    <dgm:cxn modelId="{CE57A42A-35E0-4685-AEEB-BC480391A1BF}" type="presOf" srcId="{B5AF2D45-64A6-421F-B307-EC4A936D6BAB}" destId="{CD8578AE-DC31-4D09-8CAC-39C344731C5B}" srcOrd="1" destOrd="0" presId="urn:microsoft.com/office/officeart/2005/8/layout/list1"/>
    <dgm:cxn modelId="{84F00460-53BE-44F3-BE26-7B4AE4D39135}" srcId="{B5AF2D45-64A6-421F-B307-EC4A936D6BAB}" destId="{3E3984B7-72ED-4133-9950-8D8F3560D08D}" srcOrd="0" destOrd="0" parTransId="{AEAD3A0C-CFE8-4D23-A2C4-08C74912CCB7}" sibTransId="{4E518A6C-628C-46D0-BC68-F8C38AD4B13D}"/>
    <dgm:cxn modelId="{D516E885-2AD5-4014-B624-3786E7E9D926}" type="presOf" srcId="{5C1AAFB9-886A-440B-BAC1-67B7B90AFE5F}" destId="{9A0B33BC-5FA2-41F0-A13C-D05614E2F613}" srcOrd="0" destOrd="0" presId="urn:microsoft.com/office/officeart/2005/8/layout/list1"/>
    <dgm:cxn modelId="{451C7C8B-2DF5-445F-83CA-9EC7FFF10270}" type="presOf" srcId="{D92ED389-387E-488B-984C-F2F571470B77}" destId="{13875F79-9C21-4D42-90D3-47C8BC1D9241}" srcOrd="0" destOrd="0" presId="urn:microsoft.com/office/officeart/2005/8/layout/list1"/>
    <dgm:cxn modelId="{F8D00F98-DD0F-4CEE-B2E8-54FA7CED3E24}" type="presOf" srcId="{B5AF2D45-64A6-421F-B307-EC4A936D6BAB}" destId="{C7C935B6-1225-48A7-B699-76D57FDFE1E5}" srcOrd="0" destOrd="0" presId="urn:microsoft.com/office/officeart/2005/8/layout/list1"/>
    <dgm:cxn modelId="{0925CFAF-A764-4164-9C8C-229864935A47}" srcId="{D92ED389-387E-488B-984C-F2F571470B77}" destId="{5C1AAFB9-886A-440B-BAC1-67B7B90AFE5F}" srcOrd="0" destOrd="0" parTransId="{C81F4578-B5E7-44C2-AA78-1B3669A5E8F4}" sibTransId="{F60E812B-2F8A-4A7D-8A12-86183ED1C95B}"/>
    <dgm:cxn modelId="{19B294B5-8759-45FF-A5AE-96841980CCD7}" srcId="{D92ED389-387E-488B-984C-F2F571470B77}" destId="{23401549-0F51-4342-845D-ED08E633277B}" srcOrd="1" destOrd="0" parTransId="{A0B3C32C-D67A-4475-BA72-BF5C6E59EA76}" sibTransId="{F9B1F889-DA6C-4A3B-A165-77C688AE044E}"/>
    <dgm:cxn modelId="{9FCE9AC7-EE76-4987-AF21-F97FF613B6A7}" type="presOf" srcId="{23401549-0F51-4342-845D-ED08E633277B}" destId="{9A0B33BC-5FA2-41F0-A13C-D05614E2F613}" srcOrd="0" destOrd="1" presId="urn:microsoft.com/office/officeart/2005/8/layout/list1"/>
    <dgm:cxn modelId="{C320D5C7-0672-46EC-A9B4-8A42DFE34052}" type="presOf" srcId="{1B0EBEC0-C842-485A-B8DE-43526F2DEE6E}" destId="{755FA755-5D47-4C3A-9334-2731B97521A2}" srcOrd="0" destOrd="1" presId="urn:microsoft.com/office/officeart/2005/8/layout/list1"/>
    <dgm:cxn modelId="{F32915C8-8A78-4D88-A88C-2C02CDA2F5A9}" srcId="{FAC3C974-CF0C-4CAA-AEC1-35ED6F0FA937}" destId="{D92ED389-387E-488B-984C-F2F571470B77}" srcOrd="1" destOrd="0" parTransId="{0980E96C-10C9-40A1-BA49-2AC392DA4FD5}" sibTransId="{3B9D19C4-13C1-47B8-9F42-A0FB4B2E626E}"/>
    <dgm:cxn modelId="{1BEC54D1-5B0E-4706-9C90-FE1DB164A046}" type="presOf" srcId="{D92ED389-387E-488B-984C-F2F571470B77}" destId="{2C0D3A8C-73C0-4003-BAD1-35708C53540A}" srcOrd="1" destOrd="0" presId="urn:microsoft.com/office/officeart/2005/8/layout/list1"/>
    <dgm:cxn modelId="{E80422A2-19E0-4643-B43D-9DCB96AC4110}" type="presParOf" srcId="{22F3886A-52ED-420E-8AFB-4F25994F0936}" destId="{ED3DA7B0-B5D4-4A00-8894-2113845EF995}" srcOrd="0" destOrd="0" presId="urn:microsoft.com/office/officeart/2005/8/layout/list1"/>
    <dgm:cxn modelId="{ABD0325A-8F06-4429-8B0A-DD9EBF257999}" type="presParOf" srcId="{ED3DA7B0-B5D4-4A00-8894-2113845EF995}" destId="{C7C935B6-1225-48A7-B699-76D57FDFE1E5}" srcOrd="0" destOrd="0" presId="urn:microsoft.com/office/officeart/2005/8/layout/list1"/>
    <dgm:cxn modelId="{37881D06-9951-4ADA-8847-E993574038F6}" type="presParOf" srcId="{ED3DA7B0-B5D4-4A00-8894-2113845EF995}" destId="{CD8578AE-DC31-4D09-8CAC-39C344731C5B}" srcOrd="1" destOrd="0" presId="urn:microsoft.com/office/officeart/2005/8/layout/list1"/>
    <dgm:cxn modelId="{97F536AD-8881-4E31-AC9D-B182CED424E7}" type="presParOf" srcId="{22F3886A-52ED-420E-8AFB-4F25994F0936}" destId="{2EEF50C0-9A49-459F-B8A7-5A00931F3595}" srcOrd="1" destOrd="0" presId="urn:microsoft.com/office/officeart/2005/8/layout/list1"/>
    <dgm:cxn modelId="{A2E03EF2-6840-4995-B5EF-8A4C73376C7D}" type="presParOf" srcId="{22F3886A-52ED-420E-8AFB-4F25994F0936}" destId="{755FA755-5D47-4C3A-9334-2731B97521A2}" srcOrd="2" destOrd="0" presId="urn:microsoft.com/office/officeart/2005/8/layout/list1"/>
    <dgm:cxn modelId="{1BEE8709-4777-4CB7-A4AC-5D12F5621B93}" type="presParOf" srcId="{22F3886A-52ED-420E-8AFB-4F25994F0936}" destId="{41D17403-5328-4319-8CBA-D61C83E9BBA5}" srcOrd="3" destOrd="0" presId="urn:microsoft.com/office/officeart/2005/8/layout/list1"/>
    <dgm:cxn modelId="{3EFD00C3-348E-4362-839D-F8CD9A8C163E}" type="presParOf" srcId="{22F3886A-52ED-420E-8AFB-4F25994F0936}" destId="{1BD84EB8-D22B-44B4-B6C1-DACC993779B0}" srcOrd="4" destOrd="0" presId="urn:microsoft.com/office/officeart/2005/8/layout/list1"/>
    <dgm:cxn modelId="{C0EFF681-CD86-4BD0-B25A-157EF0EDED03}" type="presParOf" srcId="{1BD84EB8-D22B-44B4-B6C1-DACC993779B0}" destId="{13875F79-9C21-4D42-90D3-47C8BC1D9241}" srcOrd="0" destOrd="0" presId="urn:microsoft.com/office/officeart/2005/8/layout/list1"/>
    <dgm:cxn modelId="{0DF8EF50-0037-45A1-94AC-1364458BB525}" type="presParOf" srcId="{1BD84EB8-D22B-44B4-B6C1-DACC993779B0}" destId="{2C0D3A8C-73C0-4003-BAD1-35708C53540A}" srcOrd="1" destOrd="0" presId="urn:microsoft.com/office/officeart/2005/8/layout/list1"/>
    <dgm:cxn modelId="{2E2DC261-4A25-46C9-8CB8-82C13773F377}" type="presParOf" srcId="{22F3886A-52ED-420E-8AFB-4F25994F0936}" destId="{1C628BEF-6C94-44FE-AE87-DD9D007F3B06}" srcOrd="5" destOrd="0" presId="urn:microsoft.com/office/officeart/2005/8/layout/list1"/>
    <dgm:cxn modelId="{470F7767-24AC-4C1A-9151-987B71007207}" type="presParOf" srcId="{22F3886A-52ED-420E-8AFB-4F25994F0936}" destId="{9A0B33BC-5FA2-41F0-A13C-D05614E2F613}"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D3E57D7-B36F-4014-BB6E-167F035AE35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B185394-B630-4187-9EF4-441F3C914A49}">
      <dgm:prSet custT="1"/>
      <dgm:spPr/>
      <dgm:t>
        <a:bodyPr/>
        <a:lstStyle/>
        <a:p>
          <a:r>
            <a:rPr lang="en-CA" sz="2000" dirty="0">
              <a:solidFill>
                <a:schemeClr val="tx1"/>
              </a:solidFill>
            </a:rPr>
            <a:t>The aviation standard </a:t>
          </a:r>
          <a:r>
            <a:rPr lang="en-CA" sz="2000" b="1" dirty="0">
              <a:solidFill>
                <a:schemeClr val="tx1"/>
              </a:solidFill>
            </a:rPr>
            <a:t>DO-178B </a:t>
          </a:r>
          <a:r>
            <a:rPr lang="en-CA" sz="2000" dirty="0">
              <a:solidFill>
                <a:schemeClr val="tx1"/>
              </a:solidFill>
            </a:rPr>
            <a:t>requires 100% code coverage for safety critical system</a:t>
          </a:r>
          <a:endParaRPr lang="en-US" sz="2000" dirty="0">
            <a:solidFill>
              <a:schemeClr val="tx1"/>
            </a:solidFill>
          </a:endParaRPr>
        </a:p>
      </dgm:t>
    </dgm:pt>
    <dgm:pt modelId="{529DE513-7DFA-4214-8063-C9275E1C424C}" type="parTrans" cxnId="{82D6E0C7-290E-445F-93C6-861EAA3D6ACA}">
      <dgm:prSet/>
      <dgm:spPr/>
      <dgm:t>
        <a:bodyPr/>
        <a:lstStyle/>
        <a:p>
          <a:endParaRPr lang="en-US"/>
        </a:p>
      </dgm:t>
    </dgm:pt>
    <dgm:pt modelId="{F637F367-AA3C-4974-B640-BB3BA9E74666}" type="sibTrans" cxnId="{82D6E0C7-290E-445F-93C6-861EAA3D6ACA}">
      <dgm:prSet/>
      <dgm:spPr/>
      <dgm:t>
        <a:bodyPr/>
        <a:lstStyle/>
        <a:p>
          <a:endParaRPr lang="en-US"/>
        </a:p>
      </dgm:t>
    </dgm:pt>
    <dgm:pt modelId="{D4F34A1E-729C-44A7-9626-771B9A8E689C}">
      <dgm:prSet custT="1"/>
      <dgm:spPr/>
      <dgm:t>
        <a:bodyPr/>
        <a:lstStyle/>
        <a:p>
          <a:r>
            <a:rPr lang="en-CA" sz="1800" dirty="0">
              <a:solidFill>
                <a:schemeClr val="tx1"/>
              </a:solidFill>
            </a:rPr>
            <a:t>The standard </a:t>
          </a:r>
          <a:r>
            <a:rPr lang="en-CA" sz="1800" b="1" dirty="0">
              <a:solidFill>
                <a:schemeClr val="tx1"/>
              </a:solidFill>
            </a:rPr>
            <a:t>IEC 61508:2010 </a:t>
          </a:r>
          <a:r>
            <a:rPr lang="en-CA" sz="1800" dirty="0">
              <a:solidFill>
                <a:schemeClr val="tx1"/>
              </a:solidFill>
            </a:rPr>
            <a:t>"Functional Safety of Electrical/Electronic/Programmable Electronic Safety-Related Systems" recommends 100% code coverage of several metrics, but the strenuousness of the recommendation relates to the criticality.</a:t>
          </a:r>
          <a:endParaRPr lang="en-US" sz="1800" dirty="0">
            <a:solidFill>
              <a:schemeClr val="tx1"/>
            </a:solidFill>
          </a:endParaRPr>
        </a:p>
      </dgm:t>
    </dgm:pt>
    <dgm:pt modelId="{086BA05D-24CA-4C55-9033-25718AB90A3F}" type="parTrans" cxnId="{40621528-5613-42EC-8C1E-CC2D5132E688}">
      <dgm:prSet/>
      <dgm:spPr/>
      <dgm:t>
        <a:bodyPr/>
        <a:lstStyle/>
        <a:p>
          <a:endParaRPr lang="en-US"/>
        </a:p>
      </dgm:t>
    </dgm:pt>
    <dgm:pt modelId="{AB49FD94-1DB6-4C68-ADFC-BD848A476FFB}" type="sibTrans" cxnId="{40621528-5613-42EC-8C1E-CC2D5132E688}">
      <dgm:prSet/>
      <dgm:spPr/>
      <dgm:t>
        <a:bodyPr/>
        <a:lstStyle/>
        <a:p>
          <a:endParaRPr lang="en-US"/>
        </a:p>
      </dgm:t>
    </dgm:pt>
    <dgm:pt modelId="{E4077E11-6791-460D-BA31-5C6A8A7DABA9}">
      <dgm:prSet/>
      <dgm:spPr/>
      <dgm:t>
        <a:bodyPr/>
        <a:lstStyle/>
        <a:p>
          <a:r>
            <a:rPr lang="en-CA" dirty="0">
              <a:solidFill>
                <a:schemeClr val="tx1"/>
              </a:solidFill>
            </a:rPr>
            <a:t>The </a:t>
          </a:r>
          <a:r>
            <a:rPr lang="en-CA" b="1" dirty="0">
              <a:solidFill>
                <a:schemeClr val="tx1"/>
              </a:solidFill>
            </a:rPr>
            <a:t>IEEE Standard for Software Unit Testing</a:t>
          </a:r>
          <a:r>
            <a:rPr lang="en-CA" dirty="0">
              <a:solidFill>
                <a:schemeClr val="tx1"/>
              </a:solidFill>
            </a:rPr>
            <a:t> section 3.1.2 specifies 100% statement coverage as a completeness requirement. Section A9 recommends 100% branch coverage for code that is critical or has inadequate requirements specification.</a:t>
          </a:r>
          <a:endParaRPr lang="en-US" dirty="0">
            <a:solidFill>
              <a:schemeClr val="tx1"/>
            </a:solidFill>
          </a:endParaRPr>
        </a:p>
      </dgm:t>
    </dgm:pt>
    <dgm:pt modelId="{19B46A49-6EAF-44E9-89B4-EC2EB3A6B7ED}" type="parTrans" cxnId="{DADAF081-8D7C-4CBB-9943-52540E73ECB3}">
      <dgm:prSet/>
      <dgm:spPr/>
      <dgm:t>
        <a:bodyPr/>
        <a:lstStyle/>
        <a:p>
          <a:endParaRPr lang="en-US"/>
        </a:p>
      </dgm:t>
    </dgm:pt>
    <dgm:pt modelId="{6CDB7613-86EA-4DD2-9373-432D3347F581}" type="sibTrans" cxnId="{DADAF081-8D7C-4CBB-9943-52540E73ECB3}">
      <dgm:prSet/>
      <dgm:spPr/>
      <dgm:t>
        <a:bodyPr/>
        <a:lstStyle/>
        <a:p>
          <a:endParaRPr lang="en-US"/>
        </a:p>
      </dgm:t>
    </dgm:pt>
    <dgm:pt modelId="{D72EC3E3-6E71-46FC-825C-6BD353F08CD3}" type="pres">
      <dgm:prSet presAssocID="{9D3E57D7-B36F-4014-BB6E-167F035AE35A}" presName="root" presStyleCnt="0">
        <dgm:presLayoutVars>
          <dgm:dir/>
          <dgm:resizeHandles val="exact"/>
        </dgm:presLayoutVars>
      </dgm:prSet>
      <dgm:spPr/>
    </dgm:pt>
    <dgm:pt modelId="{55552F67-7A36-41CF-B685-982CF8D26999}" type="pres">
      <dgm:prSet presAssocID="{CB185394-B630-4187-9EF4-441F3C914A49}" presName="compNode" presStyleCnt="0"/>
      <dgm:spPr/>
    </dgm:pt>
    <dgm:pt modelId="{62B8184B-F565-4AEB-922D-FAB2AA53A92B}" type="pres">
      <dgm:prSet presAssocID="{CB185394-B630-4187-9EF4-441F3C914A49}" presName="bgRect" presStyleLbl="bgShp" presStyleIdx="0" presStyleCnt="3" custLinFactNeighborX="-2302" custLinFactNeighborY="-1093"/>
      <dgm:spPr/>
    </dgm:pt>
    <dgm:pt modelId="{0AB2FE03-C64C-4410-85F5-58B1E2CDD2E9}" type="pres">
      <dgm:prSet presAssocID="{CB185394-B630-4187-9EF4-441F3C914A4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icopter"/>
        </a:ext>
      </dgm:extLst>
    </dgm:pt>
    <dgm:pt modelId="{3EC54341-0029-4E83-9EBC-0CBF0B660BEB}" type="pres">
      <dgm:prSet presAssocID="{CB185394-B630-4187-9EF4-441F3C914A49}" presName="spaceRect" presStyleCnt="0"/>
      <dgm:spPr/>
    </dgm:pt>
    <dgm:pt modelId="{06020845-D7F8-43EA-97F5-93B8DBA772DC}" type="pres">
      <dgm:prSet presAssocID="{CB185394-B630-4187-9EF4-441F3C914A49}" presName="parTx" presStyleLbl="revTx" presStyleIdx="0" presStyleCnt="3" custScaleX="117459">
        <dgm:presLayoutVars>
          <dgm:chMax val="0"/>
          <dgm:chPref val="0"/>
        </dgm:presLayoutVars>
      </dgm:prSet>
      <dgm:spPr/>
    </dgm:pt>
    <dgm:pt modelId="{C37FE5CC-13E4-43F2-A14F-4A8B800A70B7}" type="pres">
      <dgm:prSet presAssocID="{F637F367-AA3C-4974-B640-BB3BA9E74666}" presName="sibTrans" presStyleCnt="0"/>
      <dgm:spPr/>
    </dgm:pt>
    <dgm:pt modelId="{9F3C210C-E3FC-4DCB-B820-7ABC61B2A041}" type="pres">
      <dgm:prSet presAssocID="{D4F34A1E-729C-44A7-9626-771B9A8E689C}" presName="compNode" presStyleCnt="0"/>
      <dgm:spPr/>
    </dgm:pt>
    <dgm:pt modelId="{D825AFC5-1CE3-4ECF-B9B8-1A3417EC7D7B}" type="pres">
      <dgm:prSet presAssocID="{D4F34A1E-729C-44A7-9626-771B9A8E689C}" presName="bgRect" presStyleLbl="bgShp" presStyleIdx="1" presStyleCnt="3"/>
      <dgm:spPr/>
    </dgm:pt>
    <dgm:pt modelId="{FEE1B421-AD83-4CF4-8F1B-B298BE0A2B51}" type="pres">
      <dgm:prSet presAssocID="{D4F34A1E-729C-44A7-9626-771B9A8E689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gh Voltage"/>
        </a:ext>
      </dgm:extLst>
    </dgm:pt>
    <dgm:pt modelId="{019BA19B-BDFA-4E8E-8B86-1AD9048E085B}" type="pres">
      <dgm:prSet presAssocID="{D4F34A1E-729C-44A7-9626-771B9A8E689C}" presName="spaceRect" presStyleCnt="0"/>
      <dgm:spPr/>
    </dgm:pt>
    <dgm:pt modelId="{B1E76E88-24AD-4CBE-8F36-F9800FBFFF38}" type="pres">
      <dgm:prSet presAssocID="{D4F34A1E-729C-44A7-9626-771B9A8E689C}" presName="parTx" presStyleLbl="revTx" presStyleIdx="1" presStyleCnt="3" custScaleX="102569" custLinFactNeighborX="-4217" custLinFactNeighborY="-7504">
        <dgm:presLayoutVars>
          <dgm:chMax val="0"/>
          <dgm:chPref val="0"/>
        </dgm:presLayoutVars>
      </dgm:prSet>
      <dgm:spPr/>
    </dgm:pt>
    <dgm:pt modelId="{1F96B8F1-D8A6-4D1A-8039-AC65C9878D45}" type="pres">
      <dgm:prSet presAssocID="{AB49FD94-1DB6-4C68-ADFC-BD848A476FFB}" presName="sibTrans" presStyleCnt="0"/>
      <dgm:spPr/>
    </dgm:pt>
    <dgm:pt modelId="{32D1F69B-3DE9-442E-95EA-30837A155BFF}" type="pres">
      <dgm:prSet presAssocID="{E4077E11-6791-460D-BA31-5C6A8A7DABA9}" presName="compNode" presStyleCnt="0"/>
      <dgm:spPr/>
    </dgm:pt>
    <dgm:pt modelId="{86C3C4E6-A87C-4580-BEE8-722F03A1F5D9}" type="pres">
      <dgm:prSet presAssocID="{E4077E11-6791-460D-BA31-5C6A8A7DABA9}" presName="bgRect" presStyleLbl="bgShp" presStyleIdx="2" presStyleCnt="3"/>
      <dgm:spPr/>
    </dgm:pt>
    <dgm:pt modelId="{458382F1-1895-4520-8904-F5D0650FF7F8}" type="pres">
      <dgm:prSet presAssocID="{E4077E11-6791-460D-BA31-5C6A8A7DABA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resentation with Checklist"/>
        </a:ext>
      </dgm:extLst>
    </dgm:pt>
    <dgm:pt modelId="{FC2855CB-8779-4C91-9002-36294FCF0BE5}" type="pres">
      <dgm:prSet presAssocID="{E4077E11-6791-460D-BA31-5C6A8A7DABA9}" presName="spaceRect" presStyleCnt="0"/>
      <dgm:spPr/>
    </dgm:pt>
    <dgm:pt modelId="{3E640AF5-53D6-4601-8699-B82B4E822044}" type="pres">
      <dgm:prSet presAssocID="{E4077E11-6791-460D-BA31-5C6A8A7DABA9}" presName="parTx" presStyleLbl="revTx" presStyleIdx="2" presStyleCnt="3" custScaleX="105755" custLinFactNeighborX="-1406" custLinFactNeighborY="-6627">
        <dgm:presLayoutVars>
          <dgm:chMax val="0"/>
          <dgm:chPref val="0"/>
        </dgm:presLayoutVars>
      </dgm:prSet>
      <dgm:spPr/>
    </dgm:pt>
  </dgm:ptLst>
  <dgm:cxnLst>
    <dgm:cxn modelId="{40621528-5613-42EC-8C1E-CC2D5132E688}" srcId="{9D3E57D7-B36F-4014-BB6E-167F035AE35A}" destId="{D4F34A1E-729C-44A7-9626-771B9A8E689C}" srcOrd="1" destOrd="0" parTransId="{086BA05D-24CA-4C55-9033-25718AB90A3F}" sibTransId="{AB49FD94-1DB6-4C68-ADFC-BD848A476FFB}"/>
    <dgm:cxn modelId="{37851B64-BAF8-46A4-930E-DBE9C2E73946}" type="presOf" srcId="{CB185394-B630-4187-9EF4-441F3C914A49}" destId="{06020845-D7F8-43EA-97F5-93B8DBA772DC}" srcOrd="0" destOrd="0" presId="urn:microsoft.com/office/officeart/2018/2/layout/IconVerticalSolidList"/>
    <dgm:cxn modelId="{C467EB55-EE92-4949-BE64-9770ED7A7A58}" type="presOf" srcId="{9D3E57D7-B36F-4014-BB6E-167F035AE35A}" destId="{D72EC3E3-6E71-46FC-825C-6BD353F08CD3}" srcOrd="0" destOrd="0" presId="urn:microsoft.com/office/officeart/2018/2/layout/IconVerticalSolidList"/>
    <dgm:cxn modelId="{DADAF081-8D7C-4CBB-9943-52540E73ECB3}" srcId="{9D3E57D7-B36F-4014-BB6E-167F035AE35A}" destId="{E4077E11-6791-460D-BA31-5C6A8A7DABA9}" srcOrd="2" destOrd="0" parTransId="{19B46A49-6EAF-44E9-89B4-EC2EB3A6B7ED}" sibTransId="{6CDB7613-86EA-4DD2-9373-432D3347F581}"/>
    <dgm:cxn modelId="{F41BE3A0-4AF8-4975-8B60-7B57D1868AEC}" type="presOf" srcId="{E4077E11-6791-460D-BA31-5C6A8A7DABA9}" destId="{3E640AF5-53D6-4601-8699-B82B4E822044}" srcOrd="0" destOrd="0" presId="urn:microsoft.com/office/officeart/2018/2/layout/IconVerticalSolidList"/>
    <dgm:cxn modelId="{82D6E0C7-290E-445F-93C6-861EAA3D6ACA}" srcId="{9D3E57D7-B36F-4014-BB6E-167F035AE35A}" destId="{CB185394-B630-4187-9EF4-441F3C914A49}" srcOrd="0" destOrd="0" parTransId="{529DE513-7DFA-4214-8063-C9275E1C424C}" sibTransId="{F637F367-AA3C-4974-B640-BB3BA9E74666}"/>
    <dgm:cxn modelId="{79A62EE3-8CB2-4663-92C4-346C1D4851D3}" type="presOf" srcId="{D4F34A1E-729C-44A7-9626-771B9A8E689C}" destId="{B1E76E88-24AD-4CBE-8F36-F9800FBFFF38}" srcOrd="0" destOrd="0" presId="urn:microsoft.com/office/officeart/2018/2/layout/IconVerticalSolidList"/>
    <dgm:cxn modelId="{EDCD6018-AAA0-4433-A801-AE6D35CCA4C6}" type="presParOf" srcId="{D72EC3E3-6E71-46FC-825C-6BD353F08CD3}" destId="{55552F67-7A36-41CF-B685-982CF8D26999}" srcOrd="0" destOrd="0" presId="urn:microsoft.com/office/officeart/2018/2/layout/IconVerticalSolidList"/>
    <dgm:cxn modelId="{8C9062F8-54FB-4BEA-954B-6454C130A433}" type="presParOf" srcId="{55552F67-7A36-41CF-B685-982CF8D26999}" destId="{62B8184B-F565-4AEB-922D-FAB2AA53A92B}" srcOrd="0" destOrd="0" presId="urn:microsoft.com/office/officeart/2018/2/layout/IconVerticalSolidList"/>
    <dgm:cxn modelId="{C60746FD-C8D7-4FB2-9DB3-44CA0753E930}" type="presParOf" srcId="{55552F67-7A36-41CF-B685-982CF8D26999}" destId="{0AB2FE03-C64C-4410-85F5-58B1E2CDD2E9}" srcOrd="1" destOrd="0" presId="urn:microsoft.com/office/officeart/2018/2/layout/IconVerticalSolidList"/>
    <dgm:cxn modelId="{996D0ACE-AA24-4C73-9088-8349ABBD176B}" type="presParOf" srcId="{55552F67-7A36-41CF-B685-982CF8D26999}" destId="{3EC54341-0029-4E83-9EBC-0CBF0B660BEB}" srcOrd="2" destOrd="0" presId="urn:microsoft.com/office/officeart/2018/2/layout/IconVerticalSolidList"/>
    <dgm:cxn modelId="{CBDAEE8E-23B1-4F0C-8DDC-789BDE2721C6}" type="presParOf" srcId="{55552F67-7A36-41CF-B685-982CF8D26999}" destId="{06020845-D7F8-43EA-97F5-93B8DBA772DC}" srcOrd="3" destOrd="0" presId="urn:microsoft.com/office/officeart/2018/2/layout/IconVerticalSolidList"/>
    <dgm:cxn modelId="{86BFA1EE-2EAB-4483-B65A-78951F16D2A1}" type="presParOf" srcId="{D72EC3E3-6E71-46FC-825C-6BD353F08CD3}" destId="{C37FE5CC-13E4-43F2-A14F-4A8B800A70B7}" srcOrd="1" destOrd="0" presId="urn:microsoft.com/office/officeart/2018/2/layout/IconVerticalSolidList"/>
    <dgm:cxn modelId="{20B75FCA-5077-4460-83F7-924663AA38AF}" type="presParOf" srcId="{D72EC3E3-6E71-46FC-825C-6BD353F08CD3}" destId="{9F3C210C-E3FC-4DCB-B820-7ABC61B2A041}" srcOrd="2" destOrd="0" presId="urn:microsoft.com/office/officeart/2018/2/layout/IconVerticalSolidList"/>
    <dgm:cxn modelId="{F98876AB-6D15-44E1-8B9E-B8F4EB0C9CCE}" type="presParOf" srcId="{9F3C210C-E3FC-4DCB-B820-7ABC61B2A041}" destId="{D825AFC5-1CE3-4ECF-B9B8-1A3417EC7D7B}" srcOrd="0" destOrd="0" presId="urn:microsoft.com/office/officeart/2018/2/layout/IconVerticalSolidList"/>
    <dgm:cxn modelId="{A0172569-C7AC-4163-A21E-A702DD99DE77}" type="presParOf" srcId="{9F3C210C-E3FC-4DCB-B820-7ABC61B2A041}" destId="{FEE1B421-AD83-4CF4-8F1B-B298BE0A2B51}" srcOrd="1" destOrd="0" presId="urn:microsoft.com/office/officeart/2018/2/layout/IconVerticalSolidList"/>
    <dgm:cxn modelId="{0274A53A-59A0-4939-9BC6-BEA4B98B3078}" type="presParOf" srcId="{9F3C210C-E3FC-4DCB-B820-7ABC61B2A041}" destId="{019BA19B-BDFA-4E8E-8B86-1AD9048E085B}" srcOrd="2" destOrd="0" presId="urn:microsoft.com/office/officeart/2018/2/layout/IconVerticalSolidList"/>
    <dgm:cxn modelId="{D37BCEA0-AE80-4C00-814C-55FA13D0742D}" type="presParOf" srcId="{9F3C210C-E3FC-4DCB-B820-7ABC61B2A041}" destId="{B1E76E88-24AD-4CBE-8F36-F9800FBFFF38}" srcOrd="3" destOrd="0" presId="urn:microsoft.com/office/officeart/2018/2/layout/IconVerticalSolidList"/>
    <dgm:cxn modelId="{22FBC635-5D71-484A-8409-B6A9BC5CAF95}" type="presParOf" srcId="{D72EC3E3-6E71-46FC-825C-6BD353F08CD3}" destId="{1F96B8F1-D8A6-4D1A-8039-AC65C9878D45}" srcOrd="3" destOrd="0" presId="urn:microsoft.com/office/officeart/2018/2/layout/IconVerticalSolidList"/>
    <dgm:cxn modelId="{AE18A728-7181-45A8-B58C-B899047C3BF7}" type="presParOf" srcId="{D72EC3E3-6E71-46FC-825C-6BD353F08CD3}" destId="{32D1F69B-3DE9-442E-95EA-30837A155BFF}" srcOrd="4" destOrd="0" presId="urn:microsoft.com/office/officeart/2018/2/layout/IconVerticalSolidList"/>
    <dgm:cxn modelId="{B27CCE7F-DC58-4F15-865D-5C5730C73E75}" type="presParOf" srcId="{32D1F69B-3DE9-442E-95EA-30837A155BFF}" destId="{86C3C4E6-A87C-4580-BEE8-722F03A1F5D9}" srcOrd="0" destOrd="0" presId="urn:microsoft.com/office/officeart/2018/2/layout/IconVerticalSolidList"/>
    <dgm:cxn modelId="{92160087-74CD-4D76-9A66-A53895D5711D}" type="presParOf" srcId="{32D1F69B-3DE9-442E-95EA-30837A155BFF}" destId="{458382F1-1895-4520-8904-F5D0650FF7F8}" srcOrd="1" destOrd="0" presId="urn:microsoft.com/office/officeart/2018/2/layout/IconVerticalSolidList"/>
    <dgm:cxn modelId="{ADF131A7-5935-42C4-BA28-412C7ECF9F08}" type="presParOf" srcId="{32D1F69B-3DE9-442E-95EA-30837A155BFF}" destId="{FC2855CB-8779-4C91-9002-36294FCF0BE5}" srcOrd="2" destOrd="0" presId="urn:microsoft.com/office/officeart/2018/2/layout/IconVerticalSolidList"/>
    <dgm:cxn modelId="{E8727B27-BFA3-4BD8-9422-7566F2EE624F}" type="presParOf" srcId="{32D1F69B-3DE9-442E-95EA-30837A155BFF}" destId="{3E640AF5-53D6-4601-8699-B82B4E82204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8A413A-83C3-4AEF-8615-FA0BC2BFB2C1}">
      <dsp:nvSpPr>
        <dsp:cNvPr id="0" name=""/>
        <dsp:cNvSpPr/>
      </dsp:nvSpPr>
      <dsp:spPr>
        <a:xfrm>
          <a:off x="0" y="239719"/>
          <a:ext cx="6666833" cy="11138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Describes standard for, system engineering including quality requirements</a:t>
          </a:r>
        </a:p>
      </dsp:txBody>
      <dsp:txXfrm>
        <a:off x="54373" y="294092"/>
        <a:ext cx="6558087" cy="1005094"/>
      </dsp:txXfrm>
    </dsp:sp>
    <dsp:sp modelId="{BC6F3F2D-D164-43C1-83D7-325522925075}">
      <dsp:nvSpPr>
        <dsp:cNvPr id="0" name=""/>
        <dsp:cNvSpPr/>
      </dsp:nvSpPr>
      <dsp:spPr>
        <a:xfrm>
          <a:off x="0" y="1434199"/>
          <a:ext cx="6666833" cy="111384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For a single requirement</a:t>
          </a:r>
        </a:p>
      </dsp:txBody>
      <dsp:txXfrm>
        <a:off x="54373" y="1488572"/>
        <a:ext cx="6558087" cy="1005094"/>
      </dsp:txXfrm>
    </dsp:sp>
    <dsp:sp modelId="{8310EEBA-91AB-4496-9DC8-5B61244665E8}">
      <dsp:nvSpPr>
        <dsp:cNvPr id="0" name=""/>
        <dsp:cNvSpPr/>
      </dsp:nvSpPr>
      <dsp:spPr>
        <a:xfrm>
          <a:off x="0" y="2548040"/>
          <a:ext cx="6666833" cy="26661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Singular</a:t>
          </a:r>
        </a:p>
        <a:p>
          <a:pPr marL="228600" lvl="1" indent="-228600" algn="l" defTabSz="977900">
            <a:lnSpc>
              <a:spcPct val="90000"/>
            </a:lnSpc>
            <a:spcBef>
              <a:spcPct val="0"/>
            </a:spcBef>
            <a:spcAft>
              <a:spcPct val="20000"/>
            </a:spcAft>
            <a:buChar char="•"/>
          </a:pPr>
          <a:r>
            <a:rPr lang="en-US" sz="2200" kern="1200"/>
            <a:t>Feasible</a:t>
          </a:r>
        </a:p>
        <a:p>
          <a:pPr marL="228600" lvl="1" indent="-228600" algn="l" defTabSz="977900">
            <a:lnSpc>
              <a:spcPct val="90000"/>
            </a:lnSpc>
            <a:spcBef>
              <a:spcPct val="0"/>
            </a:spcBef>
            <a:spcAft>
              <a:spcPct val="20000"/>
            </a:spcAft>
            <a:buChar char="•"/>
          </a:pPr>
          <a:r>
            <a:rPr lang="en-US" sz="2200" kern="1200"/>
            <a:t>Unambiguous</a:t>
          </a:r>
        </a:p>
        <a:p>
          <a:pPr marL="228600" lvl="1" indent="-228600" algn="l" defTabSz="977900">
            <a:lnSpc>
              <a:spcPct val="90000"/>
            </a:lnSpc>
            <a:spcBef>
              <a:spcPct val="0"/>
            </a:spcBef>
            <a:spcAft>
              <a:spcPct val="20000"/>
            </a:spcAft>
            <a:buChar char="•"/>
          </a:pPr>
          <a:r>
            <a:rPr lang="en-US" sz="2200" kern="1200"/>
            <a:t>Complete</a:t>
          </a:r>
        </a:p>
        <a:p>
          <a:pPr marL="228600" lvl="1" indent="-228600" algn="l" defTabSz="977900">
            <a:lnSpc>
              <a:spcPct val="90000"/>
            </a:lnSpc>
            <a:spcBef>
              <a:spcPct val="0"/>
            </a:spcBef>
            <a:spcAft>
              <a:spcPct val="20000"/>
            </a:spcAft>
            <a:buChar char="•"/>
          </a:pPr>
          <a:r>
            <a:rPr lang="en-US" sz="2200" kern="1200"/>
            <a:t>Consistent</a:t>
          </a:r>
        </a:p>
        <a:p>
          <a:pPr marL="228600" lvl="1" indent="-228600" algn="l" defTabSz="977900">
            <a:lnSpc>
              <a:spcPct val="90000"/>
            </a:lnSpc>
            <a:spcBef>
              <a:spcPct val="0"/>
            </a:spcBef>
            <a:spcAft>
              <a:spcPct val="20000"/>
            </a:spcAft>
            <a:buChar char="•"/>
          </a:pPr>
          <a:r>
            <a:rPr lang="en-US" sz="2200" kern="1200"/>
            <a:t>Verifiable</a:t>
          </a:r>
        </a:p>
        <a:p>
          <a:pPr marL="228600" lvl="1" indent="-228600" algn="l" defTabSz="977900">
            <a:lnSpc>
              <a:spcPct val="90000"/>
            </a:lnSpc>
            <a:spcBef>
              <a:spcPct val="0"/>
            </a:spcBef>
            <a:spcAft>
              <a:spcPct val="20000"/>
            </a:spcAft>
            <a:buChar char="•"/>
          </a:pPr>
          <a:r>
            <a:rPr lang="en-US" sz="2200" kern="1200"/>
            <a:t>Traceable</a:t>
          </a:r>
        </a:p>
      </dsp:txBody>
      <dsp:txXfrm>
        <a:off x="0" y="2548040"/>
        <a:ext cx="6666833" cy="26661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641BBA-2784-4C90-A848-320C54BFD337}">
      <dsp:nvSpPr>
        <dsp:cNvPr id="0" name=""/>
        <dsp:cNvSpPr/>
      </dsp:nvSpPr>
      <dsp:spPr>
        <a:xfrm>
          <a:off x="0" y="0"/>
          <a:ext cx="9550300" cy="1504382"/>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0013" tIns="33338" rIns="33338" bIns="33338" numCol="1" spcCol="1270" anchor="ctr" anchorCtr="0">
          <a:noAutofit/>
        </a:bodyPr>
        <a:lstStyle/>
        <a:p>
          <a:pPr marL="0" lvl="0" indent="0" algn="ctr" defTabSz="1111250">
            <a:lnSpc>
              <a:spcPct val="90000"/>
            </a:lnSpc>
            <a:spcBef>
              <a:spcPct val="0"/>
            </a:spcBef>
            <a:spcAft>
              <a:spcPct val="35000"/>
            </a:spcAft>
            <a:buNone/>
          </a:pPr>
          <a:r>
            <a:rPr lang="en-US" sz="2500" b="1" kern="1200" dirty="0"/>
            <a:t>A vendor offers you a custom built product at a price of $2 million with delivery to take place in 1 year. Your budget will only allow you to spend $1.5 million. Which of the following is NOT a good win-win negotiating strategy?</a:t>
          </a:r>
          <a:endParaRPr lang="en-US" sz="2500" kern="1200" dirty="0"/>
        </a:p>
      </dsp:txBody>
      <dsp:txXfrm>
        <a:off x="752191" y="0"/>
        <a:ext cx="8045918" cy="1504382"/>
      </dsp:txXfrm>
    </dsp:sp>
    <dsp:sp modelId="{A9202C3C-80FD-470A-A883-EB428EA9A13D}">
      <dsp:nvSpPr>
        <dsp:cNvPr id="0" name=""/>
        <dsp:cNvSpPr/>
      </dsp:nvSpPr>
      <dsp:spPr>
        <a:xfrm>
          <a:off x="195605" y="1792021"/>
          <a:ext cx="9550300" cy="25593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228600" lvl="1" indent="-228600" algn="l" defTabSz="1111250">
            <a:lnSpc>
              <a:spcPct val="90000"/>
            </a:lnSpc>
            <a:spcBef>
              <a:spcPct val="0"/>
            </a:spcBef>
            <a:spcAft>
              <a:spcPct val="15000"/>
            </a:spcAft>
            <a:buChar char="•"/>
          </a:pPr>
          <a:r>
            <a:rPr lang="en-US" sz="2500" kern="1200"/>
            <a:t>offer to pay $1.5 million but with delivery to be taken in 1.5 years.</a:t>
          </a:r>
        </a:p>
        <a:p>
          <a:pPr marL="228600" lvl="1" indent="-228600" algn="l" defTabSz="1111250">
            <a:lnSpc>
              <a:spcPct val="90000"/>
            </a:lnSpc>
            <a:spcBef>
              <a:spcPct val="0"/>
            </a:spcBef>
            <a:spcAft>
              <a:spcPct val="15000"/>
            </a:spcAft>
            <a:buChar char="•"/>
          </a:pPr>
          <a:r>
            <a:rPr lang="en-US" sz="2500" kern="1200"/>
            <a:t>offer to pay $1.5 million for the same feature set.</a:t>
          </a:r>
        </a:p>
        <a:p>
          <a:pPr marL="228600" lvl="1" indent="-228600" algn="l" defTabSz="1111250">
            <a:lnSpc>
              <a:spcPct val="90000"/>
            </a:lnSpc>
            <a:spcBef>
              <a:spcPct val="0"/>
            </a:spcBef>
            <a:spcAft>
              <a:spcPct val="15000"/>
            </a:spcAft>
            <a:buChar char="•"/>
          </a:pPr>
          <a:r>
            <a:rPr lang="en-US" sz="2500" kern="1200" dirty="0"/>
            <a:t>offer to pay $1.5 million for a reduced feature set.</a:t>
          </a:r>
        </a:p>
        <a:p>
          <a:pPr marL="228600" lvl="1" indent="-228600" algn="l" defTabSz="1111250">
            <a:lnSpc>
              <a:spcPct val="90000"/>
            </a:lnSpc>
            <a:spcBef>
              <a:spcPct val="0"/>
            </a:spcBef>
            <a:spcAft>
              <a:spcPct val="15000"/>
            </a:spcAft>
            <a:buChar char="•"/>
          </a:pPr>
          <a:r>
            <a:rPr lang="en-US" sz="2500" kern="1200"/>
            <a:t>offer to pay $1.5 million for a reduced feature set delivered in 1.5 years.</a:t>
          </a:r>
        </a:p>
      </dsp:txBody>
      <dsp:txXfrm>
        <a:off x="195605" y="1792021"/>
        <a:ext cx="9550300" cy="25593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0804DD-6C78-4308-85A9-2D01B845B8B2}">
      <dsp:nvSpPr>
        <dsp:cNvPr id="0" name=""/>
        <dsp:cNvSpPr/>
      </dsp:nvSpPr>
      <dsp:spPr>
        <a:xfrm>
          <a:off x="1068514" y="2962"/>
          <a:ext cx="3825690" cy="229541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en-US" sz="5300" kern="1200"/>
            <a:t>Control Flow Testing</a:t>
          </a:r>
        </a:p>
      </dsp:txBody>
      <dsp:txXfrm>
        <a:off x="1068514" y="2962"/>
        <a:ext cx="3825690" cy="2295414"/>
      </dsp:txXfrm>
    </dsp:sp>
    <dsp:sp modelId="{09E29C4A-77AF-4993-B256-68D7C977F11F}">
      <dsp:nvSpPr>
        <dsp:cNvPr id="0" name=""/>
        <dsp:cNvSpPr/>
      </dsp:nvSpPr>
      <dsp:spPr>
        <a:xfrm>
          <a:off x="1068514" y="2680945"/>
          <a:ext cx="3825690" cy="2295414"/>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930" tIns="201930" rIns="201930" bIns="201930" numCol="1" spcCol="1270" anchor="ctr" anchorCtr="0">
          <a:noAutofit/>
        </a:bodyPr>
        <a:lstStyle/>
        <a:p>
          <a:pPr marL="0" lvl="0" indent="0" algn="ctr" defTabSz="2355850">
            <a:lnSpc>
              <a:spcPct val="90000"/>
            </a:lnSpc>
            <a:spcBef>
              <a:spcPct val="0"/>
            </a:spcBef>
            <a:spcAft>
              <a:spcPct val="35000"/>
            </a:spcAft>
            <a:buNone/>
          </a:pPr>
          <a:r>
            <a:rPr lang="en-US" sz="5300" kern="1200"/>
            <a:t>Data Flow Testing</a:t>
          </a:r>
        </a:p>
      </dsp:txBody>
      <dsp:txXfrm>
        <a:off x="1068514" y="2680945"/>
        <a:ext cx="3825690" cy="229541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5FA755-5D47-4C3A-9334-2731B97521A2}">
      <dsp:nvSpPr>
        <dsp:cNvPr id="0" name=""/>
        <dsp:cNvSpPr/>
      </dsp:nvSpPr>
      <dsp:spPr>
        <a:xfrm>
          <a:off x="0" y="406043"/>
          <a:ext cx="10515600" cy="15151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541528" rIns="816127"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a:t>Assignment statements (Ex. x = 2*y; )</a:t>
          </a:r>
        </a:p>
        <a:p>
          <a:pPr marL="228600" lvl="1" indent="-228600" algn="l" defTabSz="1155700">
            <a:lnSpc>
              <a:spcPct val="90000"/>
            </a:lnSpc>
            <a:spcBef>
              <a:spcPct val="0"/>
            </a:spcBef>
            <a:spcAft>
              <a:spcPct val="15000"/>
            </a:spcAft>
            <a:buChar char="•"/>
          </a:pPr>
          <a:r>
            <a:rPr lang="en-US" sz="2600" kern="1200"/>
            <a:t>Conditional statements (Ex. if(), for(), while(), …)</a:t>
          </a:r>
        </a:p>
      </dsp:txBody>
      <dsp:txXfrm>
        <a:off x="0" y="406043"/>
        <a:ext cx="10515600" cy="1515150"/>
      </dsp:txXfrm>
    </dsp:sp>
    <dsp:sp modelId="{CD8578AE-DC31-4D09-8CAC-39C344731C5B}">
      <dsp:nvSpPr>
        <dsp:cNvPr id="0" name=""/>
        <dsp:cNvSpPr/>
      </dsp:nvSpPr>
      <dsp:spPr>
        <a:xfrm>
          <a:off x="525780" y="22283"/>
          <a:ext cx="7360920" cy="7675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155700">
            <a:lnSpc>
              <a:spcPct val="90000"/>
            </a:lnSpc>
            <a:spcBef>
              <a:spcPct val="0"/>
            </a:spcBef>
            <a:spcAft>
              <a:spcPct val="35000"/>
            </a:spcAft>
            <a:buNone/>
          </a:pPr>
          <a:r>
            <a:rPr lang="en-US" sz="2600" kern="1200"/>
            <a:t>Two kinds of basic program statements:</a:t>
          </a:r>
        </a:p>
      </dsp:txBody>
      <dsp:txXfrm>
        <a:off x="563247" y="59750"/>
        <a:ext cx="7285986" cy="692586"/>
      </dsp:txXfrm>
    </dsp:sp>
    <dsp:sp modelId="{9A0B33BC-5FA2-41F0-A13C-D05614E2F613}">
      <dsp:nvSpPr>
        <dsp:cNvPr id="0" name=""/>
        <dsp:cNvSpPr/>
      </dsp:nvSpPr>
      <dsp:spPr>
        <a:xfrm>
          <a:off x="0" y="2445354"/>
          <a:ext cx="10515600" cy="18837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541528" rIns="816127" bIns="184912" numCol="1" spcCol="1270" anchor="t" anchorCtr="0">
          <a:noAutofit/>
        </a:bodyPr>
        <a:lstStyle/>
        <a:p>
          <a:pPr marL="228600" lvl="1" indent="-228600" algn="l" defTabSz="1155700">
            <a:lnSpc>
              <a:spcPct val="90000"/>
            </a:lnSpc>
            <a:spcBef>
              <a:spcPct val="0"/>
            </a:spcBef>
            <a:spcAft>
              <a:spcPct val="15000"/>
            </a:spcAft>
            <a:buChar char="•"/>
          </a:pPr>
          <a:r>
            <a:rPr lang="en-US" sz="2600" kern="1200"/>
            <a:t>Successive execution of program statements is viewed as flow of control.</a:t>
          </a:r>
        </a:p>
        <a:p>
          <a:pPr marL="228600" lvl="1" indent="-228600" algn="l" defTabSz="1155700">
            <a:lnSpc>
              <a:spcPct val="90000"/>
            </a:lnSpc>
            <a:spcBef>
              <a:spcPct val="0"/>
            </a:spcBef>
            <a:spcAft>
              <a:spcPct val="15000"/>
            </a:spcAft>
            <a:buChar char="•"/>
          </a:pPr>
          <a:r>
            <a:rPr lang="en-US" sz="2600" kern="1200"/>
            <a:t>Conditional statements alter the default flow.</a:t>
          </a:r>
        </a:p>
      </dsp:txBody>
      <dsp:txXfrm>
        <a:off x="0" y="2445354"/>
        <a:ext cx="10515600" cy="1883700"/>
      </dsp:txXfrm>
    </dsp:sp>
    <dsp:sp modelId="{2C0D3A8C-73C0-4003-BAD1-35708C53540A}">
      <dsp:nvSpPr>
        <dsp:cNvPr id="0" name=""/>
        <dsp:cNvSpPr/>
      </dsp:nvSpPr>
      <dsp:spPr>
        <a:xfrm>
          <a:off x="525780" y="2061594"/>
          <a:ext cx="7360920" cy="7675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155700">
            <a:lnSpc>
              <a:spcPct val="90000"/>
            </a:lnSpc>
            <a:spcBef>
              <a:spcPct val="0"/>
            </a:spcBef>
            <a:spcAft>
              <a:spcPct val="35000"/>
            </a:spcAft>
            <a:buNone/>
          </a:pPr>
          <a:r>
            <a:rPr lang="en-US" sz="2600" kern="1200"/>
            <a:t>Control flow</a:t>
          </a:r>
        </a:p>
      </dsp:txBody>
      <dsp:txXfrm>
        <a:off x="563247" y="2099061"/>
        <a:ext cx="7285986" cy="6925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B8184B-F565-4AEB-922D-FAB2AA53A92B}">
      <dsp:nvSpPr>
        <dsp:cNvPr id="0" name=""/>
        <dsp:cNvSpPr/>
      </dsp:nvSpPr>
      <dsp:spPr>
        <a:xfrm>
          <a:off x="-150399" y="0"/>
          <a:ext cx="6859713" cy="138253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B2FE03-C64C-4410-85F5-58B1E2CDD2E9}">
      <dsp:nvSpPr>
        <dsp:cNvPr id="0" name=""/>
        <dsp:cNvSpPr/>
      </dsp:nvSpPr>
      <dsp:spPr>
        <a:xfrm>
          <a:off x="267816" y="319519"/>
          <a:ext cx="760392" cy="7603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020845-D7F8-43EA-97F5-93B8DBA772DC}">
      <dsp:nvSpPr>
        <dsp:cNvPr id="0" name=""/>
        <dsp:cNvSpPr/>
      </dsp:nvSpPr>
      <dsp:spPr>
        <a:xfrm>
          <a:off x="999737" y="8449"/>
          <a:ext cx="6010374" cy="1642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880" tIns="173880" rIns="173880" bIns="173880" numCol="1" spcCol="1270" anchor="ctr" anchorCtr="0">
          <a:noAutofit/>
        </a:bodyPr>
        <a:lstStyle/>
        <a:p>
          <a:pPr marL="0" lvl="0" indent="0" algn="l" defTabSz="889000">
            <a:lnSpc>
              <a:spcPct val="90000"/>
            </a:lnSpc>
            <a:spcBef>
              <a:spcPct val="0"/>
            </a:spcBef>
            <a:spcAft>
              <a:spcPct val="35000"/>
            </a:spcAft>
            <a:buNone/>
          </a:pPr>
          <a:r>
            <a:rPr lang="en-CA" sz="2000" kern="1200" dirty="0">
              <a:solidFill>
                <a:schemeClr val="tx1"/>
              </a:solidFill>
            </a:rPr>
            <a:t>The aviation standard </a:t>
          </a:r>
          <a:r>
            <a:rPr lang="en-CA" sz="2000" b="1" kern="1200" dirty="0">
              <a:solidFill>
                <a:schemeClr val="tx1"/>
              </a:solidFill>
            </a:rPr>
            <a:t>DO-178B </a:t>
          </a:r>
          <a:r>
            <a:rPr lang="en-CA" sz="2000" kern="1200" dirty="0">
              <a:solidFill>
                <a:schemeClr val="tx1"/>
              </a:solidFill>
            </a:rPr>
            <a:t>requires 100% code coverage for safety critical system</a:t>
          </a:r>
          <a:endParaRPr lang="en-US" sz="2000" kern="1200" dirty="0">
            <a:solidFill>
              <a:schemeClr val="tx1"/>
            </a:solidFill>
          </a:endParaRPr>
        </a:p>
      </dsp:txBody>
      <dsp:txXfrm>
        <a:off x="999737" y="8449"/>
        <a:ext cx="6010374" cy="1642964"/>
      </dsp:txXfrm>
    </dsp:sp>
    <dsp:sp modelId="{D825AFC5-1CE3-4ECF-B9B8-1A3417EC7D7B}">
      <dsp:nvSpPr>
        <dsp:cNvPr id="0" name=""/>
        <dsp:cNvSpPr/>
      </dsp:nvSpPr>
      <dsp:spPr>
        <a:xfrm>
          <a:off x="-150399" y="2006649"/>
          <a:ext cx="6859713" cy="138253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E1B421-AD83-4CF4-8F1B-B298BE0A2B51}">
      <dsp:nvSpPr>
        <dsp:cNvPr id="0" name=""/>
        <dsp:cNvSpPr/>
      </dsp:nvSpPr>
      <dsp:spPr>
        <a:xfrm>
          <a:off x="267816" y="2317719"/>
          <a:ext cx="760392" cy="7603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E76E88-24AD-4CBE-8F36-F9800FBFFF38}">
      <dsp:nvSpPr>
        <dsp:cNvPr id="0" name=""/>
        <dsp:cNvSpPr/>
      </dsp:nvSpPr>
      <dsp:spPr>
        <a:xfrm>
          <a:off x="1164913" y="1883361"/>
          <a:ext cx="5248453" cy="1642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880" tIns="173880" rIns="173880" bIns="173880" numCol="1" spcCol="1270" anchor="ctr" anchorCtr="0">
          <a:noAutofit/>
        </a:bodyPr>
        <a:lstStyle/>
        <a:p>
          <a:pPr marL="0" lvl="0" indent="0" algn="l" defTabSz="800100">
            <a:lnSpc>
              <a:spcPct val="90000"/>
            </a:lnSpc>
            <a:spcBef>
              <a:spcPct val="0"/>
            </a:spcBef>
            <a:spcAft>
              <a:spcPct val="35000"/>
            </a:spcAft>
            <a:buNone/>
          </a:pPr>
          <a:r>
            <a:rPr lang="en-CA" sz="1800" kern="1200" dirty="0">
              <a:solidFill>
                <a:schemeClr val="tx1"/>
              </a:solidFill>
            </a:rPr>
            <a:t>The standard </a:t>
          </a:r>
          <a:r>
            <a:rPr lang="en-CA" sz="1800" b="1" kern="1200" dirty="0">
              <a:solidFill>
                <a:schemeClr val="tx1"/>
              </a:solidFill>
            </a:rPr>
            <a:t>IEC 61508:2010 </a:t>
          </a:r>
          <a:r>
            <a:rPr lang="en-CA" sz="1800" kern="1200" dirty="0">
              <a:solidFill>
                <a:schemeClr val="tx1"/>
              </a:solidFill>
            </a:rPr>
            <a:t>"Functional Safety of Electrical/Electronic/Programmable Electronic Safety-Related Systems" recommends 100% code coverage of several metrics, but the strenuousness of the recommendation relates to the criticality.</a:t>
          </a:r>
          <a:endParaRPr lang="en-US" sz="1800" kern="1200" dirty="0">
            <a:solidFill>
              <a:schemeClr val="tx1"/>
            </a:solidFill>
          </a:endParaRPr>
        </a:p>
      </dsp:txBody>
      <dsp:txXfrm>
        <a:off x="1164913" y="1883361"/>
        <a:ext cx="5248453" cy="1642964"/>
      </dsp:txXfrm>
    </dsp:sp>
    <dsp:sp modelId="{86C3C4E6-A87C-4580-BEE8-722F03A1F5D9}">
      <dsp:nvSpPr>
        <dsp:cNvPr id="0" name=""/>
        <dsp:cNvSpPr/>
      </dsp:nvSpPr>
      <dsp:spPr>
        <a:xfrm>
          <a:off x="-150399" y="4004849"/>
          <a:ext cx="6859713" cy="138253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8382F1-1895-4520-8904-F5D0650FF7F8}">
      <dsp:nvSpPr>
        <dsp:cNvPr id="0" name=""/>
        <dsp:cNvSpPr/>
      </dsp:nvSpPr>
      <dsp:spPr>
        <a:xfrm>
          <a:off x="267816" y="4315918"/>
          <a:ext cx="760392" cy="76039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E640AF5-53D6-4601-8699-B82B4E822044}">
      <dsp:nvSpPr>
        <dsp:cNvPr id="0" name=""/>
        <dsp:cNvSpPr/>
      </dsp:nvSpPr>
      <dsp:spPr>
        <a:xfrm>
          <a:off x="1227239" y="3895969"/>
          <a:ext cx="5411481" cy="16429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3880" tIns="173880" rIns="173880" bIns="173880" numCol="1" spcCol="1270" anchor="ctr" anchorCtr="0">
          <a:noAutofit/>
        </a:bodyPr>
        <a:lstStyle/>
        <a:p>
          <a:pPr marL="0" lvl="0" indent="0" algn="l" defTabSz="755650">
            <a:lnSpc>
              <a:spcPct val="90000"/>
            </a:lnSpc>
            <a:spcBef>
              <a:spcPct val="0"/>
            </a:spcBef>
            <a:spcAft>
              <a:spcPct val="35000"/>
            </a:spcAft>
            <a:buNone/>
          </a:pPr>
          <a:r>
            <a:rPr lang="en-CA" sz="1700" kern="1200" dirty="0">
              <a:solidFill>
                <a:schemeClr val="tx1"/>
              </a:solidFill>
            </a:rPr>
            <a:t>The </a:t>
          </a:r>
          <a:r>
            <a:rPr lang="en-CA" sz="1700" b="1" kern="1200" dirty="0">
              <a:solidFill>
                <a:schemeClr val="tx1"/>
              </a:solidFill>
            </a:rPr>
            <a:t>IEEE Standard for Software Unit Testing</a:t>
          </a:r>
          <a:r>
            <a:rPr lang="en-CA" sz="1700" kern="1200" dirty="0">
              <a:solidFill>
                <a:schemeClr val="tx1"/>
              </a:solidFill>
            </a:rPr>
            <a:t> section 3.1.2 specifies 100% statement coverage as a completeness requirement. Section A9 recommends 100% branch coverage for code that is critical or has inadequate requirements specification.</a:t>
          </a:r>
          <a:endParaRPr lang="en-US" sz="1700" kern="1200" dirty="0">
            <a:solidFill>
              <a:schemeClr val="tx1"/>
            </a:solidFill>
          </a:endParaRPr>
        </a:p>
      </dsp:txBody>
      <dsp:txXfrm>
        <a:off x="1227239" y="3895969"/>
        <a:ext cx="5411481" cy="164296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594B4-488C-1D4D-9D01-18FDF3232C7B}" type="datetimeFigureOut">
              <a:rPr lang="en-US" smtClean="0"/>
              <a:t>11/27/2024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19D3B-3BB9-F24B-A943-E16822E4BADC}" type="slidenum">
              <a:rPr lang="en-US" smtClean="0"/>
              <a:t>‹#›</a:t>
            </a:fld>
            <a:endParaRPr lang="en-US"/>
          </a:p>
        </p:txBody>
      </p:sp>
    </p:spTree>
    <p:extLst>
      <p:ext uri="{BB962C8B-B14F-4D97-AF65-F5344CB8AC3E}">
        <p14:creationId xmlns:p14="http://schemas.microsoft.com/office/powerpoint/2010/main" val="1913611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0" indent="-342900" algn="just">
              <a:lnSpc>
                <a:spcPct val="107000"/>
              </a:lnSpc>
              <a:spcBef>
                <a:spcPts val="0"/>
              </a:spcBef>
              <a:spcAft>
                <a:spcPts val="0"/>
              </a:spcAft>
              <a:buFont typeface="+mj-lt"/>
              <a:buAutoNum type="arabicPeriod"/>
            </a:pPr>
            <a:r>
              <a:rPr lang="en-US" sz="1800" b="1" kern="100" dirty="0">
                <a:solidFill>
                  <a:srgbClr val="2D3B45"/>
                </a:solidFill>
                <a:effectLst/>
                <a:latin typeface="Times New Roman" panose="02020603050405020304" pitchFamily="18" charset="0"/>
                <a:ea typeface="Calibri" panose="020F0502020204030204" pitchFamily="34" charset="0"/>
                <a:cs typeface="Times New Roman" panose="02020603050405020304" pitchFamily="18" charset="0"/>
              </a:rPr>
              <a:t>You are chief engineer for a safety critical system that is being custom-built for a long-time customer. The customer keeps making changes to the requirements, even during the design and development phases. What approach could you have employed (could employ) to try to mitigate this problem?</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just">
              <a:lnSpc>
                <a:spcPct val="107000"/>
              </a:lnSpc>
              <a:spcBef>
                <a:spcPts val="0"/>
              </a:spcBef>
              <a:spcAft>
                <a:spcPts val="0"/>
              </a:spcAft>
            </a:pPr>
            <a:r>
              <a:rPr lang="en-US" sz="1800" b="1" kern="100" dirty="0">
                <a:solidFill>
                  <a:srgbClr val="2D3B45"/>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Employ a new non- agile development methodology.</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Reduce communications with the customer to minimize disagreements.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Have a customer representative at the vendor site at all times.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Increase charges to the customer for every requirements change.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5</a:t>
            </a:fld>
            <a:endParaRPr lang="en-US"/>
          </a:p>
        </p:txBody>
      </p:sp>
    </p:spTree>
    <p:extLst>
      <p:ext uri="{BB962C8B-B14F-4D97-AF65-F5344CB8AC3E}">
        <p14:creationId xmlns:p14="http://schemas.microsoft.com/office/powerpoint/2010/main" val="3321622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CF04A6-2E79-4A9B-8F4A-E1C48786311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2688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CF04A6-2E79-4A9B-8F4A-E1C48786311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5216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Explained on upcoming slides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67E18AB-6E76-484C-93F8-F70244DFCF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rabicPeriod"/>
            </a:pPr>
            <a:r>
              <a:rPr lang="en-US" sz="1800" b="1" kern="100" dirty="0">
                <a:solidFill>
                  <a:srgbClr val="2D3B45"/>
                </a:solidFill>
                <a:effectLst/>
                <a:latin typeface="Times New Roman" panose="02020603050405020304" pitchFamily="18" charset="0"/>
                <a:ea typeface="Calibri" panose="020F0502020204030204" pitchFamily="34" charset="0"/>
                <a:cs typeface="Times New Roman" panose="02020603050405020304" pitchFamily="18" charset="0"/>
              </a:rPr>
              <a:t>The Pipes and Filters architectural pattern is particularly beneficial for:</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Real-time processing of large datasets.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Sequential execution of tasks.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Hierarchical organization of components.</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0"/>
              </a:spcAft>
              <a:buFont typeface="+mj-lt"/>
              <a:buAutoNum type="alphaLcPeriod"/>
            </a:pPr>
            <a:r>
              <a:rPr lang="en-US" sz="1800" kern="0" dirty="0">
                <a:solidFill>
                  <a:srgbClr val="2D3B45"/>
                </a:solidFill>
                <a:effectLst/>
                <a:latin typeface="Times New Roman" panose="02020603050405020304" pitchFamily="18" charset="0"/>
                <a:ea typeface="Times New Roman" panose="02020603050405020304" pitchFamily="18" charset="0"/>
                <a:cs typeface="Times New Roman" panose="02020603050405020304" pitchFamily="18" charset="0"/>
              </a:rPr>
              <a:t>Centralized control of system interaction.</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DEB19D3B-3BB9-F24B-A943-E16822E4BADC}" type="slidenum">
              <a:rPr lang="en-US" smtClean="0"/>
              <a:t>32</a:t>
            </a:fld>
            <a:endParaRPr lang="en-US"/>
          </a:p>
        </p:txBody>
      </p:sp>
    </p:spTree>
    <p:extLst>
      <p:ext uri="{BB962C8B-B14F-4D97-AF65-F5344CB8AC3E}">
        <p14:creationId xmlns:p14="http://schemas.microsoft.com/office/powerpoint/2010/main" val="3384502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0E1A4AF1-4433-4760-930A-C48084E227EA}"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47</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105866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03" eaLnBrk="0" hangingPunct="0">
              <a:defRPr>
                <a:solidFill>
                  <a:schemeClr val="tx1"/>
                </a:solidFill>
                <a:latin typeface="Arial" pitchFamily="34" charset="0"/>
              </a:defRPr>
            </a:lvl1pPr>
            <a:lvl2pPr marL="744956" indent="-286522" defTabSz="929603" eaLnBrk="0" hangingPunct="0">
              <a:defRPr>
                <a:solidFill>
                  <a:schemeClr val="tx1"/>
                </a:solidFill>
                <a:latin typeface="Arial" pitchFamily="34" charset="0"/>
              </a:defRPr>
            </a:lvl2pPr>
            <a:lvl3pPr marL="1146086" indent="-229217" defTabSz="929603" eaLnBrk="0" hangingPunct="0">
              <a:defRPr>
                <a:solidFill>
                  <a:schemeClr val="tx1"/>
                </a:solidFill>
                <a:latin typeface="Arial" pitchFamily="34" charset="0"/>
              </a:defRPr>
            </a:lvl3pPr>
            <a:lvl4pPr marL="1604521" indent="-229217" defTabSz="929603" eaLnBrk="0" hangingPunct="0">
              <a:defRPr>
                <a:solidFill>
                  <a:schemeClr val="tx1"/>
                </a:solidFill>
                <a:latin typeface="Arial" pitchFamily="34" charset="0"/>
              </a:defRPr>
            </a:lvl4pPr>
            <a:lvl5pPr marL="2062955" indent="-229217" defTabSz="929603" eaLnBrk="0" hangingPunct="0">
              <a:defRPr>
                <a:solidFill>
                  <a:schemeClr val="tx1"/>
                </a:solidFill>
                <a:latin typeface="Arial" pitchFamily="34" charset="0"/>
              </a:defRPr>
            </a:lvl5pPr>
            <a:lvl6pPr marL="2521389" indent="-229217" defTabSz="929603" eaLnBrk="0" fontAlgn="base" hangingPunct="0">
              <a:spcBef>
                <a:spcPct val="0"/>
              </a:spcBef>
              <a:spcAft>
                <a:spcPct val="0"/>
              </a:spcAft>
              <a:defRPr>
                <a:solidFill>
                  <a:schemeClr val="tx1"/>
                </a:solidFill>
                <a:latin typeface="Arial" pitchFamily="34" charset="0"/>
              </a:defRPr>
            </a:lvl6pPr>
            <a:lvl7pPr marL="2979824" indent="-229217" defTabSz="929603" eaLnBrk="0" fontAlgn="base" hangingPunct="0">
              <a:spcBef>
                <a:spcPct val="0"/>
              </a:spcBef>
              <a:spcAft>
                <a:spcPct val="0"/>
              </a:spcAft>
              <a:defRPr>
                <a:solidFill>
                  <a:schemeClr val="tx1"/>
                </a:solidFill>
                <a:latin typeface="Arial" pitchFamily="34" charset="0"/>
              </a:defRPr>
            </a:lvl7pPr>
            <a:lvl8pPr marL="3438258" indent="-229217" defTabSz="929603" eaLnBrk="0" fontAlgn="base" hangingPunct="0">
              <a:spcBef>
                <a:spcPct val="0"/>
              </a:spcBef>
              <a:spcAft>
                <a:spcPct val="0"/>
              </a:spcAft>
              <a:defRPr>
                <a:solidFill>
                  <a:schemeClr val="tx1"/>
                </a:solidFill>
                <a:latin typeface="Arial" pitchFamily="34" charset="0"/>
              </a:defRPr>
            </a:lvl8pPr>
            <a:lvl9pPr marL="3896693" indent="-229217" defTabSz="929603" eaLnBrk="0" fontAlgn="base" hangingPunct="0">
              <a:spcBef>
                <a:spcPct val="0"/>
              </a:spcBef>
              <a:spcAft>
                <a:spcPct val="0"/>
              </a:spcAft>
              <a:defRPr>
                <a:solidFill>
                  <a:schemeClr val="tx1"/>
                </a:solidFill>
                <a:latin typeface="Arial" pitchFamily="34" charset="0"/>
              </a:defRPr>
            </a:lvl9pPr>
          </a:lstStyle>
          <a:p>
            <a:pPr marL="0" marR="0" lvl="0" indent="0" algn="r" defTabSz="929603" rtl="0" eaLnBrk="1" fontAlgn="base" latinLnBrk="0" hangingPunct="1">
              <a:lnSpc>
                <a:spcPct val="100000"/>
              </a:lnSpc>
              <a:spcBef>
                <a:spcPct val="0"/>
              </a:spcBef>
              <a:spcAft>
                <a:spcPct val="0"/>
              </a:spcAft>
              <a:buClrTx/>
              <a:buSzTx/>
              <a:buFontTx/>
              <a:buNone/>
              <a:tabLst/>
              <a:defRPr/>
            </a:pPr>
            <a:fld id="{25CE7EDF-E34A-4BBE-8FCD-D010135BDCB0}" type="slidenum">
              <a:rPr kumimoji="0" lang="en-CA" altLang="zh-CN" sz="1100" b="0" i="1" u="none" strike="noStrike" kern="1200" cap="none" spc="0" normalizeH="0" baseline="0" noProof="0" smtClean="0">
                <a:ln>
                  <a:noFill/>
                </a:ln>
                <a:solidFill>
                  <a:srgbClr val="000000"/>
                </a:solidFill>
                <a:effectLst/>
                <a:uLnTx/>
                <a:uFillTx/>
                <a:latin typeface="Arial" pitchFamily="34" charset="0"/>
                <a:ea typeface="宋体" panose="02010600030101010101" pitchFamily="2" charset="-122"/>
                <a:cs typeface="+mn-cs"/>
              </a:rPr>
              <a:pPr marL="0" marR="0" lvl="0" indent="0" algn="r" defTabSz="929603" rtl="0" eaLnBrk="1" fontAlgn="base" latinLnBrk="0" hangingPunct="1">
                <a:lnSpc>
                  <a:spcPct val="100000"/>
                </a:lnSpc>
                <a:spcBef>
                  <a:spcPct val="0"/>
                </a:spcBef>
                <a:spcAft>
                  <a:spcPct val="0"/>
                </a:spcAft>
                <a:buClrTx/>
                <a:buSzTx/>
                <a:buFontTx/>
                <a:buNone/>
                <a:tabLst/>
                <a:defRPr/>
              </a:pPr>
              <a:t>48</a:t>
            </a:fld>
            <a:endParaRPr kumimoji="0" lang="en-CA" altLang="zh-CN" sz="1100" b="0" i="1" u="none" strike="noStrike" kern="1200" cap="none" spc="0" normalizeH="0" baseline="0" noProof="0">
              <a:ln>
                <a:noFill/>
              </a:ln>
              <a:solidFill>
                <a:srgbClr val="000000"/>
              </a:solidFill>
              <a:effectLst/>
              <a:uLnTx/>
              <a:uFillTx/>
              <a:latin typeface="Arial" pitchFamily="34" charset="0"/>
              <a:ea typeface="宋体" panose="02010600030101010101" pitchFamily="2" charset="-122"/>
              <a:cs typeface="+mn-cs"/>
            </a:endParaRPr>
          </a:p>
        </p:txBody>
      </p:sp>
      <p:sp>
        <p:nvSpPr>
          <p:cNvPr id="53251" name="Rectangle 2"/>
          <p:cNvSpPr>
            <a:spLocks noGrp="1" noChangeArrowheads="1"/>
          </p:cNvSpPr>
          <p:nvPr>
            <p:ph type="body" idx="1"/>
          </p:nvPr>
        </p:nvSpPr>
        <p:spPr>
          <a:xfrm>
            <a:off x="468208" y="3351279"/>
            <a:ext cx="6128101" cy="533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79" tIns="45330" rIns="92279" bIns="45330"/>
          <a:lstStyle/>
          <a:p>
            <a:endParaRPr lang="de-DE" altLang="zh-CN">
              <a:latin typeface="Arial" pitchFamily="34" charset="0"/>
            </a:endParaRPr>
          </a:p>
        </p:txBody>
      </p:sp>
      <p:sp>
        <p:nvSpPr>
          <p:cNvPr id="53252" name="Rectangle 3"/>
          <p:cNvSpPr>
            <a:spLocks noGrp="1" noRot="1" noChangeAspect="1" noChangeArrowheads="1" noTextEdit="1"/>
          </p:cNvSpPr>
          <p:nvPr>
            <p:ph type="sldImg"/>
          </p:nvPr>
        </p:nvSpPr>
        <p:spPr>
          <a:xfrm>
            <a:off x="628650" y="31750"/>
            <a:ext cx="5648325" cy="3178175"/>
          </a:xfrm>
          <a:ln w="12700" cap="flat">
            <a:solidFill>
              <a:schemeClr val="tx1"/>
            </a:solidFill>
          </a:ln>
        </p:spPr>
      </p:sp>
    </p:spTree>
    <p:extLst>
      <p:ext uri="{BB962C8B-B14F-4D97-AF65-F5344CB8AC3E}">
        <p14:creationId xmlns:p14="http://schemas.microsoft.com/office/powerpoint/2010/main" val="40087725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E43E612E-D0A0-455F-B6F7-D7243093A880}"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51</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50210" name="Rectangle 2"/>
          <p:cNvSpPr>
            <a:spLocks noGrp="1" noRot="1" noChangeAspect="1" noChangeArrowheads="1" noTextEdit="1"/>
          </p:cNvSpPr>
          <p:nvPr>
            <p:ph type="sldImg"/>
          </p:nvPr>
        </p:nvSpPr>
        <p:spPr>
          <a:ln/>
        </p:spPr>
      </p:sp>
      <p:sp>
        <p:nvSpPr>
          <p:cNvPr id="350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247063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9129193F-B091-414A-BFF5-17C74F2375C3}"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52</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51234" name="Rectangle 2"/>
          <p:cNvSpPr>
            <a:spLocks noGrp="1" noRot="1" noChangeAspect="1" noChangeArrowheads="1" noTextEdit="1"/>
          </p:cNvSpPr>
          <p:nvPr>
            <p:ph type="sldImg"/>
          </p:nvPr>
        </p:nvSpPr>
        <p:spPr>
          <a:ln/>
        </p:spPr>
      </p:sp>
      <p:sp>
        <p:nvSpPr>
          <p:cNvPr id="35123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3111145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3685"/>
            <a:r>
              <a:rPr lang="en-US" altLang="en-US">
                <a:latin typeface="Arial" pitchFamily="34" charset="0"/>
              </a:rPr>
              <a:t>Incidence matrix</a:t>
            </a:r>
          </a:p>
          <a:p>
            <a:pPr defTabSz="913685"/>
            <a:endParaRPr lang="en-US" altLang="en-US">
              <a:latin typeface="Arial" pitchFamily="34" charset="0"/>
            </a:endParaRPr>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4956" indent="-286522" eaLnBrk="0" hangingPunct="0">
              <a:defRPr>
                <a:solidFill>
                  <a:schemeClr val="tx1"/>
                </a:solidFill>
                <a:latin typeface="Arial" pitchFamily="34" charset="0"/>
              </a:defRPr>
            </a:lvl2pPr>
            <a:lvl3pPr marL="1146086" indent="-229217" eaLnBrk="0" hangingPunct="0">
              <a:defRPr>
                <a:solidFill>
                  <a:schemeClr val="tx1"/>
                </a:solidFill>
                <a:latin typeface="Arial" pitchFamily="34" charset="0"/>
              </a:defRPr>
            </a:lvl3pPr>
            <a:lvl4pPr marL="1604521" indent="-229217" eaLnBrk="0" hangingPunct="0">
              <a:defRPr>
                <a:solidFill>
                  <a:schemeClr val="tx1"/>
                </a:solidFill>
                <a:latin typeface="Arial" pitchFamily="34" charset="0"/>
              </a:defRPr>
            </a:lvl4pPr>
            <a:lvl5pPr marL="2062955" indent="-229217" eaLnBrk="0" hangingPunct="0">
              <a:defRPr>
                <a:solidFill>
                  <a:schemeClr val="tx1"/>
                </a:solidFill>
                <a:latin typeface="Arial" pitchFamily="34" charset="0"/>
              </a:defRPr>
            </a:lvl5pPr>
            <a:lvl6pPr marL="2521389" indent="-229217" eaLnBrk="0" fontAlgn="base" hangingPunct="0">
              <a:spcBef>
                <a:spcPct val="0"/>
              </a:spcBef>
              <a:spcAft>
                <a:spcPct val="0"/>
              </a:spcAft>
              <a:defRPr>
                <a:solidFill>
                  <a:schemeClr val="tx1"/>
                </a:solidFill>
                <a:latin typeface="Arial" pitchFamily="34" charset="0"/>
              </a:defRPr>
            </a:lvl6pPr>
            <a:lvl7pPr marL="2979824" indent="-229217" eaLnBrk="0" fontAlgn="base" hangingPunct="0">
              <a:spcBef>
                <a:spcPct val="0"/>
              </a:spcBef>
              <a:spcAft>
                <a:spcPct val="0"/>
              </a:spcAft>
              <a:defRPr>
                <a:solidFill>
                  <a:schemeClr val="tx1"/>
                </a:solidFill>
                <a:latin typeface="Arial" pitchFamily="34" charset="0"/>
              </a:defRPr>
            </a:lvl7pPr>
            <a:lvl8pPr marL="3438258" indent="-229217" eaLnBrk="0" fontAlgn="base" hangingPunct="0">
              <a:spcBef>
                <a:spcPct val="0"/>
              </a:spcBef>
              <a:spcAft>
                <a:spcPct val="0"/>
              </a:spcAft>
              <a:defRPr>
                <a:solidFill>
                  <a:schemeClr val="tx1"/>
                </a:solidFill>
                <a:latin typeface="Arial" pitchFamily="34" charset="0"/>
              </a:defRPr>
            </a:lvl8pPr>
            <a:lvl9pPr marL="3896693" indent="-229217" eaLnBrk="0" fontAlgn="base" hangingPunct="0">
              <a:spcBef>
                <a:spcPct val="0"/>
              </a:spcBef>
              <a:spcAft>
                <a:spcPct val="0"/>
              </a:spcAft>
              <a:defRPr>
                <a:solidFill>
                  <a:schemeClr val="tx1"/>
                </a:solidFill>
                <a:latin typeface="Arial" pitchFamily="34" charset="0"/>
              </a:defRPr>
            </a:lvl9pPr>
          </a:lstStyle>
          <a:p>
            <a:pPr marL="0" marR="0" lvl="0" indent="0" algn="r" defTabSz="933450" rtl="0" eaLnBrk="1" fontAlgn="base" latinLnBrk="0" hangingPunct="1">
              <a:lnSpc>
                <a:spcPct val="100000"/>
              </a:lnSpc>
              <a:spcBef>
                <a:spcPct val="0"/>
              </a:spcBef>
              <a:spcAft>
                <a:spcPct val="0"/>
              </a:spcAft>
              <a:buClrTx/>
              <a:buSzTx/>
              <a:buFontTx/>
              <a:buNone/>
              <a:tabLst/>
              <a:defRPr/>
            </a:pPr>
            <a:fld id="{E8A11F98-D1F1-4D0D-BECC-48BFD1E110D1}" type="slidenum">
              <a:rPr kumimoji="0" lang="en-US" altLang="en-US" sz="1100" b="0" i="1"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33450" rtl="0" eaLnBrk="1" fontAlgn="base" latinLnBrk="0" hangingPunct="1">
                <a:lnSpc>
                  <a:spcPct val="100000"/>
                </a:lnSpc>
                <a:spcBef>
                  <a:spcPct val="0"/>
                </a:spcBef>
                <a:spcAft>
                  <a:spcPct val="0"/>
                </a:spcAft>
                <a:buClrTx/>
                <a:buSzTx/>
                <a:buFontTx/>
                <a:buNone/>
                <a:tabLst/>
                <a:defRPr/>
              </a:pPr>
              <a:t>54</a:t>
            </a:fld>
            <a:endParaRPr kumimoji="0" lang="en-US" altLang="en-US" sz="1100" b="0" i="1"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31749876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itchFamily="34" charset="0"/>
            </a:endParaRPr>
          </a:p>
        </p:txBody>
      </p:sp>
      <p:sp>
        <p:nvSpPr>
          <p:cNvPr id="39940" name="Slide Number Placeholder 3"/>
          <p:cNvSpPr txBox="1">
            <a:spLocks noGrp="1"/>
          </p:cNvSpPr>
          <p:nvPr/>
        </p:nvSpPr>
        <p:spPr bwMode="auto">
          <a:xfrm>
            <a:off x="3978170" y="8841265"/>
            <a:ext cx="3041755" cy="464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9424" tIns="0" rIns="19424" bIns="0" anchor="b"/>
          <a:lstStyle>
            <a:lvl1pPr defTabSz="923925" eaLnBrk="0" hangingPunct="0">
              <a:defRPr>
                <a:solidFill>
                  <a:schemeClr val="tx1"/>
                </a:solidFill>
                <a:latin typeface="Arial" pitchFamily="34" charset="0"/>
              </a:defRPr>
            </a:lvl1pPr>
            <a:lvl2pPr marL="742950" indent="-285750" defTabSz="923925" eaLnBrk="0" hangingPunct="0">
              <a:defRPr>
                <a:solidFill>
                  <a:schemeClr val="tx1"/>
                </a:solidFill>
                <a:latin typeface="Arial" pitchFamily="34" charset="0"/>
              </a:defRPr>
            </a:lvl2pPr>
            <a:lvl3pPr marL="1143000" indent="-228600" defTabSz="923925" eaLnBrk="0" hangingPunct="0">
              <a:defRPr>
                <a:solidFill>
                  <a:schemeClr val="tx1"/>
                </a:solidFill>
                <a:latin typeface="Arial" pitchFamily="34" charset="0"/>
              </a:defRPr>
            </a:lvl3pPr>
            <a:lvl4pPr marL="1600200" indent="-228600" defTabSz="923925" eaLnBrk="0" hangingPunct="0">
              <a:defRPr>
                <a:solidFill>
                  <a:schemeClr val="tx1"/>
                </a:solidFill>
                <a:latin typeface="Arial" pitchFamily="34" charset="0"/>
              </a:defRPr>
            </a:lvl4pPr>
            <a:lvl5pPr marL="2057400" indent="-228600" defTabSz="923925" eaLnBrk="0" hangingPunct="0">
              <a:defRPr>
                <a:solidFill>
                  <a:schemeClr val="tx1"/>
                </a:solidFill>
                <a:latin typeface="Arial" pitchFamily="34" charset="0"/>
              </a:defRPr>
            </a:lvl5pPr>
            <a:lvl6pPr marL="2514600" indent="-228600" defTabSz="923925" eaLnBrk="0" fontAlgn="base" hangingPunct="0">
              <a:spcBef>
                <a:spcPct val="0"/>
              </a:spcBef>
              <a:spcAft>
                <a:spcPct val="0"/>
              </a:spcAft>
              <a:defRPr>
                <a:solidFill>
                  <a:schemeClr val="tx1"/>
                </a:solidFill>
                <a:latin typeface="Arial" pitchFamily="34" charset="0"/>
              </a:defRPr>
            </a:lvl6pPr>
            <a:lvl7pPr marL="2971800" indent="-228600" defTabSz="923925" eaLnBrk="0" fontAlgn="base" hangingPunct="0">
              <a:spcBef>
                <a:spcPct val="0"/>
              </a:spcBef>
              <a:spcAft>
                <a:spcPct val="0"/>
              </a:spcAft>
              <a:defRPr>
                <a:solidFill>
                  <a:schemeClr val="tx1"/>
                </a:solidFill>
                <a:latin typeface="Arial" pitchFamily="34" charset="0"/>
              </a:defRPr>
            </a:lvl7pPr>
            <a:lvl8pPr marL="3429000" indent="-228600" defTabSz="923925" eaLnBrk="0" fontAlgn="base" hangingPunct="0">
              <a:spcBef>
                <a:spcPct val="0"/>
              </a:spcBef>
              <a:spcAft>
                <a:spcPct val="0"/>
              </a:spcAft>
              <a:defRPr>
                <a:solidFill>
                  <a:schemeClr val="tx1"/>
                </a:solidFill>
                <a:latin typeface="Arial" pitchFamily="34" charset="0"/>
              </a:defRPr>
            </a:lvl8pPr>
            <a:lvl9pPr marL="3886200" indent="-228600" defTabSz="923925" eaLnBrk="0" fontAlgn="base" hangingPunct="0">
              <a:spcBef>
                <a:spcPct val="0"/>
              </a:spcBef>
              <a:spcAft>
                <a:spcPct val="0"/>
              </a:spcAft>
              <a:defRPr>
                <a:solidFill>
                  <a:schemeClr val="tx1"/>
                </a:solidFill>
                <a:latin typeface="Arial" pitchFamily="34" charset="0"/>
              </a:defRPr>
            </a:lvl9pPr>
          </a:lstStyle>
          <a:p>
            <a:pPr marL="0" marR="0" lvl="0" indent="0" algn="r" defTabSz="923925" rtl="0" eaLnBrk="1" fontAlgn="auto" latinLnBrk="0" hangingPunct="1">
              <a:lnSpc>
                <a:spcPct val="100000"/>
              </a:lnSpc>
              <a:spcBef>
                <a:spcPts val="0"/>
              </a:spcBef>
              <a:spcAft>
                <a:spcPts val="0"/>
              </a:spcAft>
              <a:buClrTx/>
              <a:buSzTx/>
              <a:buFontTx/>
              <a:buNone/>
              <a:tabLst/>
              <a:defRPr/>
            </a:pPr>
            <a:fld id="{8E61974A-A467-4C89-B494-52DDE27A0857}" type="slidenum">
              <a:rPr kumimoji="0" lang="en-US" altLang="en-US" sz="1100" b="0" i="1"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23925" rtl="0" eaLnBrk="1" fontAlgn="auto" latinLnBrk="0" hangingPunct="1">
                <a:lnSpc>
                  <a:spcPct val="100000"/>
                </a:lnSpc>
                <a:spcBef>
                  <a:spcPts val="0"/>
                </a:spcBef>
                <a:spcAft>
                  <a:spcPts val="0"/>
                </a:spcAft>
                <a:buClrTx/>
                <a:buSzTx/>
                <a:buFontTx/>
                <a:buNone/>
                <a:tabLst/>
                <a:defRPr/>
              </a:pPr>
              <a:t>58</a:t>
            </a:fld>
            <a:endParaRPr kumimoji="0" lang="en-US" altLang="en-US" sz="1100" b="0" i="1"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6663836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03" eaLnBrk="0" hangingPunct="0">
              <a:defRPr>
                <a:solidFill>
                  <a:schemeClr val="tx1"/>
                </a:solidFill>
                <a:latin typeface="Arial" pitchFamily="34" charset="0"/>
              </a:defRPr>
            </a:lvl1pPr>
            <a:lvl2pPr marL="744956" indent="-286522" defTabSz="929603" eaLnBrk="0" hangingPunct="0">
              <a:defRPr>
                <a:solidFill>
                  <a:schemeClr val="tx1"/>
                </a:solidFill>
                <a:latin typeface="Arial" pitchFamily="34" charset="0"/>
              </a:defRPr>
            </a:lvl2pPr>
            <a:lvl3pPr marL="1146086" indent="-229217" defTabSz="929603" eaLnBrk="0" hangingPunct="0">
              <a:defRPr>
                <a:solidFill>
                  <a:schemeClr val="tx1"/>
                </a:solidFill>
                <a:latin typeface="Arial" pitchFamily="34" charset="0"/>
              </a:defRPr>
            </a:lvl3pPr>
            <a:lvl4pPr marL="1604521" indent="-229217" defTabSz="929603" eaLnBrk="0" hangingPunct="0">
              <a:defRPr>
                <a:solidFill>
                  <a:schemeClr val="tx1"/>
                </a:solidFill>
                <a:latin typeface="Arial" pitchFamily="34" charset="0"/>
              </a:defRPr>
            </a:lvl4pPr>
            <a:lvl5pPr marL="2062955" indent="-229217" defTabSz="929603" eaLnBrk="0" hangingPunct="0">
              <a:defRPr>
                <a:solidFill>
                  <a:schemeClr val="tx1"/>
                </a:solidFill>
                <a:latin typeface="Arial" pitchFamily="34" charset="0"/>
              </a:defRPr>
            </a:lvl5pPr>
            <a:lvl6pPr marL="2521389" indent="-229217" defTabSz="929603" eaLnBrk="0" fontAlgn="base" hangingPunct="0">
              <a:spcBef>
                <a:spcPct val="0"/>
              </a:spcBef>
              <a:spcAft>
                <a:spcPct val="0"/>
              </a:spcAft>
              <a:defRPr>
                <a:solidFill>
                  <a:schemeClr val="tx1"/>
                </a:solidFill>
                <a:latin typeface="Arial" pitchFamily="34" charset="0"/>
              </a:defRPr>
            </a:lvl6pPr>
            <a:lvl7pPr marL="2979824" indent="-229217" defTabSz="929603" eaLnBrk="0" fontAlgn="base" hangingPunct="0">
              <a:spcBef>
                <a:spcPct val="0"/>
              </a:spcBef>
              <a:spcAft>
                <a:spcPct val="0"/>
              </a:spcAft>
              <a:defRPr>
                <a:solidFill>
                  <a:schemeClr val="tx1"/>
                </a:solidFill>
                <a:latin typeface="Arial" pitchFamily="34" charset="0"/>
              </a:defRPr>
            </a:lvl7pPr>
            <a:lvl8pPr marL="3438258" indent="-229217" defTabSz="929603" eaLnBrk="0" fontAlgn="base" hangingPunct="0">
              <a:spcBef>
                <a:spcPct val="0"/>
              </a:spcBef>
              <a:spcAft>
                <a:spcPct val="0"/>
              </a:spcAft>
              <a:defRPr>
                <a:solidFill>
                  <a:schemeClr val="tx1"/>
                </a:solidFill>
                <a:latin typeface="Arial" pitchFamily="34" charset="0"/>
              </a:defRPr>
            </a:lvl8pPr>
            <a:lvl9pPr marL="3896693" indent="-229217" defTabSz="929603" eaLnBrk="0" fontAlgn="base" hangingPunct="0">
              <a:spcBef>
                <a:spcPct val="0"/>
              </a:spcBef>
              <a:spcAft>
                <a:spcPct val="0"/>
              </a:spcAft>
              <a:defRPr>
                <a:solidFill>
                  <a:schemeClr val="tx1"/>
                </a:solidFill>
                <a:latin typeface="Arial" pitchFamily="34" charset="0"/>
              </a:defRPr>
            </a:lvl9pPr>
          </a:lstStyle>
          <a:p>
            <a:pPr marL="0" marR="0" lvl="0" indent="0" algn="r" defTabSz="929603" rtl="0" eaLnBrk="1" fontAlgn="auto" latinLnBrk="0" hangingPunct="1">
              <a:lnSpc>
                <a:spcPct val="100000"/>
              </a:lnSpc>
              <a:spcBef>
                <a:spcPts val="0"/>
              </a:spcBef>
              <a:spcAft>
                <a:spcPts val="0"/>
              </a:spcAft>
              <a:buClrTx/>
              <a:buSzTx/>
              <a:buFontTx/>
              <a:buNone/>
              <a:tabLst/>
              <a:defRPr/>
            </a:pPr>
            <a:fld id="{25CE7EDF-E34A-4BBE-8FCD-D010135BDCB0}" type="slidenum">
              <a:rPr kumimoji="0" lang="en-CA" altLang="zh-CN" sz="1200" b="0" i="0" u="none" strike="noStrike" kern="1200" cap="none" spc="0" normalizeH="0" baseline="0" noProof="0" smtClean="0">
                <a:ln>
                  <a:noFill/>
                </a:ln>
                <a:solidFill>
                  <a:prstClr val="black"/>
                </a:solidFill>
                <a:effectLst/>
                <a:uLnTx/>
                <a:uFillTx/>
                <a:latin typeface="Arial" pitchFamily="34" charset="0"/>
                <a:ea typeface="等线" panose="02010600030101010101" pitchFamily="2" charset="-122"/>
                <a:cs typeface="+mn-cs"/>
              </a:rPr>
              <a:pPr marL="0" marR="0" lvl="0" indent="0" algn="r" defTabSz="929603" rtl="0" eaLnBrk="1" fontAlgn="auto" latinLnBrk="0" hangingPunct="1">
                <a:lnSpc>
                  <a:spcPct val="100000"/>
                </a:lnSpc>
                <a:spcBef>
                  <a:spcPts val="0"/>
                </a:spcBef>
                <a:spcAft>
                  <a:spcPts val="0"/>
                </a:spcAft>
                <a:buClrTx/>
                <a:buSzTx/>
                <a:buFontTx/>
                <a:buNone/>
                <a:tabLst/>
                <a:defRPr/>
              </a:pPr>
              <a:t>59</a:t>
            </a:fld>
            <a:endParaRPr kumimoji="0" lang="en-CA" altLang="zh-CN" sz="1200" b="0" i="0" u="none" strike="noStrike" kern="1200" cap="none" spc="0" normalizeH="0" baseline="0" noProof="0">
              <a:ln>
                <a:noFill/>
              </a:ln>
              <a:solidFill>
                <a:prstClr val="black"/>
              </a:solidFill>
              <a:effectLst/>
              <a:uLnTx/>
              <a:uFillTx/>
              <a:latin typeface="Arial" pitchFamily="34" charset="0"/>
              <a:ea typeface="等线" panose="02010600030101010101" pitchFamily="2" charset="-122"/>
              <a:cs typeface="+mn-cs"/>
            </a:endParaRPr>
          </a:p>
        </p:txBody>
      </p:sp>
      <p:sp>
        <p:nvSpPr>
          <p:cNvPr id="53251" name="Rectangle 2"/>
          <p:cNvSpPr>
            <a:spLocks noGrp="1" noChangeArrowheads="1"/>
          </p:cNvSpPr>
          <p:nvPr>
            <p:ph type="body" idx="1"/>
          </p:nvPr>
        </p:nvSpPr>
        <p:spPr>
          <a:xfrm>
            <a:off x="468208" y="3351279"/>
            <a:ext cx="6128101" cy="533403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279" tIns="45330" rIns="92279" bIns="45330"/>
          <a:lstStyle/>
          <a:p>
            <a:endParaRPr lang="de-DE" altLang="zh-CN">
              <a:latin typeface="Arial" pitchFamily="34" charset="0"/>
            </a:endParaRPr>
          </a:p>
        </p:txBody>
      </p:sp>
      <p:sp>
        <p:nvSpPr>
          <p:cNvPr id="53252" name="Rectangle 3"/>
          <p:cNvSpPr>
            <a:spLocks noGrp="1" noRot="1" noChangeAspect="1" noChangeArrowheads="1" noTextEdit="1"/>
          </p:cNvSpPr>
          <p:nvPr>
            <p:ph type="sldImg"/>
          </p:nvPr>
        </p:nvSpPr>
        <p:spPr>
          <a:xfrm>
            <a:off x="628650" y="31750"/>
            <a:ext cx="5648325" cy="3178175"/>
          </a:xfrm>
          <a:ln w="12700" cap="flat">
            <a:solidFill>
              <a:schemeClr val="tx1"/>
            </a:solidFill>
          </a:ln>
        </p:spPr>
      </p:sp>
    </p:spTree>
    <p:extLst>
      <p:ext uri="{BB962C8B-B14F-4D97-AF65-F5344CB8AC3E}">
        <p14:creationId xmlns:p14="http://schemas.microsoft.com/office/powerpoint/2010/main" val="40087725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1C85EA-6137-41D2-8589-8C0A267D134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8402" name="Rectangle 2"/>
          <p:cNvSpPr>
            <a:spLocks noGrp="1" noRot="1" noChangeAspect="1" noChangeArrowheads="1" noTextEdit="1"/>
          </p:cNvSpPr>
          <p:nvPr>
            <p:ph type="sldImg"/>
          </p:nvPr>
        </p:nvSpPr>
        <p:spPr>
          <a:ln/>
        </p:spPr>
      </p:sp>
      <p:sp>
        <p:nvSpPr>
          <p:cNvPr id="3584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05004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E43E612E-D0A0-455F-B6F7-D7243093A880}"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62</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50210" name="Rectangle 2"/>
          <p:cNvSpPr>
            <a:spLocks noGrp="1" noRot="1" noChangeAspect="1" noChangeArrowheads="1" noTextEdit="1"/>
          </p:cNvSpPr>
          <p:nvPr>
            <p:ph type="sldImg"/>
          </p:nvPr>
        </p:nvSpPr>
        <p:spPr>
          <a:ln/>
        </p:spPr>
      </p:sp>
      <p:sp>
        <p:nvSpPr>
          <p:cNvPr id="35021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110205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132B72E1-495C-49AD-9719-29BCE7733ADB}"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63</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59426" name="Rectangle 2"/>
          <p:cNvSpPr>
            <a:spLocks noGrp="1" noRot="1" noChangeAspect="1" noChangeArrowheads="1" noTextEdit="1"/>
          </p:cNvSpPr>
          <p:nvPr>
            <p:ph type="sldImg"/>
          </p:nvPr>
        </p:nvSpPr>
        <p:spPr>
          <a:ln/>
        </p:spPr>
      </p:sp>
      <p:sp>
        <p:nvSpPr>
          <p:cNvPr id="3594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40387171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E0926B4F-FFF8-4B0C-9151-1A8C5BE6A91E}"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64</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62498" name="Rectangle 2"/>
          <p:cNvSpPr>
            <a:spLocks noGrp="1" noRot="1" noChangeAspect="1" noChangeArrowheads="1" noTextEdit="1"/>
          </p:cNvSpPr>
          <p:nvPr>
            <p:ph type="sldImg"/>
          </p:nvPr>
        </p:nvSpPr>
        <p:spPr>
          <a:ln/>
        </p:spPr>
      </p:sp>
      <p:sp>
        <p:nvSpPr>
          <p:cNvPr id="3624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3447154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D6467982-A693-4EF4-B709-139FA2170043}"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66</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63522" name="Rectangle 2"/>
          <p:cNvSpPr>
            <a:spLocks noGrp="1" noRot="1" noChangeAspect="1" noChangeArrowheads="1" noTextEdit="1"/>
          </p:cNvSpPr>
          <p:nvPr>
            <p:ph type="sldImg"/>
          </p:nvPr>
        </p:nvSpPr>
        <p:spPr>
          <a:ln/>
        </p:spPr>
      </p:sp>
      <p:sp>
        <p:nvSpPr>
          <p:cNvPr id="3635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6048677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itchFamily="34" charset="0"/>
              </a:rPr>
              <a:t>If loops are nested this results in the same multiplicity of test cases we’ll find with boundary value analysis</a:t>
            </a:r>
          </a:p>
        </p:txBody>
      </p:sp>
      <p:sp>
        <p:nvSpPr>
          <p:cNvPr id="573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03" eaLnBrk="0" hangingPunct="0">
              <a:defRPr>
                <a:solidFill>
                  <a:schemeClr val="tx1"/>
                </a:solidFill>
                <a:latin typeface="Arial" pitchFamily="34" charset="0"/>
              </a:defRPr>
            </a:lvl1pPr>
            <a:lvl2pPr marL="744956" indent="-286522" defTabSz="929603" eaLnBrk="0" hangingPunct="0">
              <a:defRPr>
                <a:solidFill>
                  <a:schemeClr val="tx1"/>
                </a:solidFill>
                <a:latin typeface="Arial" pitchFamily="34" charset="0"/>
              </a:defRPr>
            </a:lvl2pPr>
            <a:lvl3pPr marL="1146086" indent="-229217" defTabSz="929603" eaLnBrk="0" hangingPunct="0">
              <a:defRPr>
                <a:solidFill>
                  <a:schemeClr val="tx1"/>
                </a:solidFill>
                <a:latin typeface="Arial" pitchFamily="34" charset="0"/>
              </a:defRPr>
            </a:lvl3pPr>
            <a:lvl4pPr marL="1604521" indent="-229217" defTabSz="929603" eaLnBrk="0" hangingPunct="0">
              <a:defRPr>
                <a:solidFill>
                  <a:schemeClr val="tx1"/>
                </a:solidFill>
                <a:latin typeface="Arial" pitchFamily="34" charset="0"/>
              </a:defRPr>
            </a:lvl4pPr>
            <a:lvl5pPr marL="2062955" indent="-229217" defTabSz="929603" eaLnBrk="0" hangingPunct="0">
              <a:defRPr>
                <a:solidFill>
                  <a:schemeClr val="tx1"/>
                </a:solidFill>
                <a:latin typeface="Arial" pitchFamily="34" charset="0"/>
              </a:defRPr>
            </a:lvl5pPr>
            <a:lvl6pPr marL="2521389" indent="-229217" defTabSz="929603" eaLnBrk="0" fontAlgn="base" hangingPunct="0">
              <a:spcBef>
                <a:spcPct val="0"/>
              </a:spcBef>
              <a:spcAft>
                <a:spcPct val="0"/>
              </a:spcAft>
              <a:defRPr>
                <a:solidFill>
                  <a:schemeClr val="tx1"/>
                </a:solidFill>
                <a:latin typeface="Arial" pitchFamily="34" charset="0"/>
              </a:defRPr>
            </a:lvl6pPr>
            <a:lvl7pPr marL="2979824" indent="-229217" defTabSz="929603" eaLnBrk="0" fontAlgn="base" hangingPunct="0">
              <a:spcBef>
                <a:spcPct val="0"/>
              </a:spcBef>
              <a:spcAft>
                <a:spcPct val="0"/>
              </a:spcAft>
              <a:defRPr>
                <a:solidFill>
                  <a:schemeClr val="tx1"/>
                </a:solidFill>
                <a:latin typeface="Arial" pitchFamily="34" charset="0"/>
              </a:defRPr>
            </a:lvl7pPr>
            <a:lvl8pPr marL="3438258" indent="-229217" defTabSz="929603" eaLnBrk="0" fontAlgn="base" hangingPunct="0">
              <a:spcBef>
                <a:spcPct val="0"/>
              </a:spcBef>
              <a:spcAft>
                <a:spcPct val="0"/>
              </a:spcAft>
              <a:defRPr>
                <a:solidFill>
                  <a:schemeClr val="tx1"/>
                </a:solidFill>
                <a:latin typeface="Arial" pitchFamily="34" charset="0"/>
              </a:defRPr>
            </a:lvl8pPr>
            <a:lvl9pPr marL="3896693" indent="-229217" defTabSz="929603" eaLnBrk="0" fontAlgn="base" hangingPunct="0">
              <a:spcBef>
                <a:spcPct val="0"/>
              </a:spcBef>
              <a:spcAft>
                <a:spcPct val="0"/>
              </a:spcAft>
              <a:defRPr>
                <a:solidFill>
                  <a:schemeClr val="tx1"/>
                </a:solidFill>
                <a:latin typeface="Arial" pitchFamily="34" charset="0"/>
              </a:defRPr>
            </a:lvl9pPr>
          </a:lstStyle>
          <a:p>
            <a:pPr marL="0" marR="0" lvl="0" indent="0" algn="r" defTabSz="929603" rtl="0" eaLnBrk="1" fontAlgn="base" latinLnBrk="0" hangingPunct="1">
              <a:lnSpc>
                <a:spcPct val="100000"/>
              </a:lnSpc>
              <a:spcBef>
                <a:spcPct val="0"/>
              </a:spcBef>
              <a:spcAft>
                <a:spcPct val="0"/>
              </a:spcAft>
              <a:buClrTx/>
              <a:buSzTx/>
              <a:buFontTx/>
              <a:buNone/>
              <a:tabLst/>
              <a:defRPr/>
            </a:pPr>
            <a:fld id="{037788DF-0AAD-4AF4-B9EE-132F5A9F00F4}" type="slidenum">
              <a:rPr kumimoji="0" lang="en-US" altLang="en-US" sz="1100" b="0" i="1"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29603" rtl="0" eaLnBrk="1" fontAlgn="base" latinLnBrk="0" hangingPunct="1">
                <a:lnSpc>
                  <a:spcPct val="100000"/>
                </a:lnSpc>
                <a:spcBef>
                  <a:spcPct val="0"/>
                </a:spcBef>
                <a:spcAft>
                  <a:spcPct val="0"/>
                </a:spcAft>
                <a:buClrTx/>
                <a:buSzTx/>
                <a:buFontTx/>
                <a:buNone/>
                <a:tabLst/>
                <a:defRPr/>
              </a:pPr>
              <a:t>72</a:t>
            </a:fld>
            <a:endParaRPr kumimoji="0" lang="en-US" altLang="en-US" sz="1100" b="0" i="1"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2780752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a:ln/>
        </p:spPr>
        <p:txBody>
          <a:bodyPr/>
          <a:lstStyle/>
          <a:p>
            <a:pPr marL="0" marR="0" lvl="0" indent="0" algn="l" defTabSz="933450" rtl="0" eaLnBrk="0" fontAlgn="base" latinLnBrk="0" hangingPunct="0">
              <a:lnSpc>
                <a:spcPct val="100000"/>
              </a:lnSpc>
              <a:spcBef>
                <a:spcPct val="0"/>
              </a:spcBef>
              <a:spcAft>
                <a:spcPct val="0"/>
              </a:spcAft>
              <a:buClrTx/>
              <a:buSzTx/>
              <a:buFontTx/>
              <a:buNone/>
              <a:tabLst/>
              <a:defRPr/>
            </a:pPr>
            <a:r>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5" name="Rectangle 5"/>
          <p:cNvSpPr>
            <a:spLocks noGrp="1" noChangeArrowheads="1"/>
          </p:cNvSpPr>
          <p:nvPr>
            <p:ph type="sldNum" sz="quarter" idx="5"/>
          </p:nvPr>
        </p:nvSpPr>
        <p:spPr>
          <a:ln/>
        </p:spPr>
        <p:txBody>
          <a:bodyPr/>
          <a:lstStyle/>
          <a:p>
            <a:pPr marL="0" marR="0" lvl="0" indent="0" algn="r" defTabSz="933450" rtl="0" eaLnBrk="0" fontAlgn="base" latinLnBrk="0" hangingPunct="0">
              <a:lnSpc>
                <a:spcPct val="100000"/>
              </a:lnSpc>
              <a:spcBef>
                <a:spcPct val="0"/>
              </a:spcBef>
              <a:spcAft>
                <a:spcPct val="0"/>
              </a:spcAft>
              <a:buClrTx/>
              <a:buSzTx/>
              <a:buFontTx/>
              <a:buNone/>
              <a:tabLst/>
              <a:defRPr/>
            </a:pPr>
            <a:fld id="{432CE7BE-E9F0-47C7-9A56-82CEC4C18A2E}" type="slidenum">
              <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33450" rtl="0" eaLnBrk="0" fontAlgn="base" latinLnBrk="0" hangingPunct="0">
                <a:lnSpc>
                  <a:spcPct val="100000"/>
                </a:lnSpc>
                <a:spcBef>
                  <a:spcPct val="0"/>
                </a:spcBef>
                <a:spcAft>
                  <a:spcPct val="0"/>
                </a:spcAft>
                <a:buClrTx/>
                <a:buSzTx/>
                <a:buFontTx/>
                <a:buNone/>
                <a:tabLst/>
                <a:defRPr/>
              </a:pPr>
              <a:t>74</a:t>
            </a:fld>
            <a:endParaRPr kumimoji="0" lang="en-US" sz="1100" b="0" i="1"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66594" name="Rectangle 2"/>
          <p:cNvSpPr>
            <a:spLocks noGrp="1" noRot="1" noChangeAspect="1" noChangeArrowheads="1" noTextEdit="1"/>
          </p:cNvSpPr>
          <p:nvPr>
            <p:ph type="sldImg"/>
          </p:nvPr>
        </p:nvSpPr>
        <p:spPr>
          <a:ln/>
        </p:spPr>
      </p:sp>
      <p:sp>
        <p:nvSpPr>
          <p:cNvPr id="3665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049665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itchFamily="34" charset="0"/>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9603" eaLnBrk="0" hangingPunct="0">
              <a:defRPr>
                <a:solidFill>
                  <a:schemeClr val="tx1"/>
                </a:solidFill>
                <a:latin typeface="Arial" pitchFamily="34" charset="0"/>
              </a:defRPr>
            </a:lvl1pPr>
            <a:lvl2pPr marL="744956" indent="-286522" defTabSz="929603" eaLnBrk="0" hangingPunct="0">
              <a:defRPr>
                <a:solidFill>
                  <a:schemeClr val="tx1"/>
                </a:solidFill>
                <a:latin typeface="Arial" pitchFamily="34" charset="0"/>
              </a:defRPr>
            </a:lvl2pPr>
            <a:lvl3pPr marL="1146086" indent="-229217" defTabSz="929603" eaLnBrk="0" hangingPunct="0">
              <a:defRPr>
                <a:solidFill>
                  <a:schemeClr val="tx1"/>
                </a:solidFill>
                <a:latin typeface="Arial" pitchFamily="34" charset="0"/>
              </a:defRPr>
            </a:lvl3pPr>
            <a:lvl4pPr marL="1604521" indent="-229217" defTabSz="929603" eaLnBrk="0" hangingPunct="0">
              <a:defRPr>
                <a:solidFill>
                  <a:schemeClr val="tx1"/>
                </a:solidFill>
                <a:latin typeface="Arial" pitchFamily="34" charset="0"/>
              </a:defRPr>
            </a:lvl4pPr>
            <a:lvl5pPr marL="2062955" indent="-229217" defTabSz="929603" eaLnBrk="0" hangingPunct="0">
              <a:defRPr>
                <a:solidFill>
                  <a:schemeClr val="tx1"/>
                </a:solidFill>
                <a:latin typeface="Arial" pitchFamily="34" charset="0"/>
              </a:defRPr>
            </a:lvl5pPr>
            <a:lvl6pPr marL="2521389" indent="-229217" defTabSz="929603" eaLnBrk="0" fontAlgn="base" hangingPunct="0">
              <a:spcBef>
                <a:spcPct val="0"/>
              </a:spcBef>
              <a:spcAft>
                <a:spcPct val="0"/>
              </a:spcAft>
              <a:defRPr>
                <a:solidFill>
                  <a:schemeClr val="tx1"/>
                </a:solidFill>
                <a:latin typeface="Arial" pitchFamily="34" charset="0"/>
              </a:defRPr>
            </a:lvl6pPr>
            <a:lvl7pPr marL="2979824" indent="-229217" defTabSz="929603" eaLnBrk="0" fontAlgn="base" hangingPunct="0">
              <a:spcBef>
                <a:spcPct val="0"/>
              </a:spcBef>
              <a:spcAft>
                <a:spcPct val="0"/>
              </a:spcAft>
              <a:defRPr>
                <a:solidFill>
                  <a:schemeClr val="tx1"/>
                </a:solidFill>
                <a:latin typeface="Arial" pitchFamily="34" charset="0"/>
              </a:defRPr>
            </a:lvl7pPr>
            <a:lvl8pPr marL="3438258" indent="-229217" defTabSz="929603" eaLnBrk="0" fontAlgn="base" hangingPunct="0">
              <a:spcBef>
                <a:spcPct val="0"/>
              </a:spcBef>
              <a:spcAft>
                <a:spcPct val="0"/>
              </a:spcAft>
              <a:defRPr>
                <a:solidFill>
                  <a:schemeClr val="tx1"/>
                </a:solidFill>
                <a:latin typeface="Arial" pitchFamily="34" charset="0"/>
              </a:defRPr>
            </a:lvl8pPr>
            <a:lvl9pPr marL="3896693" indent="-229217" defTabSz="929603" eaLnBrk="0" fontAlgn="base" hangingPunct="0">
              <a:spcBef>
                <a:spcPct val="0"/>
              </a:spcBef>
              <a:spcAft>
                <a:spcPct val="0"/>
              </a:spcAft>
              <a:defRPr>
                <a:solidFill>
                  <a:schemeClr val="tx1"/>
                </a:solidFill>
                <a:latin typeface="Arial" pitchFamily="34" charset="0"/>
              </a:defRPr>
            </a:lvl9pPr>
          </a:lstStyle>
          <a:p>
            <a:pPr marL="0" marR="0" lvl="0" indent="0" algn="r" defTabSz="929603" rtl="0" eaLnBrk="1" fontAlgn="base" latinLnBrk="0" hangingPunct="1">
              <a:lnSpc>
                <a:spcPct val="100000"/>
              </a:lnSpc>
              <a:spcBef>
                <a:spcPct val="0"/>
              </a:spcBef>
              <a:spcAft>
                <a:spcPct val="0"/>
              </a:spcAft>
              <a:buClrTx/>
              <a:buSzTx/>
              <a:buFontTx/>
              <a:buNone/>
              <a:tabLst/>
              <a:defRPr/>
            </a:pPr>
            <a:fld id="{CA2BA47B-8E11-42C5-8971-42F2A0F26057}" type="slidenum">
              <a:rPr kumimoji="0" lang="en-US" altLang="en-US" sz="1100" b="0" i="1" u="none" strike="noStrike" kern="1200" cap="none" spc="0" normalizeH="0" baseline="0" noProof="0" smtClean="0">
                <a:ln>
                  <a:noFill/>
                </a:ln>
                <a:solidFill>
                  <a:srgbClr val="000000"/>
                </a:solidFill>
                <a:effectLst/>
                <a:uLnTx/>
                <a:uFillTx/>
                <a:latin typeface="Arial" pitchFamily="34" charset="0"/>
                <a:ea typeface="+mn-ea"/>
                <a:cs typeface="+mn-cs"/>
              </a:rPr>
              <a:pPr marL="0" marR="0" lvl="0" indent="0" algn="r" defTabSz="929603" rtl="0" eaLnBrk="1" fontAlgn="base" latinLnBrk="0" hangingPunct="1">
                <a:lnSpc>
                  <a:spcPct val="100000"/>
                </a:lnSpc>
                <a:spcBef>
                  <a:spcPct val="0"/>
                </a:spcBef>
                <a:spcAft>
                  <a:spcPct val="0"/>
                </a:spcAft>
                <a:buClrTx/>
                <a:buSzTx/>
                <a:buFontTx/>
                <a:buNone/>
                <a:tabLst/>
                <a:defRPr/>
              </a:pPr>
              <a:t>80</a:t>
            </a:fld>
            <a:endParaRPr kumimoji="0" lang="en-US" altLang="en-US" sz="1100" b="0" i="1" u="none" strike="noStrike" kern="1200" cap="none" spc="0" normalizeH="0" baseline="0" noProof="0">
              <a:ln>
                <a:noFill/>
              </a:ln>
              <a:solidFill>
                <a:srgbClr val="000000"/>
              </a:solidFill>
              <a:effectLst/>
              <a:uLnTx/>
              <a:uFillTx/>
              <a:latin typeface="Arial" pitchFamily="34" charset="0"/>
              <a:ea typeface="+mn-ea"/>
              <a:cs typeface="+mn-cs"/>
            </a:endParaRPr>
          </a:p>
        </p:txBody>
      </p:sp>
    </p:spTree>
    <p:extLst>
      <p:ext uri="{BB962C8B-B14F-4D97-AF65-F5344CB8AC3E}">
        <p14:creationId xmlns:p14="http://schemas.microsoft.com/office/powerpoint/2010/main" val="37904631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hdr" sz="quarter"/>
          </p:nvPr>
        </p:nvSpPr>
        <p:spPr>
          <a:noFill/>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Handouts</a:t>
            </a:r>
          </a:p>
        </p:txBody>
      </p:sp>
      <p:sp>
        <p:nvSpPr>
          <p:cNvPr id="37891" name="Rectangle 5"/>
          <p:cNvSpPr>
            <a:spLocks noGrp="1" noChangeArrowheads="1"/>
          </p:cNvSpPr>
          <p:nvPr>
            <p:ph type="sldNum" sz="quarter" idx="5"/>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B12957-DF2B-4E86-ACC3-9E171EC1C3A1}" type="slidenum">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endParaRPr>
          </a:p>
        </p:txBody>
      </p:sp>
      <p:sp>
        <p:nvSpPr>
          <p:cNvPr id="37892" name="Rectangle 2"/>
          <p:cNvSpPr>
            <a:spLocks noGrp="1" noRot="1" noChangeAspect="1" noChangeArrowheads="1" noTextEdit="1"/>
          </p:cNvSpPr>
          <p:nvPr>
            <p:ph type="sldImg"/>
          </p:nvPr>
        </p:nvSpPr>
        <p:spPr>
          <a:ln/>
        </p:spPr>
      </p:sp>
      <p:sp>
        <p:nvSpPr>
          <p:cNvPr id="37893"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338656478"/>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8000" cap="all" baseline="0">
                <a:blipFill dpi="0" rotWithShape="1">
                  <a:blip r:embed="rId4"/>
                  <a:srcRect/>
                  <a:tile tx="6350" ty="-127000" sx="65000" sy="64000" flip="none" algn="tl"/>
                </a:blipFill>
              </a:defRPr>
            </a:lvl1pPr>
          </a:lstStyle>
          <a:p>
            <a:r>
              <a:rPr lang="en-US" dirty="0"/>
              <a:t>Click to edit Master title style</a:t>
            </a:r>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6369DE2C-8EB9-BB4C-8ED4-A72D12859168}" type="datetime1">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3589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marL="363538" indent="-363538">
              <a:tabLst/>
              <a:defRPr sz="3600"/>
            </a:lvl1pPr>
            <a:lvl2pPr marL="628650" indent="-354013">
              <a:tabLst/>
              <a:defRPr sz="3200"/>
            </a:lvl2pPr>
            <a:lvl3pPr marL="893763" indent="-346075">
              <a:tabLst/>
              <a:defRPr sz="2800"/>
            </a:lvl3pPr>
            <a:lvl4pPr marL="1158875" indent="-336550">
              <a:tabLst/>
              <a:defRPr sz="2800"/>
            </a:lvl4pPr>
            <a:lvl5pPr marL="1423988" indent="-327025">
              <a:tabLs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4A5A0F4-E4C2-E84A-B88E-D5AA96F54968}" type="datetime1">
              <a:rPr lang="en-US" smtClean="0"/>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10065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6C455166-5543-8548-8F78-7E1181578263}" type="datetime1">
              <a:rPr lang="en-US" smtClean="0"/>
              <a:t>11/27/2024</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35607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ECAB9B8-C3D3-224C-A6A5-0AABE27F0797}" type="datetime1">
              <a:rPr lang="en-US" smtClean="0"/>
              <a:t>11/27/2024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09689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4E04CF-D70D-4B41-A05D-FA7F0BDA36B5}" type="datetime1">
              <a:rPr lang="en-US" smtClean="0"/>
              <a:t>11/27/2024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011700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D82DC82-0B65-B440-BFF6-0F4A8F262133}" type="datetime1">
              <a:rPr lang="en-US" smtClean="0"/>
              <a:t>11/27/2024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785211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11F4EBA-DD8B-9C4F-A107-3F9F8D90ED66}" type="datetime1">
              <a:rPr lang="en-US" smtClean="0"/>
              <a:t>11/27/2024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1677770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8E581AC-EDEF-BE4F-B159-2BEA5EAFE9B4}" type="datetime1">
              <a:rPr lang="en-US" smtClean="0"/>
              <a:t>11/27/2024</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882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8D6754C-8A5A-E94B-8EEB-A7CC249DE37C}" type="datetime1">
              <a:rPr lang="en-US" smtClean="0"/>
              <a:t>11/27/2024</a:t>
            </a:fld>
            <a:endParaRPr lang="en-US"/>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a:p>
        </p:txBody>
      </p:sp>
    </p:spTree>
    <p:extLst>
      <p:ext uri="{BB962C8B-B14F-4D97-AF65-F5344CB8AC3E}">
        <p14:creationId xmlns:p14="http://schemas.microsoft.com/office/powerpoint/2010/main" val="36224969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BCF06C-BA75-6847-BE5D-4A98EDA954D5}" type="datetime1">
              <a:rPr lang="en-US" smtClean="0"/>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15620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2BDDF5-8196-7B46-B681-A9F9E631E2B7}" type="datetime1">
              <a:rPr lang="en-US" smtClean="0"/>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39374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7C918-20C2-4BAB-2D2C-B38AE8C151E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EBEC92-6DCA-9FD0-EEEC-EC003BAAEE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8DCE859-F241-0ACD-8897-7F12712DA650}"/>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5" name="Footer Placeholder 4">
            <a:extLst>
              <a:ext uri="{FF2B5EF4-FFF2-40B4-BE49-F238E27FC236}">
                <a16:creationId xmlns:a16="http://schemas.microsoft.com/office/drawing/2014/main" id="{C79E2907-09B0-78FC-8E76-F74A8E0CDB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597F20-8B1F-2B59-A47F-D2A290CCB583}"/>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045640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9508D-A5CB-45B7-DFB8-E0234B5D68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A123E2-C76D-1127-FF35-AF6FD2741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47F7C-981C-F881-53A9-E96CA035C949}"/>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5" name="Footer Placeholder 4">
            <a:extLst>
              <a:ext uri="{FF2B5EF4-FFF2-40B4-BE49-F238E27FC236}">
                <a16:creationId xmlns:a16="http://schemas.microsoft.com/office/drawing/2014/main" id="{28D6235E-DC6E-FFCF-3638-E9FD3D93BB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FBAD0-D5F2-409D-7051-0BF8E5C760A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87312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4BA50-CCB1-0778-8762-8CBCE629EE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4D12CA-35D1-D5FB-4A46-B048631B4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4A9003-34ED-8574-A5D0-D68DF02C11BC}"/>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5" name="Footer Placeholder 4">
            <a:extLst>
              <a:ext uri="{FF2B5EF4-FFF2-40B4-BE49-F238E27FC236}">
                <a16:creationId xmlns:a16="http://schemas.microsoft.com/office/drawing/2014/main" id="{441C3AAF-63D0-E92C-34FB-915DFC31D3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642D99-D592-A100-609F-1B765442DAA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763826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659A0-0E7A-0289-E156-75F93A91FB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0B8049-D55B-127E-E17C-FED9FB5C25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8B8108-D3D6-C73B-323C-0AA408D1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192B38-E8CF-F470-2F9A-6C54367E0499}"/>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6" name="Footer Placeholder 5">
            <a:extLst>
              <a:ext uri="{FF2B5EF4-FFF2-40B4-BE49-F238E27FC236}">
                <a16:creationId xmlns:a16="http://schemas.microsoft.com/office/drawing/2014/main" id="{A16FA0BC-9D1A-47D4-1A57-1F8421467F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EA9EB2-322A-250C-066B-6BFBB89F190C}"/>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1604523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61091-B280-D020-B87F-56A5C79980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5A241C-2CEA-2888-11BA-513E3DAE9C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3E2FF-9950-99FF-33E5-E58F4F63B54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AA4D120-887B-C7E7-84E5-E8638EFFEE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630BC97-3A89-E6D7-1140-51C25937DE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4872CC-523B-EDFF-B07C-A988FF25E337}"/>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8" name="Footer Placeholder 7">
            <a:extLst>
              <a:ext uri="{FF2B5EF4-FFF2-40B4-BE49-F238E27FC236}">
                <a16:creationId xmlns:a16="http://schemas.microsoft.com/office/drawing/2014/main" id="{B7DC73F5-4907-67F9-6775-0034061F07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923B05-41DD-9B73-E688-AD4D5574B596}"/>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284137154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FDD47-9F9D-1C4B-2165-9A53BB6C0D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0D5964-9C5D-EA8F-DA52-78E3261CB8DC}"/>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4" name="Footer Placeholder 3">
            <a:extLst>
              <a:ext uri="{FF2B5EF4-FFF2-40B4-BE49-F238E27FC236}">
                <a16:creationId xmlns:a16="http://schemas.microsoft.com/office/drawing/2014/main" id="{9DA55C0A-7735-2D52-EEA5-234D791159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DC1569-42A8-98D0-16F3-B183232AB6E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1092568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8B3E13-7EA6-3D73-648A-2D0D227431A4}"/>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3" name="Footer Placeholder 2">
            <a:extLst>
              <a:ext uri="{FF2B5EF4-FFF2-40B4-BE49-F238E27FC236}">
                <a16:creationId xmlns:a16="http://schemas.microsoft.com/office/drawing/2014/main" id="{8B331C45-823D-48D6-E882-B9E105D231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C9D351-3EEA-D614-A892-FFF26DE280FF}"/>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12475523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5A8B-50D0-83FB-2159-2B579DF22B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ABC32D-920C-1C24-48E6-CC3109972B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299DDF-0A0B-9DA1-5CD4-A91ADE0671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8DF80B-BCA3-4FB3-6DCB-9B98EF772FDD}"/>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6" name="Footer Placeholder 5">
            <a:extLst>
              <a:ext uri="{FF2B5EF4-FFF2-40B4-BE49-F238E27FC236}">
                <a16:creationId xmlns:a16="http://schemas.microsoft.com/office/drawing/2014/main" id="{757FE636-FDF9-6C74-F1B2-FE52D6F4B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BD3ED8-4EFE-38B7-5C03-FB19B9DC8EB4}"/>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7827196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104E8-D094-B7C7-0658-D030AD44C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3528A8-9417-066D-515E-B2BFDB456B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661CA-CB31-CE95-59EB-199EB01FE3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3D29A-7780-32C6-BCE9-DA203FC78169}"/>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6" name="Footer Placeholder 5">
            <a:extLst>
              <a:ext uri="{FF2B5EF4-FFF2-40B4-BE49-F238E27FC236}">
                <a16:creationId xmlns:a16="http://schemas.microsoft.com/office/drawing/2014/main" id="{0249631F-67E1-EBBB-7362-1A69C42F2B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0B73C7-BEDB-BE2F-217E-6FEBC3818327}"/>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39549699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5D78B-9936-1F51-5CB7-1F108EEE67D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ACBAD41-306C-C39A-7D73-62ABBFF0F3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4D22CF-C457-89F9-52AF-973D3183CC5C}"/>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5" name="Footer Placeholder 4">
            <a:extLst>
              <a:ext uri="{FF2B5EF4-FFF2-40B4-BE49-F238E27FC236}">
                <a16:creationId xmlns:a16="http://schemas.microsoft.com/office/drawing/2014/main" id="{B6C1B72F-0EE0-461F-7306-9D3B900E14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A33E54-F7D9-99BD-6AF1-600F160E3B40}"/>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0697618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1AF3BD-73E4-3394-B2D5-E3A7F4831D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40C9F7-A547-28A7-7323-ACA40958267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17E184-987F-4FE3-BE43-C6C2EE5A5314}"/>
              </a:ext>
            </a:extLst>
          </p:cNvPr>
          <p:cNvSpPr>
            <a:spLocks noGrp="1"/>
          </p:cNvSpPr>
          <p:nvPr>
            <p:ph type="dt" sz="half" idx="10"/>
          </p:nvPr>
        </p:nvSpPr>
        <p:spPr/>
        <p:txBody>
          <a:bodyPr/>
          <a:lstStyle/>
          <a:p>
            <a:fld id="{BA20FC74-79A4-43E6-BBAD-E788C1A3E90F}" type="datetimeFigureOut">
              <a:rPr lang="en-US" smtClean="0"/>
              <a:t>11/27/2024</a:t>
            </a:fld>
            <a:endParaRPr lang="en-US"/>
          </a:p>
        </p:txBody>
      </p:sp>
      <p:sp>
        <p:nvSpPr>
          <p:cNvPr id="5" name="Footer Placeholder 4">
            <a:extLst>
              <a:ext uri="{FF2B5EF4-FFF2-40B4-BE49-F238E27FC236}">
                <a16:creationId xmlns:a16="http://schemas.microsoft.com/office/drawing/2014/main" id="{925E8E29-E126-0F76-B95D-8D0B5853F1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2B896-055F-C156-CF27-EED60EB91A32}"/>
              </a:ext>
            </a:extLst>
          </p:cNvPr>
          <p:cNvSpPr>
            <a:spLocks noGrp="1"/>
          </p:cNvSpPr>
          <p:nvPr>
            <p:ph type="sldNum" sz="quarter" idx="12"/>
          </p:nvPr>
        </p:nvSpPr>
        <p:spPr/>
        <p:txBody>
          <a:bodyPr/>
          <a:lstStyle/>
          <a:p>
            <a:fld id="{7DF6DEEC-D04A-4FF0-9A08-7D39859C24F4}" type="slidenum">
              <a:rPr lang="en-US" smtClean="0"/>
              <a:t>‹#›</a:t>
            </a:fld>
            <a:endParaRPr lang="en-US"/>
          </a:p>
        </p:txBody>
      </p:sp>
    </p:spTree>
    <p:extLst>
      <p:ext uri="{BB962C8B-B14F-4D97-AF65-F5344CB8AC3E}">
        <p14:creationId xmlns:p14="http://schemas.microsoft.com/office/powerpoint/2010/main" val="40019880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4234" y="4267200"/>
            <a:ext cx="12187767" cy="2590800"/>
            <a:chOff x="2" y="2688"/>
            <a:chExt cx="5758" cy="1632"/>
          </a:xfrm>
        </p:grpSpPr>
        <p:sp>
          <p:nvSpPr>
            <p:cNvPr id="5" name="Freeform 3"/>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grpSp>
          <p:nvGrpSpPr>
            <p:cNvPr id="6" name="Group 4"/>
            <p:cNvGrpSpPr>
              <a:grpSpLocks/>
            </p:cNvGrpSpPr>
            <p:nvPr userDrawn="1"/>
          </p:nvGrpSpPr>
          <p:grpSpPr bwMode="auto">
            <a:xfrm>
              <a:off x="3528" y="3715"/>
              <a:ext cx="792" cy="521"/>
              <a:chOff x="3527" y="3715"/>
              <a:chExt cx="792" cy="521"/>
            </a:xfrm>
          </p:grpSpPr>
          <p:sp>
            <p:nvSpPr>
              <p:cNvPr id="57" name="Oval 5"/>
              <p:cNvSpPr>
                <a:spLocks noChangeArrowheads="1"/>
              </p:cNvSpPr>
              <p:nvPr/>
            </p:nvSpPr>
            <p:spPr bwMode="hidden">
              <a:xfrm>
                <a:off x="3686" y="3810"/>
                <a:ext cx="532" cy="327"/>
              </a:xfrm>
              <a:prstGeom prst="ellipse">
                <a:avLst/>
              </a:prstGeom>
              <a:gradFill rotWithShape="0">
                <a:gsLst>
                  <a:gs pos="0">
                    <a:schemeClr val="accent2"/>
                  </a:gs>
                  <a:gs pos="100000">
                    <a:schemeClr val="accent2">
                      <a:gamma/>
                      <a:shade val="90980"/>
                      <a:invGamma/>
                    </a:schemeClr>
                  </a:gs>
                </a:gsLst>
                <a:path path="shape">
                  <a:fillToRect l="50000" t="50000" r="50000" b="50000"/>
                </a:path>
              </a:gradFill>
              <a:ln w="9525">
                <a:noFill/>
                <a:round/>
                <a:headEnd/>
                <a:tailEnd/>
              </a:ln>
              <a:effectLst/>
            </p:spPr>
            <p:txBody>
              <a:bodyPr/>
              <a:lstStyle/>
              <a:p>
                <a:pPr>
                  <a:defRPr/>
                </a:pPr>
                <a:endParaRPr lang="en-US" sz="1800"/>
              </a:p>
            </p:txBody>
          </p:sp>
          <p:sp>
            <p:nvSpPr>
              <p:cNvPr id="58" name="Oval 6"/>
              <p:cNvSpPr>
                <a:spLocks noChangeArrowheads="1"/>
              </p:cNvSpPr>
              <p:nvPr/>
            </p:nvSpPr>
            <p:spPr bwMode="hidden">
              <a:xfrm>
                <a:off x="3726" y="3840"/>
                <a:ext cx="452" cy="275"/>
              </a:xfrm>
              <a:prstGeom prst="ellipse">
                <a:avLst/>
              </a:prstGeom>
              <a:gradFill rotWithShape="0">
                <a:gsLst>
                  <a:gs pos="0">
                    <a:schemeClr val="accent2">
                      <a:gamma/>
                      <a:shade val="90980"/>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59" name="Oval 7"/>
              <p:cNvSpPr>
                <a:spLocks noChangeArrowheads="1"/>
              </p:cNvSpPr>
              <p:nvPr/>
            </p:nvSpPr>
            <p:spPr bwMode="hidden">
              <a:xfrm>
                <a:off x="3782" y="3872"/>
                <a:ext cx="344" cy="207"/>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60" name="Oval 8"/>
              <p:cNvSpPr>
                <a:spLocks noChangeArrowheads="1"/>
              </p:cNvSpPr>
              <p:nvPr/>
            </p:nvSpPr>
            <p:spPr bwMode="hidden">
              <a:xfrm>
                <a:off x="3822" y="3896"/>
                <a:ext cx="262" cy="159"/>
              </a:xfrm>
              <a:prstGeom prst="ellipse">
                <a:avLst/>
              </a:prstGeom>
              <a:gradFill rotWithShape="0">
                <a:gsLst>
                  <a:gs pos="0">
                    <a:schemeClr val="accent2">
                      <a:gamma/>
                      <a:shade val="9686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61" name="Oval 9"/>
              <p:cNvSpPr>
                <a:spLocks noChangeArrowheads="1"/>
              </p:cNvSpPr>
              <p:nvPr/>
            </p:nvSpPr>
            <p:spPr bwMode="hidden">
              <a:xfrm>
                <a:off x="3856" y="3922"/>
                <a:ext cx="192" cy="107"/>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62" name="Freeform 10"/>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2">
                      <a:gamma/>
                      <a:shade val="94118"/>
                      <a:invGamma/>
                    </a:schemeClr>
                  </a:gs>
                  <a:gs pos="100000">
                    <a:schemeClr val="accent2"/>
                  </a:gs>
                </a:gsLst>
                <a:lin ang="5400000" scaled="1"/>
              </a:gradFill>
              <a:ln w="9525">
                <a:noFill/>
                <a:round/>
                <a:headEnd/>
                <a:tailEnd/>
              </a:ln>
            </p:spPr>
            <p:txBody>
              <a:bodyPr/>
              <a:lstStyle/>
              <a:p>
                <a:pPr>
                  <a:defRPr/>
                </a:pPr>
                <a:endParaRPr lang="en-US" sz="1800"/>
              </a:p>
            </p:txBody>
          </p:sp>
          <p:sp>
            <p:nvSpPr>
              <p:cNvPr id="63" name="Freeform 11"/>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2">
                      <a:gamma/>
                      <a:shade val="84706"/>
                      <a:invGamma/>
                    </a:schemeClr>
                  </a:gs>
                  <a:gs pos="100000">
                    <a:schemeClr val="accent2"/>
                  </a:gs>
                </a:gsLst>
                <a:lin ang="18900000" scaled="1"/>
              </a:gradFill>
              <a:ln w="9525">
                <a:noFill/>
                <a:round/>
                <a:headEnd/>
                <a:tailEnd/>
              </a:ln>
            </p:spPr>
            <p:txBody>
              <a:bodyPr/>
              <a:lstStyle/>
              <a:p>
                <a:pPr>
                  <a:defRPr/>
                </a:pPr>
                <a:endParaRPr lang="en-US" sz="1800"/>
              </a:p>
            </p:txBody>
          </p:sp>
          <p:sp>
            <p:nvSpPr>
              <p:cNvPr id="64" name="Freeform 12"/>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65" name="Freeform 13"/>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2"/>
                  </a:gs>
                  <a:gs pos="100000">
                    <a:schemeClr val="accent2">
                      <a:gamma/>
                      <a:shade val="90980"/>
                      <a:invGamma/>
                    </a:schemeClr>
                  </a:gs>
                </a:gsLst>
                <a:path path="rect">
                  <a:fillToRect l="50000" t="50000" r="50000" b="50000"/>
                </a:path>
              </a:gradFill>
              <a:ln w="9525">
                <a:noFill/>
                <a:round/>
                <a:headEnd/>
                <a:tailEnd/>
              </a:ln>
            </p:spPr>
            <p:txBody>
              <a:bodyPr/>
              <a:lstStyle/>
              <a:p>
                <a:pPr>
                  <a:defRPr/>
                </a:pPr>
                <a:endParaRPr lang="en-US" sz="1800"/>
              </a:p>
            </p:txBody>
          </p:sp>
          <p:sp>
            <p:nvSpPr>
              <p:cNvPr id="66" name="Freeform 14"/>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2"/>
                  </a:gs>
                  <a:gs pos="100000">
                    <a:schemeClr val="accent2">
                      <a:gamma/>
                      <a:shade val="87843"/>
                      <a:invGamma/>
                    </a:schemeClr>
                  </a:gs>
                </a:gsLst>
                <a:lin ang="0" scaled="1"/>
              </a:gradFill>
              <a:ln w="9525">
                <a:noFill/>
                <a:round/>
                <a:headEnd/>
                <a:tailEnd/>
              </a:ln>
            </p:spPr>
            <p:txBody>
              <a:bodyPr/>
              <a:lstStyle/>
              <a:p>
                <a:pPr>
                  <a:defRPr/>
                </a:pPr>
                <a:endParaRPr lang="en-US" sz="1800"/>
              </a:p>
            </p:txBody>
          </p:sp>
          <p:sp>
            <p:nvSpPr>
              <p:cNvPr id="67" name="Oval 15"/>
              <p:cNvSpPr>
                <a:spLocks noChangeArrowheads="1"/>
              </p:cNvSpPr>
              <p:nvPr/>
            </p:nvSpPr>
            <p:spPr bwMode="hidden">
              <a:xfrm>
                <a:off x="3910" y="3948"/>
                <a:ext cx="84" cy="53"/>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grpSp>
        <p:grpSp>
          <p:nvGrpSpPr>
            <p:cNvPr id="7" name="Group 16"/>
            <p:cNvGrpSpPr>
              <a:grpSpLocks/>
            </p:cNvGrpSpPr>
            <p:nvPr userDrawn="1"/>
          </p:nvGrpSpPr>
          <p:grpSpPr bwMode="auto">
            <a:xfrm>
              <a:off x="1776" y="3631"/>
              <a:ext cx="1626" cy="683"/>
              <a:chOff x="1776" y="3631"/>
              <a:chExt cx="1626" cy="683"/>
            </a:xfrm>
          </p:grpSpPr>
          <p:sp>
            <p:nvSpPr>
              <p:cNvPr id="39" name="Oval 17"/>
              <p:cNvSpPr>
                <a:spLocks noChangeArrowheads="1"/>
              </p:cNvSpPr>
              <p:nvPr/>
            </p:nvSpPr>
            <p:spPr bwMode="hidden">
              <a:xfrm>
                <a:off x="2268" y="3934"/>
                <a:ext cx="638" cy="377"/>
              </a:xfrm>
              <a:prstGeom prst="ellipse">
                <a:avLst/>
              </a:prstGeom>
              <a:gradFill rotWithShape="0">
                <a:gsLst>
                  <a:gs pos="0">
                    <a:schemeClr val="accent2">
                      <a:gamma/>
                      <a:shade val="87843"/>
                      <a:invGamma/>
                    </a:schemeClr>
                  </a:gs>
                  <a:gs pos="100000">
                    <a:schemeClr val="accent2"/>
                  </a:gs>
                </a:gsLst>
                <a:lin ang="2700000" scaled="1"/>
              </a:gradFill>
              <a:ln w="9525">
                <a:noFill/>
                <a:round/>
                <a:headEnd/>
                <a:tailEnd/>
              </a:ln>
              <a:effectLst/>
            </p:spPr>
            <p:txBody>
              <a:bodyPr/>
              <a:lstStyle/>
              <a:p>
                <a:pPr>
                  <a:defRPr/>
                </a:pPr>
                <a:endParaRPr lang="en-US" sz="1800"/>
              </a:p>
            </p:txBody>
          </p:sp>
          <p:sp>
            <p:nvSpPr>
              <p:cNvPr id="40" name="Oval 18"/>
              <p:cNvSpPr>
                <a:spLocks noChangeArrowheads="1"/>
              </p:cNvSpPr>
              <p:nvPr/>
            </p:nvSpPr>
            <p:spPr bwMode="hidden">
              <a:xfrm>
                <a:off x="2314" y="3958"/>
                <a:ext cx="543" cy="332"/>
              </a:xfrm>
              <a:prstGeom prst="ellipse">
                <a:avLst/>
              </a:prstGeom>
              <a:gradFill rotWithShape="0">
                <a:gsLst>
                  <a:gs pos="0">
                    <a:schemeClr val="accent2"/>
                  </a:gs>
                  <a:gs pos="100000">
                    <a:schemeClr val="accent2">
                      <a:gamma/>
                      <a:shade val="87843"/>
                      <a:invGamma/>
                    </a:schemeClr>
                  </a:gs>
                </a:gsLst>
                <a:lin ang="2700000" scaled="1"/>
              </a:gradFill>
              <a:ln w="9525">
                <a:noFill/>
                <a:round/>
                <a:headEnd/>
                <a:tailEnd/>
              </a:ln>
              <a:effectLst/>
            </p:spPr>
            <p:txBody>
              <a:bodyPr/>
              <a:lstStyle/>
              <a:p>
                <a:pPr>
                  <a:defRPr/>
                </a:pPr>
                <a:endParaRPr lang="en-US" sz="1800"/>
              </a:p>
            </p:txBody>
          </p:sp>
          <p:sp>
            <p:nvSpPr>
              <p:cNvPr id="41" name="Oval 19"/>
              <p:cNvSpPr>
                <a:spLocks noChangeArrowheads="1"/>
              </p:cNvSpPr>
              <p:nvPr/>
            </p:nvSpPr>
            <p:spPr bwMode="hidden">
              <a:xfrm>
                <a:off x="2341" y="3979"/>
                <a:ext cx="501" cy="299"/>
              </a:xfrm>
              <a:prstGeom prst="ellipse">
                <a:avLst/>
              </a:prstGeom>
              <a:gradFill rotWithShape="0">
                <a:gsLst>
                  <a:gs pos="0">
                    <a:schemeClr val="accent2">
                      <a:gamma/>
                      <a:shade val="90980"/>
                      <a:invGamma/>
                    </a:schemeClr>
                  </a:gs>
                  <a:gs pos="100000">
                    <a:schemeClr val="accent2"/>
                  </a:gs>
                </a:gsLst>
                <a:lin ang="2700000" scaled="1"/>
              </a:gradFill>
              <a:ln w="9525">
                <a:noFill/>
                <a:round/>
                <a:headEnd/>
                <a:tailEnd/>
              </a:ln>
              <a:effectLst/>
            </p:spPr>
            <p:txBody>
              <a:bodyPr/>
              <a:lstStyle/>
              <a:p>
                <a:pPr>
                  <a:defRPr/>
                </a:pPr>
                <a:endParaRPr lang="en-US" sz="1800"/>
              </a:p>
            </p:txBody>
          </p:sp>
          <p:sp>
            <p:nvSpPr>
              <p:cNvPr id="42" name="Oval 20"/>
              <p:cNvSpPr>
                <a:spLocks noChangeArrowheads="1"/>
              </p:cNvSpPr>
              <p:nvPr/>
            </p:nvSpPr>
            <p:spPr bwMode="hidden">
              <a:xfrm>
                <a:off x="2368" y="3997"/>
                <a:ext cx="444" cy="258"/>
              </a:xfrm>
              <a:prstGeom prst="ellipse">
                <a:avLst/>
              </a:prstGeom>
              <a:gradFill rotWithShape="0">
                <a:gsLst>
                  <a:gs pos="0">
                    <a:schemeClr val="accent2">
                      <a:gamma/>
                      <a:shade val="8784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43" name="Oval 21"/>
              <p:cNvSpPr>
                <a:spLocks noChangeArrowheads="1"/>
              </p:cNvSpPr>
              <p:nvPr/>
            </p:nvSpPr>
            <p:spPr bwMode="hidden">
              <a:xfrm>
                <a:off x="2385" y="4005"/>
                <a:ext cx="413" cy="240"/>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44" name="Oval 22"/>
              <p:cNvSpPr>
                <a:spLocks noChangeArrowheads="1"/>
              </p:cNvSpPr>
              <p:nvPr/>
            </p:nvSpPr>
            <p:spPr bwMode="hidden">
              <a:xfrm>
                <a:off x="2437" y="4026"/>
                <a:ext cx="306" cy="192"/>
              </a:xfrm>
              <a:prstGeom prst="ellipse">
                <a:avLst/>
              </a:prstGeom>
              <a:gradFill rotWithShape="0">
                <a:gsLst>
                  <a:gs pos="0">
                    <a:schemeClr val="accent2">
                      <a:gamma/>
                      <a:shade val="8784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45" name="Oval 23"/>
              <p:cNvSpPr>
                <a:spLocks noChangeArrowheads="1"/>
              </p:cNvSpPr>
              <p:nvPr/>
            </p:nvSpPr>
            <p:spPr bwMode="hidden">
              <a:xfrm>
                <a:off x="2476" y="4056"/>
                <a:ext cx="227" cy="135"/>
              </a:xfrm>
              <a:prstGeom prst="ellipse">
                <a:avLst/>
              </a:prstGeom>
              <a:gradFill rotWithShape="0">
                <a:gsLst>
                  <a:gs pos="0">
                    <a:schemeClr val="accent2"/>
                  </a:gs>
                  <a:gs pos="100000">
                    <a:schemeClr val="accent2">
                      <a:gamma/>
                      <a:shade val="90980"/>
                      <a:invGamma/>
                    </a:schemeClr>
                  </a:gs>
                </a:gsLst>
                <a:lin ang="2700000" scaled="1"/>
              </a:gradFill>
              <a:ln w="9525">
                <a:noFill/>
                <a:round/>
                <a:headEnd/>
                <a:tailEnd/>
              </a:ln>
              <a:effectLst/>
            </p:spPr>
            <p:txBody>
              <a:bodyPr/>
              <a:lstStyle/>
              <a:p>
                <a:pPr>
                  <a:defRPr/>
                </a:pPr>
                <a:endParaRPr lang="en-US" sz="1800"/>
              </a:p>
            </p:txBody>
          </p:sp>
          <p:sp>
            <p:nvSpPr>
              <p:cNvPr id="46" name="Oval 24"/>
              <p:cNvSpPr>
                <a:spLocks noChangeArrowheads="1"/>
              </p:cNvSpPr>
              <p:nvPr/>
            </p:nvSpPr>
            <p:spPr bwMode="hidden">
              <a:xfrm>
                <a:off x="2542" y="4097"/>
                <a:ext cx="90" cy="60"/>
              </a:xfrm>
              <a:prstGeom prst="ellipse">
                <a:avLst/>
              </a:prstGeom>
              <a:gradFill rotWithShape="0">
                <a:gsLst>
                  <a:gs pos="0">
                    <a:schemeClr val="accent2"/>
                  </a:gs>
                  <a:gs pos="100000">
                    <a:schemeClr val="accent2">
                      <a:gamma/>
                      <a:shade val="90980"/>
                      <a:invGamma/>
                    </a:schemeClr>
                  </a:gs>
                </a:gsLst>
                <a:lin ang="0" scaled="1"/>
              </a:gradFill>
              <a:ln w="9525">
                <a:noFill/>
                <a:round/>
                <a:headEnd/>
                <a:tailEnd/>
              </a:ln>
              <a:effectLst/>
            </p:spPr>
            <p:txBody>
              <a:bodyPr/>
              <a:lstStyle/>
              <a:p>
                <a:pPr>
                  <a:defRPr/>
                </a:pPr>
                <a:endParaRPr lang="en-US" sz="1800"/>
              </a:p>
            </p:txBody>
          </p:sp>
          <p:sp>
            <p:nvSpPr>
              <p:cNvPr id="47" name="Freeform 25"/>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2">
                      <a:gamma/>
                      <a:shade val="90980"/>
                      <a:invGamma/>
                    </a:schemeClr>
                  </a:gs>
                  <a:gs pos="100000">
                    <a:schemeClr val="accent2"/>
                  </a:gs>
                </a:gsLst>
                <a:lin ang="5400000" scaled="1"/>
              </a:gradFill>
              <a:ln w="9525">
                <a:noFill/>
                <a:round/>
                <a:headEnd/>
                <a:tailEnd/>
              </a:ln>
            </p:spPr>
            <p:txBody>
              <a:bodyPr/>
              <a:lstStyle/>
              <a:p>
                <a:pPr>
                  <a:defRPr/>
                </a:pPr>
                <a:endParaRPr lang="en-US" sz="1800"/>
              </a:p>
            </p:txBody>
          </p:sp>
          <p:sp>
            <p:nvSpPr>
              <p:cNvPr id="48" name="Freeform 26"/>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2"/>
                  </a:gs>
                  <a:gs pos="100000">
                    <a:schemeClr val="accent2">
                      <a:gamma/>
                      <a:shade val="84706"/>
                      <a:invGamma/>
                    </a:schemeClr>
                  </a:gs>
                </a:gsLst>
                <a:lin ang="2700000" scaled="1"/>
              </a:gradFill>
              <a:ln w="9525">
                <a:noFill/>
                <a:round/>
                <a:headEnd/>
                <a:tailEnd/>
              </a:ln>
            </p:spPr>
            <p:txBody>
              <a:bodyPr/>
              <a:lstStyle/>
              <a:p>
                <a:pPr>
                  <a:defRPr/>
                </a:pPr>
                <a:endParaRPr lang="en-US" sz="1800"/>
              </a:p>
            </p:txBody>
          </p:sp>
          <p:sp>
            <p:nvSpPr>
              <p:cNvPr id="49" name="Freeform 27"/>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2"/>
                  </a:gs>
                  <a:gs pos="100000">
                    <a:schemeClr val="accent2">
                      <a:gamma/>
                      <a:shade val="90980"/>
                      <a:invGamma/>
                    </a:schemeClr>
                  </a:gs>
                </a:gsLst>
                <a:lin ang="0" scaled="1"/>
              </a:gradFill>
              <a:ln w="9525">
                <a:noFill/>
                <a:round/>
                <a:headEnd/>
                <a:tailEnd/>
              </a:ln>
            </p:spPr>
            <p:txBody>
              <a:bodyPr/>
              <a:lstStyle/>
              <a:p>
                <a:pPr>
                  <a:defRPr/>
                </a:pPr>
                <a:endParaRPr lang="en-US" sz="1800"/>
              </a:p>
            </p:txBody>
          </p:sp>
          <p:sp>
            <p:nvSpPr>
              <p:cNvPr id="50" name="Freeform 28"/>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2"/>
                  </a:gs>
                  <a:gs pos="100000">
                    <a:schemeClr val="accent2">
                      <a:gamma/>
                      <a:shade val="81961"/>
                      <a:invGamma/>
                    </a:schemeClr>
                  </a:gs>
                </a:gsLst>
                <a:lin ang="5400000" scaled="1"/>
              </a:gradFill>
              <a:ln w="9525">
                <a:noFill/>
                <a:round/>
                <a:headEnd/>
                <a:tailEnd/>
              </a:ln>
            </p:spPr>
            <p:txBody>
              <a:bodyPr/>
              <a:lstStyle/>
              <a:p>
                <a:pPr>
                  <a:defRPr/>
                </a:pPr>
                <a:endParaRPr lang="en-US" sz="1800"/>
              </a:p>
            </p:txBody>
          </p:sp>
          <p:sp>
            <p:nvSpPr>
              <p:cNvPr id="51" name="Freeform 29"/>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2"/>
              </a:solidFill>
              <a:ln w="9525">
                <a:noFill/>
                <a:round/>
                <a:headEnd/>
                <a:tailEnd/>
              </a:ln>
            </p:spPr>
            <p:txBody>
              <a:bodyPr/>
              <a:lstStyle/>
              <a:p>
                <a:pPr>
                  <a:defRPr/>
                </a:pPr>
                <a:endParaRPr lang="en-US" sz="1800"/>
              </a:p>
            </p:txBody>
          </p:sp>
          <p:sp>
            <p:nvSpPr>
              <p:cNvPr id="52" name="Freeform 30"/>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2"/>
              </a:solidFill>
              <a:ln w="9525">
                <a:noFill/>
                <a:round/>
                <a:headEnd/>
                <a:tailEnd/>
              </a:ln>
            </p:spPr>
            <p:txBody>
              <a:bodyPr/>
              <a:lstStyle/>
              <a:p>
                <a:pPr>
                  <a:defRPr/>
                </a:pPr>
                <a:endParaRPr lang="en-US" sz="1800"/>
              </a:p>
            </p:txBody>
          </p:sp>
          <p:sp>
            <p:nvSpPr>
              <p:cNvPr id="53" name="Freeform 31"/>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54" name="Freeform 32"/>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55" name="Freeform 33"/>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56" name="Freeform 34"/>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2"/>
              </a:solidFill>
              <a:ln w="9525">
                <a:noFill/>
                <a:round/>
                <a:headEnd/>
                <a:tailEnd/>
              </a:ln>
            </p:spPr>
            <p:txBody>
              <a:bodyPr/>
              <a:lstStyle/>
              <a:p>
                <a:pPr>
                  <a:defRPr/>
                </a:pPr>
                <a:endParaRPr lang="en-US" sz="1800"/>
              </a:p>
            </p:txBody>
          </p:sp>
        </p:grpSp>
        <p:grpSp>
          <p:nvGrpSpPr>
            <p:cNvPr id="8" name="Group 35"/>
            <p:cNvGrpSpPr>
              <a:grpSpLocks/>
            </p:cNvGrpSpPr>
            <p:nvPr userDrawn="1"/>
          </p:nvGrpSpPr>
          <p:grpSpPr bwMode="auto">
            <a:xfrm>
              <a:off x="4128" y="3360"/>
              <a:ext cx="1351" cy="821"/>
              <a:chOff x="4128" y="3360"/>
              <a:chExt cx="1351" cy="821"/>
            </a:xfrm>
          </p:grpSpPr>
          <p:sp>
            <p:nvSpPr>
              <p:cNvPr id="22" name="Freeform 36"/>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3" name="Freeform 37"/>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4" name="Freeform 38"/>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2">
                      <a:gamma/>
                      <a:tint val="94118"/>
                      <a:invGamma/>
                    </a:schemeClr>
                  </a:gs>
                  <a:gs pos="100000">
                    <a:schemeClr val="accent2"/>
                  </a:gs>
                </a:gsLst>
                <a:lin ang="5400000" scaled="1"/>
              </a:gradFill>
              <a:ln w="9525">
                <a:noFill/>
                <a:round/>
                <a:headEnd/>
                <a:tailEnd/>
              </a:ln>
            </p:spPr>
            <p:txBody>
              <a:bodyPr/>
              <a:lstStyle/>
              <a:p>
                <a:pPr>
                  <a:defRPr/>
                </a:pPr>
                <a:endParaRPr lang="en-US" sz="1800"/>
              </a:p>
            </p:txBody>
          </p:sp>
          <p:sp>
            <p:nvSpPr>
              <p:cNvPr id="25" name="Freeform 39"/>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6" name="Freeform 40"/>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7" name="Freeform 41"/>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8" name="Freeform 42"/>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9" name="Freeform 43"/>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solidFill>
                <a:schemeClr val="accent2"/>
              </a:solidFill>
              <a:ln w="9525">
                <a:noFill/>
                <a:round/>
                <a:headEnd/>
                <a:tailEnd/>
              </a:ln>
            </p:spPr>
            <p:txBody>
              <a:bodyPr/>
              <a:lstStyle/>
              <a:p>
                <a:pPr>
                  <a:defRPr/>
                </a:pPr>
                <a:endParaRPr lang="en-US" sz="1800"/>
              </a:p>
            </p:txBody>
          </p:sp>
          <p:sp>
            <p:nvSpPr>
              <p:cNvPr id="30" name="Freeform 44"/>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2">
                      <a:gamma/>
                      <a:tint val="96863"/>
                      <a:invGamma/>
                    </a:schemeClr>
                  </a:gs>
                  <a:gs pos="100000">
                    <a:schemeClr val="accent2"/>
                  </a:gs>
                </a:gsLst>
                <a:lin ang="0" scaled="1"/>
              </a:gradFill>
              <a:ln w="9525">
                <a:noFill/>
                <a:round/>
                <a:headEnd/>
                <a:tailEnd/>
              </a:ln>
            </p:spPr>
            <p:txBody>
              <a:bodyPr/>
              <a:lstStyle/>
              <a:p>
                <a:pPr>
                  <a:defRPr/>
                </a:pPr>
                <a:endParaRPr lang="en-US" sz="1800"/>
              </a:p>
            </p:txBody>
          </p:sp>
          <p:sp>
            <p:nvSpPr>
              <p:cNvPr id="31" name="Freeform 45"/>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32" name="Freeform 46"/>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33" name="Oval 47"/>
              <p:cNvSpPr>
                <a:spLocks noChangeArrowheads="1"/>
              </p:cNvSpPr>
              <p:nvPr/>
            </p:nvSpPr>
            <p:spPr bwMode="hidden">
              <a:xfrm>
                <a:off x="4546" y="3608"/>
                <a:ext cx="518" cy="319"/>
              </a:xfrm>
              <a:prstGeom prst="ellipse">
                <a:avLst/>
              </a:prstGeom>
              <a:gradFill rotWithShape="0">
                <a:gsLst>
                  <a:gs pos="0">
                    <a:schemeClr val="accent2">
                      <a:gamma/>
                      <a:shade val="94118"/>
                      <a:invGamma/>
                    </a:schemeClr>
                  </a:gs>
                  <a:gs pos="100000">
                    <a:schemeClr val="accent2"/>
                  </a:gs>
                </a:gsLst>
                <a:lin ang="0" scaled="1"/>
              </a:gradFill>
              <a:ln w="9525">
                <a:noFill/>
                <a:round/>
                <a:headEnd/>
                <a:tailEnd/>
              </a:ln>
              <a:effectLst/>
            </p:spPr>
            <p:txBody>
              <a:bodyPr/>
              <a:lstStyle/>
              <a:p>
                <a:pPr>
                  <a:defRPr/>
                </a:pPr>
                <a:endParaRPr lang="en-US" sz="1800"/>
              </a:p>
            </p:txBody>
          </p:sp>
          <p:sp>
            <p:nvSpPr>
              <p:cNvPr id="34" name="Oval 48"/>
              <p:cNvSpPr>
                <a:spLocks noChangeArrowheads="1"/>
              </p:cNvSpPr>
              <p:nvPr/>
            </p:nvSpPr>
            <p:spPr bwMode="hidden">
              <a:xfrm>
                <a:off x="4578" y="3630"/>
                <a:ext cx="446" cy="271"/>
              </a:xfrm>
              <a:prstGeom prst="ellipse">
                <a:avLst/>
              </a:prstGeom>
              <a:gradFill rotWithShape="0">
                <a:gsLst>
                  <a:gs pos="0">
                    <a:schemeClr val="accent2">
                      <a:gamma/>
                      <a:tint val="9686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35" name="Oval 49"/>
              <p:cNvSpPr>
                <a:spLocks noChangeArrowheads="1"/>
              </p:cNvSpPr>
              <p:nvPr/>
            </p:nvSpPr>
            <p:spPr bwMode="hidden">
              <a:xfrm>
                <a:off x="4610" y="3650"/>
                <a:ext cx="386" cy="233"/>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36" name="Oval 50"/>
              <p:cNvSpPr>
                <a:spLocks noChangeArrowheads="1"/>
              </p:cNvSpPr>
              <p:nvPr/>
            </p:nvSpPr>
            <p:spPr bwMode="hidden">
              <a:xfrm>
                <a:off x="4654" y="3678"/>
                <a:ext cx="298" cy="177"/>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37" name="Oval 51"/>
              <p:cNvSpPr>
                <a:spLocks noChangeArrowheads="1"/>
              </p:cNvSpPr>
              <p:nvPr/>
            </p:nvSpPr>
            <p:spPr bwMode="hidden">
              <a:xfrm>
                <a:off x="4690" y="3698"/>
                <a:ext cx="222" cy="139"/>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38" name="Oval 52"/>
              <p:cNvSpPr>
                <a:spLocks noChangeArrowheads="1"/>
              </p:cNvSpPr>
              <p:nvPr/>
            </p:nvSpPr>
            <p:spPr bwMode="hidden">
              <a:xfrm>
                <a:off x="4738" y="3728"/>
                <a:ext cx="126" cy="81"/>
              </a:xfrm>
              <a:prstGeom prst="ellipse">
                <a:avLst/>
              </a:prstGeom>
              <a:gradFill rotWithShape="0">
                <a:gsLst>
                  <a:gs pos="0">
                    <a:schemeClr val="accent2">
                      <a:gamma/>
                      <a:shade val="96863"/>
                      <a:invGamma/>
                    </a:schemeClr>
                  </a:gs>
                  <a:gs pos="100000">
                    <a:schemeClr val="accent2"/>
                  </a:gs>
                </a:gsLst>
                <a:lin ang="5400000" scaled="1"/>
              </a:gradFill>
              <a:ln w="9525">
                <a:noFill/>
                <a:round/>
                <a:headEnd/>
                <a:tailEnd/>
              </a:ln>
              <a:effectLst/>
            </p:spPr>
            <p:txBody>
              <a:bodyPr/>
              <a:lstStyle/>
              <a:p>
                <a:pPr>
                  <a:defRPr/>
                </a:pPr>
                <a:endParaRPr lang="en-US" sz="1800"/>
              </a:p>
            </p:txBody>
          </p:sp>
        </p:grpSp>
        <p:grpSp>
          <p:nvGrpSpPr>
            <p:cNvPr id="9" name="Group 53"/>
            <p:cNvGrpSpPr>
              <a:grpSpLocks/>
            </p:cNvGrpSpPr>
            <p:nvPr userDrawn="1"/>
          </p:nvGrpSpPr>
          <p:grpSpPr bwMode="auto">
            <a:xfrm>
              <a:off x="5280" y="3024"/>
              <a:ext cx="425" cy="258"/>
              <a:chOff x="5280" y="3024"/>
              <a:chExt cx="425" cy="258"/>
            </a:xfrm>
          </p:grpSpPr>
          <p:sp>
            <p:nvSpPr>
              <p:cNvPr id="10" name="Freeform 54"/>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11" name="Freeform 55"/>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12" name="Freeform 56"/>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13" name="Freeform 57"/>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14" name="Freeform 58"/>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sp>
            <p:nvSpPr>
              <p:cNvPr id="15" name="Freeform 59"/>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sp>
            <p:nvSpPr>
              <p:cNvPr id="16" name="Freeform 60"/>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grpSp>
            <p:nvGrpSpPr>
              <p:cNvPr id="17" name="Group 61"/>
              <p:cNvGrpSpPr>
                <a:grpSpLocks/>
              </p:cNvGrpSpPr>
              <p:nvPr/>
            </p:nvGrpSpPr>
            <p:grpSpPr bwMode="auto">
              <a:xfrm>
                <a:off x="5381" y="3085"/>
                <a:ext cx="227" cy="132"/>
                <a:chOff x="5381" y="3085"/>
                <a:chExt cx="227" cy="132"/>
              </a:xfrm>
            </p:grpSpPr>
            <p:sp>
              <p:nvSpPr>
                <p:cNvPr id="18" name="Oval 62"/>
                <p:cNvSpPr>
                  <a:spLocks noChangeArrowheads="1"/>
                </p:cNvSpPr>
                <p:nvPr userDrawn="1"/>
              </p:nvSpPr>
              <p:spPr bwMode="hidden">
                <a:xfrm>
                  <a:off x="5381" y="3085"/>
                  <a:ext cx="227" cy="132"/>
                </a:xfrm>
                <a:prstGeom prst="ellipse">
                  <a:avLst/>
                </a:prstGeom>
                <a:gradFill rotWithShape="0">
                  <a:gsLst>
                    <a:gs pos="0">
                      <a:schemeClr val="bg1"/>
                    </a:gs>
                    <a:gs pos="100000">
                      <a:schemeClr val="accent2"/>
                    </a:gs>
                  </a:gsLst>
                  <a:lin ang="5400000" scaled="1"/>
                </a:gradFill>
                <a:ln w="9525">
                  <a:noFill/>
                  <a:round/>
                  <a:headEnd/>
                  <a:tailEnd/>
                </a:ln>
                <a:effectLst/>
              </p:spPr>
              <p:txBody>
                <a:bodyPr/>
                <a:lstStyle/>
                <a:p>
                  <a:pPr>
                    <a:defRPr/>
                  </a:pPr>
                  <a:endParaRPr lang="en-US" sz="1800"/>
                </a:p>
              </p:txBody>
            </p:sp>
            <p:sp>
              <p:nvSpPr>
                <p:cNvPr id="19" name="Oval 63"/>
                <p:cNvSpPr>
                  <a:spLocks noChangeArrowheads="1"/>
                </p:cNvSpPr>
                <p:nvPr userDrawn="1"/>
              </p:nvSpPr>
              <p:spPr bwMode="hidden">
                <a:xfrm>
                  <a:off x="5403" y="3099"/>
                  <a:ext cx="182" cy="102"/>
                </a:xfrm>
                <a:prstGeom prst="ellipse">
                  <a:avLst/>
                </a:prstGeom>
                <a:gradFill rotWithShape="0">
                  <a:gsLst>
                    <a:gs pos="0">
                      <a:schemeClr val="accent2"/>
                    </a:gs>
                    <a:gs pos="100000">
                      <a:schemeClr val="bg1"/>
                    </a:gs>
                  </a:gsLst>
                  <a:lin ang="5400000" scaled="1"/>
                </a:gradFill>
                <a:ln w="9525">
                  <a:noFill/>
                  <a:round/>
                  <a:headEnd/>
                  <a:tailEnd/>
                </a:ln>
                <a:effectLst/>
              </p:spPr>
              <p:txBody>
                <a:bodyPr/>
                <a:lstStyle/>
                <a:p>
                  <a:pPr>
                    <a:defRPr/>
                  </a:pPr>
                  <a:endParaRPr lang="en-US" sz="1800"/>
                </a:p>
              </p:txBody>
            </p:sp>
            <p:sp>
              <p:nvSpPr>
                <p:cNvPr id="20" name="Oval 64"/>
                <p:cNvSpPr>
                  <a:spLocks noChangeArrowheads="1"/>
                </p:cNvSpPr>
                <p:nvPr userDrawn="1"/>
              </p:nvSpPr>
              <p:spPr bwMode="hidden">
                <a:xfrm>
                  <a:off x="5431" y="3109"/>
                  <a:ext cx="125" cy="82"/>
                </a:xfrm>
                <a:prstGeom prst="ellipse">
                  <a:avLst/>
                </a:prstGeom>
                <a:gradFill rotWithShape="0">
                  <a:gsLst>
                    <a:gs pos="0">
                      <a:schemeClr val="bg1"/>
                    </a:gs>
                    <a:gs pos="100000">
                      <a:schemeClr val="accent2"/>
                    </a:gs>
                  </a:gsLst>
                  <a:lin ang="5400000" scaled="1"/>
                </a:gradFill>
                <a:ln w="9525">
                  <a:noFill/>
                  <a:round/>
                  <a:headEnd/>
                  <a:tailEnd/>
                </a:ln>
                <a:effectLst/>
              </p:spPr>
              <p:txBody>
                <a:bodyPr/>
                <a:lstStyle/>
                <a:p>
                  <a:pPr>
                    <a:defRPr/>
                  </a:pPr>
                  <a:endParaRPr lang="en-US" sz="1800"/>
                </a:p>
              </p:txBody>
            </p:sp>
            <p:sp>
              <p:nvSpPr>
                <p:cNvPr id="21" name="Oval 65"/>
                <p:cNvSpPr>
                  <a:spLocks noChangeArrowheads="1"/>
                </p:cNvSpPr>
                <p:nvPr userDrawn="1"/>
              </p:nvSpPr>
              <p:spPr bwMode="hidden">
                <a:xfrm>
                  <a:off x="5458" y="3125"/>
                  <a:ext cx="73" cy="47"/>
                </a:xfrm>
                <a:prstGeom prst="ellipse">
                  <a:avLst/>
                </a:prstGeom>
                <a:gradFill rotWithShape="0">
                  <a:gsLst>
                    <a:gs pos="0">
                      <a:schemeClr val="accent2"/>
                    </a:gs>
                    <a:gs pos="100000">
                      <a:schemeClr val="bg1"/>
                    </a:gs>
                  </a:gsLst>
                  <a:lin ang="5400000" scaled="1"/>
                </a:gradFill>
                <a:ln w="9525">
                  <a:noFill/>
                  <a:round/>
                  <a:headEnd/>
                  <a:tailEnd/>
                </a:ln>
                <a:effectLst/>
              </p:spPr>
              <p:txBody>
                <a:bodyPr/>
                <a:lstStyle/>
                <a:p>
                  <a:pPr>
                    <a:defRPr/>
                  </a:pPr>
                  <a:endParaRPr lang="en-US" sz="1800"/>
                </a:p>
              </p:txBody>
            </p:sp>
          </p:grpSp>
        </p:grpSp>
      </p:grpSp>
      <p:sp>
        <p:nvSpPr>
          <p:cNvPr id="26690" name="Rectangle 66"/>
          <p:cNvSpPr>
            <a:spLocks noGrp="1" noChangeArrowheads="1"/>
          </p:cNvSpPr>
          <p:nvPr>
            <p:ph type="ctrTitle" sz="quarter"/>
          </p:nvPr>
        </p:nvSpPr>
        <p:spPr>
          <a:xfrm>
            <a:off x="914400" y="1692276"/>
            <a:ext cx="10363200" cy="1736725"/>
          </a:xfrm>
        </p:spPr>
        <p:txBody>
          <a:bodyPr anchor="b"/>
          <a:lstStyle>
            <a:lvl1pPr>
              <a:defRPr sz="5400"/>
            </a:lvl1pPr>
          </a:lstStyle>
          <a:p>
            <a:r>
              <a:rPr lang="en-US"/>
              <a:t>Click to edit Master title style</a:t>
            </a:r>
          </a:p>
        </p:txBody>
      </p:sp>
      <p:sp>
        <p:nvSpPr>
          <p:cNvPr id="26691" name="Rectangle 67"/>
          <p:cNvSpPr>
            <a:spLocks noGrp="1" noChangeArrowheads="1"/>
          </p:cNvSpPr>
          <p:nvPr>
            <p:ph type="subTitle" sz="quarter" idx="1"/>
          </p:nvPr>
        </p:nvSpPr>
        <p:spPr>
          <a:xfrm>
            <a:off x="1828800" y="3886200"/>
            <a:ext cx="8534400" cy="1752600"/>
          </a:xfrm>
        </p:spPr>
        <p:txBody>
          <a:bodyPr/>
          <a:lstStyle>
            <a:lvl1pPr marL="0" indent="0" algn="ctr">
              <a:buFont typeface="Wingdings" pitchFamily="2" charset="2"/>
              <a:buNone/>
              <a:defRPr/>
            </a:lvl1pPr>
          </a:lstStyle>
          <a:p>
            <a:r>
              <a:rPr lang="en-US"/>
              <a:t>Click to edit Master subtitle style</a:t>
            </a:r>
          </a:p>
        </p:txBody>
      </p:sp>
      <p:sp>
        <p:nvSpPr>
          <p:cNvPr id="68" name="Rectangle 68"/>
          <p:cNvSpPr>
            <a:spLocks noGrp="1" noChangeArrowheads="1"/>
          </p:cNvSpPr>
          <p:nvPr>
            <p:ph type="dt" sz="quarter" idx="10"/>
          </p:nvPr>
        </p:nvSpPr>
        <p:spPr>
          <a:xfrm>
            <a:off x="609600" y="6248400"/>
            <a:ext cx="2844800" cy="457200"/>
          </a:xfrm>
        </p:spPr>
        <p:txBody>
          <a:bodyPr/>
          <a:lstStyle>
            <a:lvl1pPr>
              <a:defRPr/>
            </a:lvl1pPr>
          </a:lstStyle>
          <a:p>
            <a:pPr>
              <a:defRPr/>
            </a:pPr>
            <a:endParaRPr lang="en-US"/>
          </a:p>
        </p:txBody>
      </p:sp>
      <p:sp>
        <p:nvSpPr>
          <p:cNvPr id="69" name="Rectangle 69"/>
          <p:cNvSpPr>
            <a:spLocks noGrp="1" noChangeArrowheads="1"/>
          </p:cNvSpPr>
          <p:nvPr>
            <p:ph type="ftr" sz="quarter" idx="11"/>
          </p:nvPr>
        </p:nvSpPr>
        <p:spPr>
          <a:xfrm>
            <a:off x="4165600" y="6248400"/>
            <a:ext cx="3860800" cy="457200"/>
          </a:xfrm>
        </p:spPr>
        <p:txBody>
          <a:bodyPr/>
          <a:lstStyle>
            <a:lvl1pPr>
              <a:defRPr/>
            </a:lvl1pPr>
          </a:lstStyle>
          <a:p>
            <a:pPr>
              <a:defRPr/>
            </a:pPr>
            <a:r>
              <a:rPr lang="en-US" dirty="0"/>
              <a:t>Requirements Engineering 3rd Edition, Lecture 7</a:t>
            </a:r>
          </a:p>
        </p:txBody>
      </p:sp>
      <p:sp>
        <p:nvSpPr>
          <p:cNvPr id="70" name="Rectangle 70"/>
          <p:cNvSpPr>
            <a:spLocks noGrp="1" noChangeArrowheads="1"/>
          </p:cNvSpPr>
          <p:nvPr>
            <p:ph type="sldNum" sz="quarter" idx="12"/>
          </p:nvPr>
        </p:nvSpPr>
        <p:spPr>
          <a:xfrm>
            <a:off x="8737600" y="6248400"/>
            <a:ext cx="2844800" cy="457200"/>
          </a:xfrm>
        </p:spPr>
        <p:txBody>
          <a:bodyPr/>
          <a:lstStyle>
            <a:lvl1pPr>
              <a:defRPr/>
            </a:lvl1pPr>
          </a:lstStyle>
          <a:p>
            <a:pPr>
              <a:defRPr/>
            </a:pPr>
            <a:fld id="{3B35C99A-757F-431B-8D82-305AD9342AD4}" type="slidenum">
              <a:rPr lang="en-US"/>
              <a:pPr>
                <a:defRPr/>
              </a:pPr>
              <a:t>‹#›</a:t>
            </a:fld>
            <a:endParaRPr lang="en-US"/>
          </a:p>
        </p:txBody>
      </p:sp>
    </p:spTree>
    <p:extLst>
      <p:ext uri="{BB962C8B-B14F-4D97-AF65-F5344CB8AC3E}">
        <p14:creationId xmlns:p14="http://schemas.microsoft.com/office/powerpoint/2010/main" val="8968641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9"/>
          <p:cNvSpPr>
            <a:spLocks noGrp="1" noChangeArrowheads="1"/>
          </p:cNvSpPr>
          <p:nvPr>
            <p:ph type="dt" sz="half" idx="10"/>
          </p:nvPr>
        </p:nvSpPr>
        <p:spPr>
          <a:ln/>
        </p:spPr>
        <p:txBody>
          <a:bodyPr/>
          <a:lstStyle>
            <a:lvl1pPr>
              <a:defRPr/>
            </a:lvl1pPr>
          </a:lstStyle>
          <a:p>
            <a:pPr>
              <a:defRPr/>
            </a:pPr>
            <a:endParaRPr lang="en-US"/>
          </a:p>
        </p:txBody>
      </p:sp>
      <p:sp>
        <p:nvSpPr>
          <p:cNvPr id="5" name="Rectangle 70"/>
          <p:cNvSpPr>
            <a:spLocks noGrp="1" noChangeArrowheads="1"/>
          </p:cNvSpPr>
          <p:nvPr>
            <p:ph type="ftr" sz="quarter" idx="11"/>
          </p:nvPr>
        </p:nvSpPr>
        <p:spPr>
          <a:xfrm>
            <a:off x="3335867" y="6245225"/>
            <a:ext cx="5486400" cy="476250"/>
          </a:xfrm>
          <a:ln/>
        </p:spPr>
        <p:txBody>
          <a:bodyPr/>
          <a:lstStyle>
            <a:lvl1pPr>
              <a:defRPr/>
            </a:lvl1pPr>
          </a:lstStyle>
          <a:p>
            <a:pPr>
              <a:defRPr/>
            </a:pPr>
            <a:r>
              <a:rPr lang="en-US" dirty="0"/>
              <a:t>Requirements Engineering 3rd Edition, Lecture 7</a:t>
            </a:r>
          </a:p>
        </p:txBody>
      </p:sp>
      <p:sp>
        <p:nvSpPr>
          <p:cNvPr id="6" name="Rectangle 71"/>
          <p:cNvSpPr>
            <a:spLocks noGrp="1" noChangeArrowheads="1"/>
          </p:cNvSpPr>
          <p:nvPr>
            <p:ph type="sldNum" sz="quarter" idx="12"/>
          </p:nvPr>
        </p:nvSpPr>
        <p:spPr>
          <a:ln/>
        </p:spPr>
        <p:txBody>
          <a:bodyPr/>
          <a:lstStyle>
            <a:lvl1pPr>
              <a:defRPr/>
            </a:lvl1pPr>
          </a:lstStyle>
          <a:p>
            <a:pPr>
              <a:defRPr/>
            </a:pPr>
            <a:fld id="{181232BF-0E44-4B37-ACCD-97A39A4189D2}" type="slidenum">
              <a:rPr lang="en-US"/>
              <a:pPr>
                <a:defRPr/>
              </a:pPr>
              <a:t>‹#›</a:t>
            </a:fld>
            <a:endParaRPr lang="en-US"/>
          </a:p>
        </p:txBody>
      </p:sp>
    </p:spTree>
    <p:extLst>
      <p:ext uri="{BB962C8B-B14F-4D97-AF65-F5344CB8AC3E}">
        <p14:creationId xmlns:p14="http://schemas.microsoft.com/office/powerpoint/2010/main" val="24841013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9"/>
          <p:cNvSpPr>
            <a:spLocks noGrp="1" noChangeArrowheads="1"/>
          </p:cNvSpPr>
          <p:nvPr>
            <p:ph type="dt" sz="half" idx="10"/>
          </p:nvPr>
        </p:nvSpPr>
        <p:spPr>
          <a:ln/>
        </p:spPr>
        <p:txBody>
          <a:bodyPr/>
          <a:lstStyle>
            <a:lvl1pPr>
              <a:defRPr/>
            </a:lvl1pPr>
          </a:lstStyle>
          <a:p>
            <a:pPr>
              <a:defRPr/>
            </a:pPr>
            <a:endParaRPr lang="en-US"/>
          </a:p>
        </p:txBody>
      </p:sp>
      <p:sp>
        <p:nvSpPr>
          <p:cNvPr id="5" name="Rectangle 70"/>
          <p:cNvSpPr>
            <a:spLocks noGrp="1" noChangeArrowheads="1"/>
          </p:cNvSpPr>
          <p:nvPr>
            <p:ph type="ftr" sz="quarter" idx="11"/>
          </p:nvPr>
        </p:nvSpPr>
        <p:spPr>
          <a:xfrm>
            <a:off x="3251200" y="6245225"/>
            <a:ext cx="5384800" cy="476250"/>
          </a:xfrm>
          <a:ln/>
        </p:spPr>
        <p:txBody>
          <a:bodyPr/>
          <a:lstStyle>
            <a:lvl1pPr>
              <a:defRPr/>
            </a:lvl1pPr>
          </a:lstStyle>
          <a:p>
            <a:pPr>
              <a:defRPr/>
            </a:pPr>
            <a:r>
              <a:rPr lang="en-US" dirty="0"/>
              <a:t>Requirements Engineering 3rd Edition, Lecture 7</a:t>
            </a:r>
          </a:p>
        </p:txBody>
      </p:sp>
      <p:sp>
        <p:nvSpPr>
          <p:cNvPr id="6" name="Rectangle 71"/>
          <p:cNvSpPr>
            <a:spLocks noGrp="1" noChangeArrowheads="1"/>
          </p:cNvSpPr>
          <p:nvPr>
            <p:ph type="sldNum" sz="quarter" idx="12"/>
          </p:nvPr>
        </p:nvSpPr>
        <p:spPr>
          <a:ln/>
        </p:spPr>
        <p:txBody>
          <a:bodyPr/>
          <a:lstStyle>
            <a:lvl1pPr>
              <a:defRPr/>
            </a:lvl1pPr>
          </a:lstStyle>
          <a:p>
            <a:pPr>
              <a:defRPr/>
            </a:pPr>
            <a:fld id="{1809C42F-E088-449E-94F5-A68B95A11360}" type="slidenum">
              <a:rPr lang="en-US"/>
              <a:pPr>
                <a:defRPr/>
              </a:pPr>
              <a:t>‹#›</a:t>
            </a:fld>
            <a:endParaRPr lang="en-US"/>
          </a:p>
        </p:txBody>
      </p:sp>
    </p:spTree>
    <p:extLst>
      <p:ext uri="{BB962C8B-B14F-4D97-AF65-F5344CB8AC3E}">
        <p14:creationId xmlns:p14="http://schemas.microsoft.com/office/powerpoint/2010/main" val="5862649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9"/>
          <p:cNvSpPr>
            <a:spLocks noGrp="1" noChangeArrowheads="1"/>
          </p:cNvSpPr>
          <p:nvPr>
            <p:ph type="dt" sz="half" idx="10"/>
          </p:nvPr>
        </p:nvSpPr>
        <p:spPr>
          <a:ln/>
        </p:spPr>
        <p:txBody>
          <a:bodyPr/>
          <a:lstStyle>
            <a:lvl1pPr>
              <a:defRPr/>
            </a:lvl1pPr>
          </a:lstStyle>
          <a:p>
            <a:pPr>
              <a:defRPr/>
            </a:pPr>
            <a:endParaRPr lang="en-US"/>
          </a:p>
        </p:txBody>
      </p:sp>
      <p:sp>
        <p:nvSpPr>
          <p:cNvPr id="6" name="Rectangle 70"/>
          <p:cNvSpPr>
            <a:spLocks noGrp="1" noChangeArrowheads="1"/>
          </p:cNvSpPr>
          <p:nvPr>
            <p:ph type="ftr" sz="quarter" idx="11"/>
          </p:nvPr>
        </p:nvSpPr>
        <p:spPr>
          <a:xfrm>
            <a:off x="3251200" y="6245225"/>
            <a:ext cx="5384800" cy="476250"/>
          </a:xfrm>
          <a:ln/>
        </p:spPr>
        <p:txBody>
          <a:bodyPr/>
          <a:lstStyle>
            <a:lvl1pPr>
              <a:defRPr/>
            </a:lvl1pPr>
          </a:lstStyle>
          <a:p>
            <a:pPr>
              <a:defRPr/>
            </a:pPr>
            <a:r>
              <a:rPr lang="en-US" dirty="0"/>
              <a:t>Requirements Engineering 3rd Edition, Lecture 7</a:t>
            </a:r>
          </a:p>
        </p:txBody>
      </p:sp>
      <p:sp>
        <p:nvSpPr>
          <p:cNvPr id="7" name="Rectangle 71"/>
          <p:cNvSpPr>
            <a:spLocks noGrp="1" noChangeArrowheads="1"/>
          </p:cNvSpPr>
          <p:nvPr>
            <p:ph type="sldNum" sz="quarter" idx="12"/>
          </p:nvPr>
        </p:nvSpPr>
        <p:spPr>
          <a:ln/>
        </p:spPr>
        <p:txBody>
          <a:bodyPr/>
          <a:lstStyle>
            <a:lvl1pPr>
              <a:defRPr/>
            </a:lvl1pPr>
          </a:lstStyle>
          <a:p>
            <a:pPr>
              <a:defRPr/>
            </a:pPr>
            <a:fld id="{14C0A8F6-2296-4E60-A26B-F53A21B1956D}" type="slidenum">
              <a:rPr lang="en-US"/>
              <a:pPr>
                <a:defRPr/>
              </a:pPr>
              <a:t>‹#›</a:t>
            </a:fld>
            <a:endParaRPr lang="en-US"/>
          </a:p>
        </p:txBody>
      </p:sp>
    </p:spTree>
    <p:extLst>
      <p:ext uri="{BB962C8B-B14F-4D97-AF65-F5344CB8AC3E}">
        <p14:creationId xmlns:p14="http://schemas.microsoft.com/office/powerpoint/2010/main" val="25721839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9"/>
          <p:cNvSpPr>
            <a:spLocks noGrp="1" noChangeArrowheads="1"/>
          </p:cNvSpPr>
          <p:nvPr>
            <p:ph type="dt" sz="half" idx="10"/>
          </p:nvPr>
        </p:nvSpPr>
        <p:spPr>
          <a:ln/>
        </p:spPr>
        <p:txBody>
          <a:bodyPr/>
          <a:lstStyle>
            <a:lvl1pPr>
              <a:defRPr/>
            </a:lvl1pPr>
          </a:lstStyle>
          <a:p>
            <a:pPr>
              <a:defRPr/>
            </a:pPr>
            <a:endParaRPr lang="en-US"/>
          </a:p>
        </p:txBody>
      </p:sp>
      <p:sp>
        <p:nvSpPr>
          <p:cNvPr id="8" name="Rectangle 70"/>
          <p:cNvSpPr>
            <a:spLocks noGrp="1" noChangeArrowheads="1"/>
          </p:cNvSpPr>
          <p:nvPr>
            <p:ph type="ftr" sz="quarter" idx="11"/>
          </p:nvPr>
        </p:nvSpPr>
        <p:spPr>
          <a:xfrm>
            <a:off x="3149600" y="6245225"/>
            <a:ext cx="5486400" cy="476250"/>
          </a:xfrm>
          <a:ln/>
        </p:spPr>
        <p:txBody>
          <a:bodyPr/>
          <a:lstStyle>
            <a:lvl1pPr>
              <a:defRPr/>
            </a:lvl1pPr>
          </a:lstStyle>
          <a:p>
            <a:pPr>
              <a:defRPr/>
            </a:pPr>
            <a:r>
              <a:rPr lang="en-US" dirty="0"/>
              <a:t>Requirements Engineering 3rd Edition, Lecture 7</a:t>
            </a:r>
          </a:p>
        </p:txBody>
      </p:sp>
      <p:sp>
        <p:nvSpPr>
          <p:cNvPr id="9" name="Rectangle 71"/>
          <p:cNvSpPr>
            <a:spLocks noGrp="1" noChangeArrowheads="1"/>
          </p:cNvSpPr>
          <p:nvPr>
            <p:ph type="sldNum" sz="quarter" idx="12"/>
          </p:nvPr>
        </p:nvSpPr>
        <p:spPr>
          <a:ln/>
        </p:spPr>
        <p:txBody>
          <a:bodyPr/>
          <a:lstStyle>
            <a:lvl1pPr>
              <a:defRPr/>
            </a:lvl1pPr>
          </a:lstStyle>
          <a:p>
            <a:pPr>
              <a:defRPr/>
            </a:pPr>
            <a:fld id="{6429E4F5-A134-4143-B6E9-507EE887D4D2}" type="slidenum">
              <a:rPr lang="en-US"/>
              <a:pPr>
                <a:defRPr/>
              </a:pPr>
              <a:t>‹#›</a:t>
            </a:fld>
            <a:endParaRPr lang="en-US"/>
          </a:p>
        </p:txBody>
      </p:sp>
    </p:spTree>
    <p:extLst>
      <p:ext uri="{BB962C8B-B14F-4D97-AF65-F5344CB8AC3E}">
        <p14:creationId xmlns:p14="http://schemas.microsoft.com/office/powerpoint/2010/main" val="1724860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9"/>
          <p:cNvSpPr>
            <a:spLocks noGrp="1" noChangeArrowheads="1"/>
          </p:cNvSpPr>
          <p:nvPr>
            <p:ph type="dt" sz="half" idx="10"/>
          </p:nvPr>
        </p:nvSpPr>
        <p:spPr>
          <a:ln/>
        </p:spPr>
        <p:txBody>
          <a:bodyPr/>
          <a:lstStyle>
            <a:lvl1pPr>
              <a:defRPr/>
            </a:lvl1pPr>
          </a:lstStyle>
          <a:p>
            <a:pPr>
              <a:defRPr/>
            </a:pPr>
            <a:endParaRPr lang="en-US"/>
          </a:p>
        </p:txBody>
      </p:sp>
      <p:sp>
        <p:nvSpPr>
          <p:cNvPr id="4" name="Rectangle 70"/>
          <p:cNvSpPr>
            <a:spLocks noGrp="1" noChangeArrowheads="1"/>
          </p:cNvSpPr>
          <p:nvPr>
            <p:ph type="ftr" sz="quarter" idx="11"/>
          </p:nvPr>
        </p:nvSpPr>
        <p:spPr>
          <a:xfrm>
            <a:off x="3048000" y="6245225"/>
            <a:ext cx="5588000" cy="476250"/>
          </a:xfrm>
          <a:ln/>
        </p:spPr>
        <p:txBody>
          <a:bodyPr/>
          <a:lstStyle>
            <a:lvl1pPr>
              <a:defRPr/>
            </a:lvl1pPr>
          </a:lstStyle>
          <a:p>
            <a:pPr>
              <a:defRPr/>
            </a:pPr>
            <a:r>
              <a:rPr lang="en-US" dirty="0"/>
              <a:t>Requirements Engineering 3rd Edition, Lecture 7</a:t>
            </a:r>
          </a:p>
        </p:txBody>
      </p:sp>
      <p:sp>
        <p:nvSpPr>
          <p:cNvPr id="5" name="Rectangle 71"/>
          <p:cNvSpPr>
            <a:spLocks noGrp="1" noChangeArrowheads="1"/>
          </p:cNvSpPr>
          <p:nvPr>
            <p:ph type="sldNum" sz="quarter" idx="12"/>
          </p:nvPr>
        </p:nvSpPr>
        <p:spPr>
          <a:ln/>
        </p:spPr>
        <p:txBody>
          <a:bodyPr/>
          <a:lstStyle>
            <a:lvl1pPr>
              <a:defRPr/>
            </a:lvl1pPr>
          </a:lstStyle>
          <a:p>
            <a:pPr>
              <a:defRPr/>
            </a:pPr>
            <a:fld id="{6D3A9068-223C-470D-A8DC-6803CDEE76E3}" type="slidenum">
              <a:rPr lang="en-US"/>
              <a:pPr>
                <a:defRPr/>
              </a:pPr>
              <a:t>‹#›</a:t>
            </a:fld>
            <a:endParaRPr lang="en-US"/>
          </a:p>
        </p:txBody>
      </p:sp>
    </p:spTree>
    <p:extLst>
      <p:ext uri="{BB962C8B-B14F-4D97-AF65-F5344CB8AC3E}">
        <p14:creationId xmlns:p14="http://schemas.microsoft.com/office/powerpoint/2010/main" val="39693183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9"/>
          <p:cNvSpPr>
            <a:spLocks noGrp="1" noChangeArrowheads="1"/>
          </p:cNvSpPr>
          <p:nvPr>
            <p:ph type="dt" sz="half" idx="10"/>
          </p:nvPr>
        </p:nvSpPr>
        <p:spPr>
          <a:ln/>
        </p:spPr>
        <p:txBody>
          <a:bodyPr/>
          <a:lstStyle>
            <a:lvl1pPr>
              <a:defRPr/>
            </a:lvl1pPr>
          </a:lstStyle>
          <a:p>
            <a:pPr>
              <a:defRPr/>
            </a:pPr>
            <a:endParaRPr lang="en-US"/>
          </a:p>
        </p:txBody>
      </p:sp>
      <p:sp>
        <p:nvSpPr>
          <p:cNvPr id="3" name="Rectangle 70"/>
          <p:cNvSpPr>
            <a:spLocks noGrp="1" noChangeArrowheads="1"/>
          </p:cNvSpPr>
          <p:nvPr>
            <p:ph type="ftr" sz="quarter" idx="11"/>
          </p:nvPr>
        </p:nvSpPr>
        <p:spPr>
          <a:xfrm>
            <a:off x="3251200" y="6245225"/>
            <a:ext cx="5384800" cy="476250"/>
          </a:xfrm>
          <a:ln/>
        </p:spPr>
        <p:txBody>
          <a:bodyPr/>
          <a:lstStyle>
            <a:lvl1pPr>
              <a:defRPr/>
            </a:lvl1pPr>
          </a:lstStyle>
          <a:p>
            <a:pPr>
              <a:defRPr/>
            </a:pPr>
            <a:r>
              <a:rPr lang="en-US" dirty="0"/>
              <a:t>Requirements Engineering 3rd Edition, Lecture 7</a:t>
            </a:r>
          </a:p>
        </p:txBody>
      </p:sp>
      <p:sp>
        <p:nvSpPr>
          <p:cNvPr id="4" name="Rectangle 71"/>
          <p:cNvSpPr>
            <a:spLocks noGrp="1" noChangeArrowheads="1"/>
          </p:cNvSpPr>
          <p:nvPr>
            <p:ph type="sldNum" sz="quarter" idx="12"/>
          </p:nvPr>
        </p:nvSpPr>
        <p:spPr>
          <a:ln/>
        </p:spPr>
        <p:txBody>
          <a:bodyPr/>
          <a:lstStyle>
            <a:lvl1pPr>
              <a:defRPr/>
            </a:lvl1pPr>
          </a:lstStyle>
          <a:p>
            <a:pPr>
              <a:defRPr/>
            </a:pPr>
            <a:fld id="{46DB7C7C-548C-4D92-BFD1-12C9366EDE96}" type="slidenum">
              <a:rPr lang="en-US"/>
              <a:pPr>
                <a:defRPr/>
              </a:pPr>
              <a:t>‹#›</a:t>
            </a:fld>
            <a:endParaRPr lang="en-US"/>
          </a:p>
        </p:txBody>
      </p:sp>
    </p:spTree>
    <p:extLst>
      <p:ext uri="{BB962C8B-B14F-4D97-AF65-F5344CB8AC3E}">
        <p14:creationId xmlns:p14="http://schemas.microsoft.com/office/powerpoint/2010/main" val="46418870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9"/>
          <p:cNvSpPr>
            <a:spLocks noGrp="1" noChangeArrowheads="1"/>
          </p:cNvSpPr>
          <p:nvPr>
            <p:ph type="dt" sz="half" idx="10"/>
          </p:nvPr>
        </p:nvSpPr>
        <p:spPr>
          <a:ln/>
        </p:spPr>
        <p:txBody>
          <a:bodyPr/>
          <a:lstStyle>
            <a:lvl1pPr>
              <a:defRPr/>
            </a:lvl1pPr>
          </a:lstStyle>
          <a:p>
            <a:pPr>
              <a:defRPr/>
            </a:pPr>
            <a:endParaRPr lang="en-US"/>
          </a:p>
        </p:txBody>
      </p:sp>
      <p:sp>
        <p:nvSpPr>
          <p:cNvPr id="6" name="Rectangle 70"/>
          <p:cNvSpPr>
            <a:spLocks noGrp="1" noChangeArrowheads="1"/>
          </p:cNvSpPr>
          <p:nvPr>
            <p:ph type="ftr" sz="quarter" idx="11"/>
          </p:nvPr>
        </p:nvSpPr>
        <p:spPr>
          <a:ln/>
        </p:spPr>
        <p:txBody>
          <a:bodyPr/>
          <a:lstStyle>
            <a:lvl1pPr>
              <a:defRPr/>
            </a:lvl1pPr>
          </a:lstStyle>
          <a:p>
            <a:pPr>
              <a:defRPr/>
            </a:pPr>
            <a:r>
              <a:rPr lang="en-US" dirty="0"/>
              <a:t>Requirements Engineering 3rd Edition, Lecture 7</a:t>
            </a:r>
          </a:p>
        </p:txBody>
      </p:sp>
      <p:sp>
        <p:nvSpPr>
          <p:cNvPr id="7" name="Rectangle 71"/>
          <p:cNvSpPr>
            <a:spLocks noGrp="1" noChangeArrowheads="1"/>
          </p:cNvSpPr>
          <p:nvPr>
            <p:ph type="sldNum" sz="quarter" idx="12"/>
          </p:nvPr>
        </p:nvSpPr>
        <p:spPr>
          <a:ln/>
        </p:spPr>
        <p:txBody>
          <a:bodyPr/>
          <a:lstStyle>
            <a:lvl1pPr>
              <a:defRPr/>
            </a:lvl1pPr>
          </a:lstStyle>
          <a:p>
            <a:pPr>
              <a:defRPr/>
            </a:pPr>
            <a:fld id="{37DA4F36-4583-45E3-BDEC-2665569C25F7}" type="slidenum">
              <a:rPr lang="en-US"/>
              <a:pPr>
                <a:defRPr/>
              </a:pPr>
              <a:t>‹#›</a:t>
            </a:fld>
            <a:endParaRPr lang="en-US"/>
          </a:p>
        </p:txBody>
      </p:sp>
    </p:spTree>
    <p:extLst>
      <p:ext uri="{BB962C8B-B14F-4D97-AF65-F5344CB8AC3E}">
        <p14:creationId xmlns:p14="http://schemas.microsoft.com/office/powerpoint/2010/main" val="14711872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9"/>
          <p:cNvSpPr>
            <a:spLocks noGrp="1" noChangeArrowheads="1"/>
          </p:cNvSpPr>
          <p:nvPr>
            <p:ph type="dt" sz="half" idx="10"/>
          </p:nvPr>
        </p:nvSpPr>
        <p:spPr>
          <a:ln/>
        </p:spPr>
        <p:txBody>
          <a:bodyPr/>
          <a:lstStyle>
            <a:lvl1pPr>
              <a:defRPr/>
            </a:lvl1pPr>
          </a:lstStyle>
          <a:p>
            <a:pPr>
              <a:defRPr/>
            </a:pPr>
            <a:endParaRPr lang="en-US"/>
          </a:p>
        </p:txBody>
      </p:sp>
      <p:sp>
        <p:nvSpPr>
          <p:cNvPr id="6" name="Rectangle 70"/>
          <p:cNvSpPr>
            <a:spLocks noGrp="1" noChangeArrowheads="1"/>
          </p:cNvSpPr>
          <p:nvPr>
            <p:ph type="ftr" sz="quarter" idx="11"/>
          </p:nvPr>
        </p:nvSpPr>
        <p:spPr>
          <a:ln/>
        </p:spPr>
        <p:txBody>
          <a:bodyPr/>
          <a:lstStyle>
            <a:lvl1pPr>
              <a:defRPr/>
            </a:lvl1pPr>
          </a:lstStyle>
          <a:p>
            <a:pPr>
              <a:defRPr/>
            </a:pPr>
            <a:r>
              <a:rPr lang="en-US" dirty="0"/>
              <a:t>Requirements Engineering 3rd Edition, Lecture 7</a:t>
            </a:r>
          </a:p>
        </p:txBody>
      </p:sp>
      <p:sp>
        <p:nvSpPr>
          <p:cNvPr id="7" name="Rectangle 71"/>
          <p:cNvSpPr>
            <a:spLocks noGrp="1" noChangeArrowheads="1"/>
          </p:cNvSpPr>
          <p:nvPr>
            <p:ph type="sldNum" sz="quarter" idx="12"/>
          </p:nvPr>
        </p:nvSpPr>
        <p:spPr>
          <a:ln/>
        </p:spPr>
        <p:txBody>
          <a:bodyPr/>
          <a:lstStyle>
            <a:lvl1pPr>
              <a:defRPr/>
            </a:lvl1pPr>
          </a:lstStyle>
          <a:p>
            <a:pPr>
              <a:defRPr/>
            </a:pPr>
            <a:fld id="{F4F7B768-0FD5-464D-8047-8DDC1FD730A3}" type="slidenum">
              <a:rPr lang="en-US"/>
              <a:pPr>
                <a:defRPr/>
              </a:pPr>
              <a:t>‹#›</a:t>
            </a:fld>
            <a:endParaRPr lang="en-US"/>
          </a:p>
        </p:txBody>
      </p:sp>
    </p:spTree>
    <p:extLst>
      <p:ext uri="{BB962C8B-B14F-4D97-AF65-F5344CB8AC3E}">
        <p14:creationId xmlns:p14="http://schemas.microsoft.com/office/powerpoint/2010/main" val="14639286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9"/>
          <p:cNvSpPr>
            <a:spLocks noGrp="1" noChangeArrowheads="1"/>
          </p:cNvSpPr>
          <p:nvPr>
            <p:ph type="dt" sz="half" idx="10"/>
          </p:nvPr>
        </p:nvSpPr>
        <p:spPr>
          <a:ln/>
        </p:spPr>
        <p:txBody>
          <a:bodyPr/>
          <a:lstStyle>
            <a:lvl1pPr>
              <a:defRPr/>
            </a:lvl1pPr>
          </a:lstStyle>
          <a:p>
            <a:pPr>
              <a:defRPr/>
            </a:pPr>
            <a:endParaRPr lang="en-US"/>
          </a:p>
        </p:txBody>
      </p:sp>
      <p:sp>
        <p:nvSpPr>
          <p:cNvPr id="5" name="Rectangle 70"/>
          <p:cNvSpPr>
            <a:spLocks noGrp="1" noChangeArrowheads="1"/>
          </p:cNvSpPr>
          <p:nvPr>
            <p:ph type="ftr" sz="quarter" idx="11"/>
          </p:nvPr>
        </p:nvSpPr>
        <p:spPr>
          <a:ln/>
        </p:spPr>
        <p:txBody>
          <a:bodyPr/>
          <a:lstStyle>
            <a:lvl1pPr>
              <a:defRPr/>
            </a:lvl1pPr>
          </a:lstStyle>
          <a:p>
            <a:pPr>
              <a:defRPr/>
            </a:pPr>
            <a:r>
              <a:rPr lang="en-US" dirty="0"/>
              <a:t>Requirements Engineering 3rd Edition, Lecture 7</a:t>
            </a:r>
          </a:p>
        </p:txBody>
      </p:sp>
      <p:sp>
        <p:nvSpPr>
          <p:cNvPr id="6" name="Rectangle 71"/>
          <p:cNvSpPr>
            <a:spLocks noGrp="1" noChangeArrowheads="1"/>
          </p:cNvSpPr>
          <p:nvPr>
            <p:ph type="sldNum" sz="quarter" idx="12"/>
          </p:nvPr>
        </p:nvSpPr>
        <p:spPr>
          <a:ln/>
        </p:spPr>
        <p:txBody>
          <a:bodyPr/>
          <a:lstStyle>
            <a:lvl1pPr>
              <a:defRPr/>
            </a:lvl1pPr>
          </a:lstStyle>
          <a:p>
            <a:pPr>
              <a:defRPr/>
            </a:pPr>
            <a:fld id="{361C4681-5D0A-4DBD-AC57-4C4DB00C53A6}" type="slidenum">
              <a:rPr lang="en-US"/>
              <a:pPr>
                <a:defRPr/>
              </a:pPr>
              <a:t>‹#›</a:t>
            </a:fld>
            <a:endParaRPr lang="en-US"/>
          </a:p>
        </p:txBody>
      </p:sp>
    </p:spTree>
    <p:extLst>
      <p:ext uri="{BB962C8B-B14F-4D97-AF65-F5344CB8AC3E}">
        <p14:creationId xmlns:p14="http://schemas.microsoft.com/office/powerpoint/2010/main" val="13994451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7813"/>
            <a:ext cx="2743200" cy="58483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026400" cy="58483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9"/>
          <p:cNvSpPr>
            <a:spLocks noGrp="1" noChangeArrowheads="1"/>
          </p:cNvSpPr>
          <p:nvPr>
            <p:ph type="dt" sz="half" idx="10"/>
          </p:nvPr>
        </p:nvSpPr>
        <p:spPr>
          <a:ln/>
        </p:spPr>
        <p:txBody>
          <a:bodyPr/>
          <a:lstStyle>
            <a:lvl1pPr>
              <a:defRPr/>
            </a:lvl1pPr>
          </a:lstStyle>
          <a:p>
            <a:pPr>
              <a:defRPr/>
            </a:pPr>
            <a:endParaRPr lang="en-US"/>
          </a:p>
        </p:txBody>
      </p:sp>
      <p:sp>
        <p:nvSpPr>
          <p:cNvPr id="5" name="Rectangle 70"/>
          <p:cNvSpPr>
            <a:spLocks noGrp="1" noChangeArrowheads="1"/>
          </p:cNvSpPr>
          <p:nvPr>
            <p:ph type="ftr" sz="quarter" idx="11"/>
          </p:nvPr>
        </p:nvSpPr>
        <p:spPr>
          <a:ln/>
        </p:spPr>
        <p:txBody>
          <a:bodyPr/>
          <a:lstStyle>
            <a:lvl1pPr>
              <a:defRPr/>
            </a:lvl1pPr>
          </a:lstStyle>
          <a:p>
            <a:pPr>
              <a:defRPr/>
            </a:pPr>
            <a:r>
              <a:rPr lang="en-US" dirty="0"/>
              <a:t>Requirements Engineering 3rd Edition, Lecture 7</a:t>
            </a:r>
          </a:p>
        </p:txBody>
      </p:sp>
      <p:sp>
        <p:nvSpPr>
          <p:cNvPr id="6" name="Rectangle 71"/>
          <p:cNvSpPr>
            <a:spLocks noGrp="1" noChangeArrowheads="1"/>
          </p:cNvSpPr>
          <p:nvPr>
            <p:ph type="sldNum" sz="quarter" idx="12"/>
          </p:nvPr>
        </p:nvSpPr>
        <p:spPr>
          <a:ln/>
        </p:spPr>
        <p:txBody>
          <a:bodyPr/>
          <a:lstStyle>
            <a:lvl1pPr>
              <a:defRPr/>
            </a:lvl1pPr>
          </a:lstStyle>
          <a:p>
            <a:pPr>
              <a:defRPr/>
            </a:pPr>
            <a:fld id="{35D6F660-633E-4B86-A78D-0D64156BAC92}" type="slidenum">
              <a:rPr lang="en-US"/>
              <a:pPr>
                <a:defRPr/>
              </a:pPr>
              <a:t>‹#›</a:t>
            </a:fld>
            <a:endParaRPr lang="en-US"/>
          </a:p>
        </p:txBody>
      </p:sp>
    </p:spTree>
    <p:extLst>
      <p:ext uri="{BB962C8B-B14F-4D97-AF65-F5344CB8AC3E}">
        <p14:creationId xmlns:p14="http://schemas.microsoft.com/office/powerpoint/2010/main" val="704339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30C8030-B4F1-4567-8C07-6E5BD9305FB9}" type="datetime1">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24226062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874834-4011-46EB-8EC0-D35D5DA8F84C}" type="datetime1">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5755067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22BEEEE-3B5D-483D-9148-4A3F1CB5CF54}" type="datetime1">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5598864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E6C839-5DA0-4BB0-A56B-EC389110AFF6}" type="datetime1">
              <a:rPr lang="en-US" smtClean="0"/>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91949492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91F6928-A2F2-4173-AFC1-EA48D83B5386}" type="datetime1">
              <a:rPr lang="en-US" smtClean="0"/>
              <a:t>11/27/2024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40130666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38BFEB-591A-4460-9AE7-C7DB5F519179}" type="datetime1">
              <a:rPr lang="en-US" smtClean="0"/>
              <a:t>11/27/2024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160104773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3B8359-A0DB-48EE-B9A4-98349A6BC7BF}" type="datetime1">
              <a:rPr lang="en-US" smtClean="0"/>
              <a:t>11/27/2024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1930452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374A30A-9D9B-4C00-A7CE-F7041C758DC6}" type="datetime1">
              <a:rPr lang="en-US" smtClean="0"/>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37650793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A762F76-C4D5-4114-ABA0-F6E7B505FB61}" type="datetime1">
              <a:rPr lang="en-US" smtClean="0"/>
              <a:t>11/27/2024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407858114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AE743C-E8B0-461E-B58F-5178D7C7E391}" type="datetime1">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22311853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25D399-5210-4F04-9044-988AE8CCE8F2}" type="datetime1">
              <a:rPr lang="en-US" smtClean="0"/>
              <a:t>11/27/2024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02611B-C7D4-401B-B615-A1AB963424CC}" type="slidenum">
              <a:rPr lang="en-US" smtClean="0"/>
              <a:t>‹#›</a:t>
            </a:fld>
            <a:endParaRPr lang="en-US"/>
          </a:p>
        </p:txBody>
      </p:sp>
    </p:spTree>
    <p:extLst>
      <p:ext uri="{BB962C8B-B14F-4D97-AF65-F5344CB8AC3E}">
        <p14:creationId xmlns:p14="http://schemas.microsoft.com/office/powerpoint/2010/main" val="4548822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pPr>
              <a:defRPr/>
            </a:pPr>
            <a:endParaRPr lang="en-US"/>
          </a:p>
        </p:txBody>
      </p:sp>
      <p:sp>
        <p:nvSpPr>
          <p:cNvPr id="19" name="Footer Placeholder 18"/>
          <p:cNvSpPr>
            <a:spLocks noGrp="1"/>
          </p:cNvSpPr>
          <p:nvPr>
            <p:ph type="ftr" sz="quarter" idx="11"/>
          </p:nvPr>
        </p:nvSpPr>
        <p:spPr/>
        <p:txBody>
          <a:bodyPr/>
          <a:lstStyle/>
          <a:p>
            <a:pPr>
              <a:defRPr/>
            </a:pPr>
            <a:r>
              <a:rPr lang="en-US"/>
              <a:t>Object-Oriented Testing</a:t>
            </a:r>
          </a:p>
        </p:txBody>
      </p:sp>
      <p:sp>
        <p:nvSpPr>
          <p:cNvPr id="27" name="Slide Number Placeholder 26"/>
          <p:cNvSpPr>
            <a:spLocks noGrp="1"/>
          </p:cNvSpPr>
          <p:nvPr>
            <p:ph type="sldNum" sz="quarter" idx="12"/>
          </p:nvPr>
        </p:nvSpPr>
        <p:spPr/>
        <p:txBody>
          <a:bodyPr/>
          <a:lstStyle/>
          <a:p>
            <a:pPr>
              <a:defRPr/>
            </a:pPr>
            <a:fld id="{F3C645BA-A5B9-424D-8B28-15FC8F522E1A}" type="slidenum">
              <a:rPr lang="en-US" smtClean="0"/>
              <a:pPr>
                <a:defRPr/>
              </a:pPr>
              <a:t>‹#›</a:t>
            </a:fld>
            <a:endParaRPr lang="en-US"/>
          </a:p>
        </p:txBody>
      </p:sp>
    </p:spTree>
    <p:extLst>
      <p:ext uri="{BB962C8B-B14F-4D97-AF65-F5344CB8AC3E}">
        <p14:creationId xmlns:p14="http://schemas.microsoft.com/office/powerpoint/2010/main" val="592055152"/>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Object-Oriented Testing</a:t>
            </a:r>
          </a:p>
        </p:txBody>
      </p:sp>
      <p:sp>
        <p:nvSpPr>
          <p:cNvPr id="6" name="Slide Number Placeholder 5"/>
          <p:cNvSpPr>
            <a:spLocks noGrp="1"/>
          </p:cNvSpPr>
          <p:nvPr>
            <p:ph type="sldNum" sz="quarter" idx="12"/>
          </p:nvPr>
        </p:nvSpPr>
        <p:spPr/>
        <p:txBody>
          <a:bodyPr/>
          <a:lstStyle/>
          <a:p>
            <a:pPr>
              <a:defRPr/>
            </a:pPr>
            <a:fld id="{C37FF4DA-2B87-4085-9933-4E96F762EFF0}" type="slidenum">
              <a:rPr lang="en-US" smtClean="0"/>
              <a:pPr>
                <a:defRPr/>
              </a:pPr>
              <a:t>‹#›</a:t>
            </a:fld>
            <a:endParaRPr lang="en-US"/>
          </a:p>
        </p:txBody>
      </p:sp>
    </p:spTree>
    <p:extLst>
      <p:ext uri="{BB962C8B-B14F-4D97-AF65-F5344CB8AC3E}">
        <p14:creationId xmlns:p14="http://schemas.microsoft.com/office/powerpoint/2010/main" val="116829746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Object-Oriented Testing</a:t>
            </a:r>
          </a:p>
        </p:txBody>
      </p:sp>
      <p:sp>
        <p:nvSpPr>
          <p:cNvPr id="6" name="Slide Number Placeholder 5"/>
          <p:cNvSpPr>
            <a:spLocks noGrp="1"/>
          </p:cNvSpPr>
          <p:nvPr>
            <p:ph type="sldNum" sz="quarter" idx="12"/>
          </p:nvPr>
        </p:nvSpPr>
        <p:spPr/>
        <p:txBody>
          <a:bodyPr/>
          <a:lstStyle/>
          <a:p>
            <a:pPr>
              <a:defRPr/>
            </a:pPr>
            <a:fld id="{CC1A7B91-3193-43AF-942A-FFB08CB19E66}" type="slidenum">
              <a:rPr lang="en-US" smtClean="0"/>
              <a:pPr>
                <a:defRPr/>
              </a:pPr>
              <a:t>‹#›</a:t>
            </a:fld>
            <a:endParaRPr lang="en-US"/>
          </a:p>
        </p:txBody>
      </p:sp>
    </p:spTree>
    <p:extLst>
      <p:ext uri="{BB962C8B-B14F-4D97-AF65-F5344CB8AC3E}">
        <p14:creationId xmlns:p14="http://schemas.microsoft.com/office/powerpoint/2010/main" val="3766632455"/>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Object-Oriented Testing</a:t>
            </a:r>
          </a:p>
        </p:txBody>
      </p:sp>
      <p:sp>
        <p:nvSpPr>
          <p:cNvPr id="7" name="Slide Number Placeholder 6"/>
          <p:cNvSpPr>
            <a:spLocks noGrp="1"/>
          </p:cNvSpPr>
          <p:nvPr>
            <p:ph type="sldNum" sz="quarter" idx="12"/>
          </p:nvPr>
        </p:nvSpPr>
        <p:spPr/>
        <p:txBody>
          <a:bodyPr/>
          <a:lstStyle/>
          <a:p>
            <a:pPr>
              <a:defRPr/>
            </a:pPr>
            <a:fld id="{F4DC23EA-36DB-4AAF-8A12-7F01D5B6E798}" type="slidenum">
              <a:rPr lang="en-US" smtClean="0"/>
              <a:pPr>
                <a:defRPr/>
              </a:pPr>
              <a:t>‹#›</a:t>
            </a:fld>
            <a:endParaRPr lang="en-US"/>
          </a:p>
        </p:txBody>
      </p:sp>
    </p:spTree>
    <p:extLst>
      <p:ext uri="{BB962C8B-B14F-4D97-AF65-F5344CB8AC3E}">
        <p14:creationId xmlns:p14="http://schemas.microsoft.com/office/powerpoint/2010/main" val="42019894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a:t>Object-Oriented Testing</a:t>
            </a:r>
          </a:p>
        </p:txBody>
      </p:sp>
      <p:sp>
        <p:nvSpPr>
          <p:cNvPr id="9" name="Slide Number Placeholder 8"/>
          <p:cNvSpPr>
            <a:spLocks noGrp="1"/>
          </p:cNvSpPr>
          <p:nvPr>
            <p:ph type="sldNum" sz="quarter" idx="12"/>
          </p:nvPr>
        </p:nvSpPr>
        <p:spPr/>
        <p:txBody>
          <a:bodyPr/>
          <a:lstStyle/>
          <a:p>
            <a:pPr>
              <a:defRPr/>
            </a:pPr>
            <a:fld id="{2FD26CF1-009D-4B78-8EB3-B9884DE3A91B}" type="slidenum">
              <a:rPr lang="en-US" smtClean="0"/>
              <a:pPr>
                <a:defRPr/>
              </a:pPr>
              <a:t>‹#›</a:t>
            </a:fld>
            <a:endParaRPr lang="en-US"/>
          </a:p>
        </p:txBody>
      </p:sp>
    </p:spTree>
    <p:extLst>
      <p:ext uri="{BB962C8B-B14F-4D97-AF65-F5344CB8AC3E}">
        <p14:creationId xmlns:p14="http://schemas.microsoft.com/office/powerpoint/2010/main" val="29484010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a:t>Object-Oriented Testing</a:t>
            </a:r>
          </a:p>
        </p:txBody>
      </p:sp>
      <p:sp>
        <p:nvSpPr>
          <p:cNvPr id="5" name="Slide Number Placeholder 4"/>
          <p:cNvSpPr>
            <a:spLocks noGrp="1"/>
          </p:cNvSpPr>
          <p:nvPr>
            <p:ph type="sldNum" sz="quarter" idx="12"/>
          </p:nvPr>
        </p:nvSpPr>
        <p:spPr/>
        <p:txBody>
          <a:bodyPr/>
          <a:lstStyle/>
          <a:p>
            <a:pPr>
              <a:defRPr/>
            </a:pPr>
            <a:fld id="{A165A4DB-9D32-453B-8385-6FB895D222E7}" type="slidenum">
              <a:rPr lang="en-US" smtClean="0"/>
              <a:pPr>
                <a:defRPr/>
              </a:pPr>
              <a:t>‹#›</a:t>
            </a:fld>
            <a:endParaRPr lang="en-US"/>
          </a:p>
        </p:txBody>
      </p:sp>
    </p:spTree>
    <p:extLst>
      <p:ext uri="{BB962C8B-B14F-4D97-AF65-F5344CB8AC3E}">
        <p14:creationId xmlns:p14="http://schemas.microsoft.com/office/powerpoint/2010/main" val="154823545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a:t>Object-Oriented Testing</a:t>
            </a:r>
          </a:p>
        </p:txBody>
      </p:sp>
      <p:sp>
        <p:nvSpPr>
          <p:cNvPr id="4" name="Slide Number Placeholder 3"/>
          <p:cNvSpPr>
            <a:spLocks noGrp="1"/>
          </p:cNvSpPr>
          <p:nvPr>
            <p:ph type="sldNum" sz="quarter" idx="12"/>
          </p:nvPr>
        </p:nvSpPr>
        <p:spPr/>
        <p:txBody>
          <a:bodyPr/>
          <a:lstStyle/>
          <a:p>
            <a:pPr>
              <a:defRPr/>
            </a:pPr>
            <a:fld id="{2BCCDFCA-0F2E-4A80-AC64-5BE2FF003A80}" type="slidenum">
              <a:rPr lang="en-US" smtClean="0"/>
              <a:pPr>
                <a:defRPr/>
              </a:pPr>
              <a:t>‹#›</a:t>
            </a:fld>
            <a:endParaRPr lang="en-US"/>
          </a:p>
        </p:txBody>
      </p:sp>
    </p:spTree>
    <p:extLst>
      <p:ext uri="{BB962C8B-B14F-4D97-AF65-F5344CB8AC3E}">
        <p14:creationId xmlns:p14="http://schemas.microsoft.com/office/powerpoint/2010/main" val="37166038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Object-Oriented Testing</a:t>
            </a:r>
          </a:p>
        </p:txBody>
      </p:sp>
      <p:sp>
        <p:nvSpPr>
          <p:cNvPr id="7" name="Slide Number Placeholder 6"/>
          <p:cNvSpPr>
            <a:spLocks noGrp="1"/>
          </p:cNvSpPr>
          <p:nvPr>
            <p:ph type="sldNum" sz="quarter" idx="12"/>
          </p:nvPr>
        </p:nvSpPr>
        <p:spPr/>
        <p:txBody>
          <a:bodyPr/>
          <a:lstStyle/>
          <a:p>
            <a:pPr>
              <a:defRPr/>
            </a:pPr>
            <a:fld id="{08D956F5-161D-476B-B04A-FABED3950736}" type="slidenum">
              <a:rPr lang="en-US" smtClean="0"/>
              <a:pPr>
                <a:defRPr/>
              </a:pPr>
              <a:t>‹#›</a:t>
            </a:fld>
            <a:endParaRPr lang="en-US"/>
          </a:p>
        </p:txBody>
      </p:sp>
    </p:spTree>
    <p:extLst>
      <p:ext uri="{BB962C8B-B14F-4D97-AF65-F5344CB8AC3E}">
        <p14:creationId xmlns:p14="http://schemas.microsoft.com/office/powerpoint/2010/main" val="13088187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sz="1800"/>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Object-Oriented Testing</a:t>
            </a:r>
          </a:p>
        </p:txBody>
      </p:sp>
      <p:sp>
        <p:nvSpPr>
          <p:cNvPr id="7" name="Slide Number Placeholder 6"/>
          <p:cNvSpPr>
            <a:spLocks noGrp="1"/>
          </p:cNvSpPr>
          <p:nvPr>
            <p:ph type="sldNum" sz="quarter" idx="12"/>
          </p:nvPr>
        </p:nvSpPr>
        <p:spPr>
          <a:xfrm>
            <a:off x="10769600" y="6356351"/>
            <a:ext cx="812800" cy="365125"/>
          </a:xfrm>
        </p:spPr>
        <p:txBody>
          <a:bodyPr/>
          <a:lstStyle/>
          <a:p>
            <a:pPr>
              <a:defRPr/>
            </a:pPr>
            <a:fld id="{651AAEAF-BB43-4188-BF75-FB136C926BAB}" type="slidenum">
              <a:rPr lang="en-US" smtClean="0"/>
              <a:pPr>
                <a:defRPr/>
              </a:pPr>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Tree>
    <p:extLst>
      <p:ext uri="{BB962C8B-B14F-4D97-AF65-F5344CB8AC3E}">
        <p14:creationId xmlns:p14="http://schemas.microsoft.com/office/powerpoint/2010/main" val="8156486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Object-Oriented Testing</a:t>
            </a:r>
          </a:p>
        </p:txBody>
      </p:sp>
      <p:sp>
        <p:nvSpPr>
          <p:cNvPr id="6" name="Slide Number Placeholder 5"/>
          <p:cNvSpPr>
            <a:spLocks noGrp="1"/>
          </p:cNvSpPr>
          <p:nvPr>
            <p:ph type="sldNum" sz="quarter" idx="12"/>
          </p:nvPr>
        </p:nvSpPr>
        <p:spPr/>
        <p:txBody>
          <a:bodyPr/>
          <a:lstStyle/>
          <a:p>
            <a:pPr>
              <a:defRPr/>
            </a:pPr>
            <a:fld id="{3C2E6C2D-AE72-4C83-B747-815AEA9AF803}" type="slidenum">
              <a:rPr lang="en-US" smtClean="0"/>
              <a:pPr>
                <a:defRPr/>
              </a:pPr>
              <a:t>‹#›</a:t>
            </a:fld>
            <a:endParaRPr lang="en-US"/>
          </a:p>
        </p:txBody>
      </p:sp>
    </p:spTree>
    <p:extLst>
      <p:ext uri="{BB962C8B-B14F-4D97-AF65-F5344CB8AC3E}">
        <p14:creationId xmlns:p14="http://schemas.microsoft.com/office/powerpoint/2010/main" val="169799165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Object-Oriented Testing</a:t>
            </a:r>
          </a:p>
        </p:txBody>
      </p:sp>
      <p:sp>
        <p:nvSpPr>
          <p:cNvPr id="6" name="Slide Number Placeholder 5"/>
          <p:cNvSpPr>
            <a:spLocks noGrp="1"/>
          </p:cNvSpPr>
          <p:nvPr>
            <p:ph type="sldNum" sz="quarter" idx="12"/>
          </p:nvPr>
        </p:nvSpPr>
        <p:spPr/>
        <p:txBody>
          <a:bodyPr/>
          <a:lstStyle/>
          <a:p>
            <a:pPr>
              <a:defRPr/>
            </a:pPr>
            <a:fld id="{CFA7EBF7-010E-48FF-9492-362C1B17F954}" type="slidenum">
              <a:rPr lang="en-US" smtClean="0"/>
              <a:pPr>
                <a:defRPr/>
              </a:pPr>
              <a:t>‹#›</a:t>
            </a:fld>
            <a:endParaRPr lang="en-US"/>
          </a:p>
        </p:txBody>
      </p:sp>
    </p:spTree>
    <p:extLst>
      <p:ext uri="{BB962C8B-B14F-4D97-AF65-F5344CB8AC3E}">
        <p14:creationId xmlns:p14="http://schemas.microsoft.com/office/powerpoint/2010/main" val="847062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9F69F6FB-E8EB-5743-AF64-133A0AE935F8}" type="datetime1">
              <a:rPr lang="en-US" smtClean="0"/>
              <a:t>11/27/2024</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83956294"/>
      </p:ext>
    </p:extLst>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 id="2147483934" r:id="rId10"/>
    <p:sldLayoutId id="2147483935"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3E55C1-AE0D-3A18-37E0-79544F0BCE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79D306-3FD0-BDCB-12EC-C7792AE3A4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92521-5971-A773-811D-A748C3EC2F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A20FC74-79A4-43E6-BBAD-E788C1A3E90F}" type="datetimeFigureOut">
              <a:rPr lang="en-US" smtClean="0"/>
              <a:t>11/27/2024</a:t>
            </a:fld>
            <a:endParaRPr lang="en-US"/>
          </a:p>
        </p:txBody>
      </p:sp>
      <p:sp>
        <p:nvSpPr>
          <p:cNvPr id="5" name="Footer Placeholder 4">
            <a:extLst>
              <a:ext uri="{FF2B5EF4-FFF2-40B4-BE49-F238E27FC236}">
                <a16:creationId xmlns:a16="http://schemas.microsoft.com/office/drawing/2014/main" id="{43DD4B3E-CEA8-7115-56DC-5E2A05AA9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EB59FAF-B8B0-C983-6B9A-6153FD4AD8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F6DEEC-D04A-4FF0-9A08-7D39859C24F4}" type="slidenum">
              <a:rPr lang="en-US" smtClean="0"/>
              <a:t>‹#›</a:t>
            </a:fld>
            <a:endParaRPr lang="en-US"/>
          </a:p>
        </p:txBody>
      </p:sp>
    </p:spTree>
    <p:extLst>
      <p:ext uri="{BB962C8B-B14F-4D97-AF65-F5344CB8AC3E}">
        <p14:creationId xmlns:p14="http://schemas.microsoft.com/office/powerpoint/2010/main" val="2504503338"/>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Freeform 2"/>
          <p:cNvSpPr>
            <a:spLocks/>
          </p:cNvSpPr>
          <p:nvPr/>
        </p:nvSpPr>
        <p:spPr bwMode="hidden">
          <a:xfrm>
            <a:off x="8837084" y="6429375"/>
            <a:ext cx="381000" cy="209550"/>
          </a:xfrm>
          <a:custGeom>
            <a:avLst/>
            <a:gdLst/>
            <a:ahLst/>
            <a:cxnLst>
              <a:cxn ang="0">
                <a:pos x="0" y="132"/>
              </a:cxn>
              <a:cxn ang="0">
                <a:pos x="29" y="132"/>
              </a:cxn>
              <a:cxn ang="0">
                <a:pos x="77" y="108"/>
              </a:cxn>
              <a:cxn ang="0">
                <a:pos x="119" y="78"/>
              </a:cxn>
              <a:cxn ang="0">
                <a:pos x="155" y="48"/>
              </a:cxn>
              <a:cxn ang="0">
                <a:pos x="179" y="12"/>
              </a:cxn>
              <a:cxn ang="0">
                <a:pos x="173" y="6"/>
              </a:cxn>
              <a:cxn ang="0">
                <a:pos x="167" y="0"/>
              </a:cxn>
              <a:cxn ang="0">
                <a:pos x="137" y="42"/>
              </a:cxn>
              <a:cxn ang="0">
                <a:pos x="101" y="78"/>
              </a:cxn>
              <a:cxn ang="0">
                <a:pos x="53" y="108"/>
              </a:cxn>
              <a:cxn ang="0">
                <a:pos x="0" y="132"/>
              </a:cxn>
              <a:cxn ang="0">
                <a:pos x="0" y="132"/>
              </a:cxn>
            </a:cxnLst>
            <a:rect l="0" t="0" r="r" b="b"/>
            <a:pathLst>
              <a:path w="179" h="132">
                <a:moveTo>
                  <a:pt x="0" y="132"/>
                </a:moveTo>
                <a:lnTo>
                  <a:pt x="29" y="132"/>
                </a:lnTo>
                <a:lnTo>
                  <a:pt x="77" y="108"/>
                </a:lnTo>
                <a:lnTo>
                  <a:pt x="119" y="78"/>
                </a:lnTo>
                <a:lnTo>
                  <a:pt x="155" y="48"/>
                </a:lnTo>
                <a:lnTo>
                  <a:pt x="179" y="12"/>
                </a:lnTo>
                <a:lnTo>
                  <a:pt x="173" y="6"/>
                </a:lnTo>
                <a:lnTo>
                  <a:pt x="167" y="0"/>
                </a:lnTo>
                <a:lnTo>
                  <a:pt x="137" y="42"/>
                </a:lnTo>
                <a:lnTo>
                  <a:pt x="101" y="78"/>
                </a:lnTo>
                <a:lnTo>
                  <a:pt x="53" y="108"/>
                </a:lnTo>
                <a:lnTo>
                  <a:pt x="0" y="132"/>
                </a:lnTo>
                <a:lnTo>
                  <a:pt x="0" y="132"/>
                </a:lnTo>
                <a:close/>
              </a:path>
            </a:pathLst>
          </a:custGeom>
          <a:gradFill rotWithShape="0">
            <a:gsLst>
              <a:gs pos="0">
                <a:schemeClr val="accent2"/>
              </a:gs>
              <a:gs pos="100000">
                <a:schemeClr val="accent2">
                  <a:gamma/>
                  <a:shade val="87843"/>
                  <a:invGamma/>
                </a:schemeClr>
              </a:gs>
            </a:gsLst>
            <a:lin ang="18900000" scaled="1"/>
          </a:gradFill>
          <a:ln w="9525">
            <a:noFill/>
            <a:round/>
            <a:headEnd/>
            <a:tailEnd/>
          </a:ln>
        </p:spPr>
        <p:txBody>
          <a:bodyPr/>
          <a:lstStyle/>
          <a:p>
            <a:pPr>
              <a:defRPr/>
            </a:pPr>
            <a:endParaRPr lang="en-US" sz="1800"/>
          </a:p>
        </p:txBody>
      </p:sp>
      <p:grpSp>
        <p:nvGrpSpPr>
          <p:cNvPr id="1027" name="Group 3"/>
          <p:cNvGrpSpPr>
            <a:grpSpLocks/>
          </p:cNvGrpSpPr>
          <p:nvPr/>
        </p:nvGrpSpPr>
        <p:grpSpPr bwMode="auto">
          <a:xfrm>
            <a:off x="4234" y="4267200"/>
            <a:ext cx="12187767" cy="2590800"/>
            <a:chOff x="2" y="2688"/>
            <a:chExt cx="5758" cy="1632"/>
          </a:xfrm>
        </p:grpSpPr>
        <p:sp>
          <p:nvSpPr>
            <p:cNvPr id="25604" name="Freeform 4"/>
            <p:cNvSpPr>
              <a:spLocks/>
            </p:cNvSpPr>
            <p:nvPr/>
          </p:nvSpPr>
          <p:spPr bwMode="hidden">
            <a:xfrm>
              <a:off x="2" y="2688"/>
              <a:ext cx="5758" cy="1632"/>
            </a:xfrm>
            <a:custGeom>
              <a:avLst/>
              <a:gdLst/>
              <a:ahLst/>
              <a:cxnLst>
                <a:cxn ang="0">
                  <a:pos x="5740" y="4316"/>
                </a:cxn>
                <a:cxn ang="0">
                  <a:pos x="0" y="4316"/>
                </a:cxn>
                <a:cxn ang="0">
                  <a:pos x="0" y="0"/>
                </a:cxn>
                <a:cxn ang="0">
                  <a:pos x="5740" y="0"/>
                </a:cxn>
                <a:cxn ang="0">
                  <a:pos x="5740" y="4316"/>
                </a:cxn>
                <a:cxn ang="0">
                  <a:pos x="5740" y="4316"/>
                </a:cxn>
              </a:cxnLst>
              <a:rect l="0" t="0" r="r" b="b"/>
              <a:pathLst>
                <a:path w="5740" h="4316">
                  <a:moveTo>
                    <a:pt x="5740" y="4316"/>
                  </a:moveTo>
                  <a:lnTo>
                    <a:pt x="0" y="4316"/>
                  </a:lnTo>
                  <a:lnTo>
                    <a:pt x="0" y="0"/>
                  </a:lnTo>
                  <a:lnTo>
                    <a:pt x="5740" y="0"/>
                  </a:lnTo>
                  <a:lnTo>
                    <a:pt x="5740" y="4316"/>
                  </a:lnTo>
                  <a:lnTo>
                    <a:pt x="5740" y="4316"/>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grpSp>
          <p:nvGrpSpPr>
            <p:cNvPr id="1034" name="Group 5"/>
            <p:cNvGrpSpPr>
              <a:grpSpLocks/>
            </p:cNvGrpSpPr>
            <p:nvPr userDrawn="1"/>
          </p:nvGrpSpPr>
          <p:grpSpPr bwMode="auto">
            <a:xfrm>
              <a:off x="3528" y="3715"/>
              <a:ext cx="792" cy="521"/>
              <a:chOff x="3527" y="3715"/>
              <a:chExt cx="792" cy="521"/>
            </a:xfrm>
          </p:grpSpPr>
          <p:sp>
            <p:nvSpPr>
              <p:cNvPr id="25606" name="Oval 6"/>
              <p:cNvSpPr>
                <a:spLocks noChangeArrowheads="1"/>
              </p:cNvSpPr>
              <p:nvPr/>
            </p:nvSpPr>
            <p:spPr bwMode="hidden">
              <a:xfrm>
                <a:off x="3686" y="3810"/>
                <a:ext cx="532" cy="327"/>
              </a:xfrm>
              <a:prstGeom prst="ellipse">
                <a:avLst/>
              </a:prstGeom>
              <a:gradFill rotWithShape="0">
                <a:gsLst>
                  <a:gs pos="0">
                    <a:schemeClr val="accent2"/>
                  </a:gs>
                  <a:gs pos="100000">
                    <a:schemeClr val="accent2">
                      <a:gamma/>
                      <a:shade val="90980"/>
                      <a:invGamma/>
                    </a:schemeClr>
                  </a:gs>
                </a:gsLst>
                <a:path path="shape">
                  <a:fillToRect l="50000" t="50000" r="50000" b="50000"/>
                </a:path>
              </a:gradFill>
              <a:ln w="9525">
                <a:noFill/>
                <a:round/>
                <a:headEnd/>
                <a:tailEnd/>
              </a:ln>
              <a:effectLst/>
            </p:spPr>
            <p:txBody>
              <a:bodyPr/>
              <a:lstStyle/>
              <a:p>
                <a:pPr>
                  <a:defRPr/>
                </a:pPr>
                <a:endParaRPr lang="en-US" sz="1800"/>
              </a:p>
            </p:txBody>
          </p:sp>
          <p:sp>
            <p:nvSpPr>
              <p:cNvPr id="25607" name="Oval 7"/>
              <p:cNvSpPr>
                <a:spLocks noChangeArrowheads="1"/>
              </p:cNvSpPr>
              <p:nvPr/>
            </p:nvSpPr>
            <p:spPr bwMode="hidden">
              <a:xfrm>
                <a:off x="3726" y="3840"/>
                <a:ext cx="452" cy="275"/>
              </a:xfrm>
              <a:prstGeom prst="ellipse">
                <a:avLst/>
              </a:prstGeom>
              <a:gradFill rotWithShape="0">
                <a:gsLst>
                  <a:gs pos="0">
                    <a:schemeClr val="accent2">
                      <a:gamma/>
                      <a:shade val="90980"/>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08" name="Oval 8"/>
              <p:cNvSpPr>
                <a:spLocks noChangeArrowheads="1"/>
              </p:cNvSpPr>
              <p:nvPr/>
            </p:nvSpPr>
            <p:spPr bwMode="hidden">
              <a:xfrm>
                <a:off x="3782" y="3872"/>
                <a:ext cx="344" cy="207"/>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25609" name="Oval 9"/>
              <p:cNvSpPr>
                <a:spLocks noChangeArrowheads="1"/>
              </p:cNvSpPr>
              <p:nvPr/>
            </p:nvSpPr>
            <p:spPr bwMode="hidden">
              <a:xfrm>
                <a:off x="3822" y="3896"/>
                <a:ext cx="262" cy="159"/>
              </a:xfrm>
              <a:prstGeom prst="ellipse">
                <a:avLst/>
              </a:prstGeom>
              <a:gradFill rotWithShape="0">
                <a:gsLst>
                  <a:gs pos="0">
                    <a:schemeClr val="accent2">
                      <a:gamma/>
                      <a:shade val="9686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10" name="Oval 10"/>
              <p:cNvSpPr>
                <a:spLocks noChangeArrowheads="1"/>
              </p:cNvSpPr>
              <p:nvPr/>
            </p:nvSpPr>
            <p:spPr bwMode="hidden">
              <a:xfrm>
                <a:off x="3856" y="3922"/>
                <a:ext cx="192" cy="107"/>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25611" name="Freeform 11"/>
              <p:cNvSpPr>
                <a:spLocks/>
              </p:cNvSpPr>
              <p:nvPr/>
            </p:nvSpPr>
            <p:spPr bwMode="hidden">
              <a:xfrm>
                <a:off x="3575" y="3715"/>
                <a:ext cx="383" cy="161"/>
              </a:xfrm>
              <a:custGeom>
                <a:avLst/>
                <a:gdLst/>
                <a:ahLst/>
                <a:cxnLst>
                  <a:cxn ang="0">
                    <a:pos x="376" y="12"/>
                  </a:cxn>
                  <a:cxn ang="0">
                    <a:pos x="257" y="24"/>
                  </a:cxn>
                  <a:cxn ang="0">
                    <a:pos x="149" y="54"/>
                  </a:cxn>
                  <a:cxn ang="0">
                    <a:pos x="101" y="77"/>
                  </a:cxn>
                  <a:cxn ang="0">
                    <a:pos x="59" y="101"/>
                  </a:cxn>
                  <a:cxn ang="0">
                    <a:pos x="24" y="131"/>
                  </a:cxn>
                  <a:cxn ang="0">
                    <a:pos x="0" y="161"/>
                  </a:cxn>
                  <a:cxn ang="0">
                    <a:pos x="0" y="137"/>
                  </a:cxn>
                  <a:cxn ang="0">
                    <a:pos x="29" y="107"/>
                  </a:cxn>
                  <a:cxn ang="0">
                    <a:pos x="65" y="83"/>
                  </a:cxn>
                  <a:cxn ang="0">
                    <a:pos x="155" y="36"/>
                  </a:cxn>
                  <a:cxn ang="0">
                    <a:pos x="257" y="12"/>
                  </a:cxn>
                  <a:cxn ang="0">
                    <a:pos x="376" y="0"/>
                  </a:cxn>
                  <a:cxn ang="0">
                    <a:pos x="376" y="0"/>
                  </a:cxn>
                  <a:cxn ang="0">
                    <a:pos x="382" y="0"/>
                  </a:cxn>
                  <a:cxn ang="0">
                    <a:pos x="382" y="12"/>
                  </a:cxn>
                  <a:cxn ang="0">
                    <a:pos x="376" y="12"/>
                  </a:cxn>
                  <a:cxn ang="0">
                    <a:pos x="376" y="12"/>
                  </a:cxn>
                  <a:cxn ang="0">
                    <a:pos x="376" y="12"/>
                  </a:cxn>
                </a:cxnLst>
                <a:rect l="0" t="0" r="r" b="b"/>
                <a:pathLst>
                  <a:path w="382" h="161">
                    <a:moveTo>
                      <a:pt x="376" y="12"/>
                    </a:moveTo>
                    <a:lnTo>
                      <a:pt x="257" y="24"/>
                    </a:lnTo>
                    <a:lnTo>
                      <a:pt x="149" y="54"/>
                    </a:lnTo>
                    <a:lnTo>
                      <a:pt x="101" y="77"/>
                    </a:lnTo>
                    <a:lnTo>
                      <a:pt x="59" y="101"/>
                    </a:lnTo>
                    <a:lnTo>
                      <a:pt x="24" y="131"/>
                    </a:lnTo>
                    <a:lnTo>
                      <a:pt x="0" y="161"/>
                    </a:lnTo>
                    <a:lnTo>
                      <a:pt x="0" y="137"/>
                    </a:lnTo>
                    <a:lnTo>
                      <a:pt x="29" y="107"/>
                    </a:lnTo>
                    <a:lnTo>
                      <a:pt x="65" y="83"/>
                    </a:lnTo>
                    <a:lnTo>
                      <a:pt x="155" y="36"/>
                    </a:lnTo>
                    <a:lnTo>
                      <a:pt x="257" y="12"/>
                    </a:lnTo>
                    <a:lnTo>
                      <a:pt x="376" y="0"/>
                    </a:lnTo>
                    <a:lnTo>
                      <a:pt x="376" y="0"/>
                    </a:lnTo>
                    <a:lnTo>
                      <a:pt x="382" y="0"/>
                    </a:lnTo>
                    <a:lnTo>
                      <a:pt x="382" y="12"/>
                    </a:lnTo>
                    <a:lnTo>
                      <a:pt x="376" y="12"/>
                    </a:lnTo>
                    <a:lnTo>
                      <a:pt x="376" y="12"/>
                    </a:lnTo>
                    <a:lnTo>
                      <a:pt x="376" y="12"/>
                    </a:lnTo>
                    <a:close/>
                  </a:path>
                </a:pathLst>
              </a:custGeom>
              <a:gradFill rotWithShape="0">
                <a:gsLst>
                  <a:gs pos="0">
                    <a:schemeClr val="accent2">
                      <a:gamma/>
                      <a:shade val="94118"/>
                      <a:invGamma/>
                    </a:schemeClr>
                  </a:gs>
                  <a:gs pos="100000">
                    <a:schemeClr val="accent2"/>
                  </a:gs>
                </a:gsLst>
                <a:lin ang="5400000" scaled="1"/>
              </a:gradFill>
              <a:ln w="9525">
                <a:noFill/>
                <a:round/>
                <a:headEnd/>
                <a:tailEnd/>
              </a:ln>
            </p:spPr>
            <p:txBody>
              <a:bodyPr/>
              <a:lstStyle/>
              <a:p>
                <a:pPr>
                  <a:defRPr/>
                </a:pPr>
                <a:endParaRPr lang="en-US" sz="1800"/>
              </a:p>
            </p:txBody>
          </p:sp>
          <p:sp>
            <p:nvSpPr>
              <p:cNvPr id="25612" name="Freeform 12"/>
              <p:cNvSpPr>
                <a:spLocks/>
              </p:cNvSpPr>
              <p:nvPr/>
            </p:nvSpPr>
            <p:spPr bwMode="hidden">
              <a:xfrm>
                <a:off x="3695" y="4170"/>
                <a:ext cx="444" cy="66"/>
              </a:xfrm>
              <a:custGeom>
                <a:avLst/>
                <a:gdLst/>
                <a:ahLst/>
                <a:cxnLst>
                  <a:cxn ang="0">
                    <a:pos x="257" y="54"/>
                  </a:cxn>
                  <a:cxn ang="0">
                    <a:pos x="353" y="48"/>
                  </a:cxn>
                  <a:cxn ang="0">
                    <a:pos x="443" y="24"/>
                  </a:cxn>
                  <a:cxn ang="0">
                    <a:pos x="443" y="36"/>
                  </a:cxn>
                  <a:cxn ang="0">
                    <a:pos x="353" y="60"/>
                  </a:cxn>
                  <a:cxn ang="0">
                    <a:pos x="257" y="66"/>
                  </a:cxn>
                  <a:cxn ang="0">
                    <a:pos x="186" y="60"/>
                  </a:cxn>
                  <a:cxn ang="0">
                    <a:pos x="120" y="48"/>
                  </a:cxn>
                  <a:cxn ang="0">
                    <a:pos x="60" y="36"/>
                  </a:cxn>
                  <a:cxn ang="0">
                    <a:pos x="0" y="12"/>
                  </a:cxn>
                  <a:cxn ang="0">
                    <a:pos x="0" y="0"/>
                  </a:cxn>
                  <a:cxn ang="0">
                    <a:pos x="54" y="24"/>
                  </a:cxn>
                  <a:cxn ang="0">
                    <a:pos x="120" y="36"/>
                  </a:cxn>
                  <a:cxn ang="0">
                    <a:pos x="186" y="48"/>
                  </a:cxn>
                  <a:cxn ang="0">
                    <a:pos x="257" y="54"/>
                  </a:cxn>
                  <a:cxn ang="0">
                    <a:pos x="257" y="54"/>
                  </a:cxn>
                </a:cxnLst>
                <a:rect l="0" t="0" r="r" b="b"/>
                <a:pathLst>
                  <a:path w="443" h="66">
                    <a:moveTo>
                      <a:pt x="257" y="54"/>
                    </a:moveTo>
                    <a:lnTo>
                      <a:pt x="353" y="48"/>
                    </a:lnTo>
                    <a:lnTo>
                      <a:pt x="443" y="24"/>
                    </a:lnTo>
                    <a:lnTo>
                      <a:pt x="443" y="36"/>
                    </a:lnTo>
                    <a:lnTo>
                      <a:pt x="353" y="60"/>
                    </a:lnTo>
                    <a:lnTo>
                      <a:pt x="257" y="66"/>
                    </a:lnTo>
                    <a:lnTo>
                      <a:pt x="186" y="60"/>
                    </a:lnTo>
                    <a:lnTo>
                      <a:pt x="120" y="48"/>
                    </a:lnTo>
                    <a:lnTo>
                      <a:pt x="60" y="36"/>
                    </a:lnTo>
                    <a:lnTo>
                      <a:pt x="0" y="12"/>
                    </a:lnTo>
                    <a:lnTo>
                      <a:pt x="0" y="0"/>
                    </a:lnTo>
                    <a:lnTo>
                      <a:pt x="54" y="24"/>
                    </a:lnTo>
                    <a:lnTo>
                      <a:pt x="120" y="36"/>
                    </a:lnTo>
                    <a:lnTo>
                      <a:pt x="186" y="48"/>
                    </a:lnTo>
                    <a:lnTo>
                      <a:pt x="257" y="54"/>
                    </a:lnTo>
                    <a:lnTo>
                      <a:pt x="257" y="54"/>
                    </a:lnTo>
                    <a:close/>
                  </a:path>
                </a:pathLst>
              </a:custGeom>
              <a:gradFill rotWithShape="0">
                <a:gsLst>
                  <a:gs pos="0">
                    <a:schemeClr val="accent2">
                      <a:gamma/>
                      <a:shade val="84706"/>
                      <a:invGamma/>
                    </a:schemeClr>
                  </a:gs>
                  <a:gs pos="100000">
                    <a:schemeClr val="accent2"/>
                  </a:gs>
                </a:gsLst>
                <a:lin ang="18900000" scaled="1"/>
              </a:gradFill>
              <a:ln w="9525">
                <a:noFill/>
                <a:round/>
                <a:headEnd/>
                <a:tailEnd/>
              </a:ln>
            </p:spPr>
            <p:txBody>
              <a:bodyPr/>
              <a:lstStyle/>
              <a:p>
                <a:pPr>
                  <a:defRPr/>
                </a:pPr>
                <a:endParaRPr lang="en-US" sz="1800"/>
              </a:p>
            </p:txBody>
          </p:sp>
          <p:sp>
            <p:nvSpPr>
              <p:cNvPr id="25613" name="Freeform 13"/>
              <p:cNvSpPr>
                <a:spLocks/>
              </p:cNvSpPr>
              <p:nvPr/>
            </p:nvSpPr>
            <p:spPr bwMode="hidden">
              <a:xfrm>
                <a:off x="3527" y="3906"/>
                <a:ext cx="89" cy="216"/>
              </a:xfrm>
              <a:custGeom>
                <a:avLst/>
                <a:gdLst/>
                <a:ahLst/>
                <a:cxnLst>
                  <a:cxn ang="0">
                    <a:pos x="12" y="66"/>
                  </a:cxn>
                  <a:cxn ang="0">
                    <a:pos x="18" y="108"/>
                  </a:cxn>
                  <a:cxn ang="0">
                    <a:pos x="36" y="144"/>
                  </a:cxn>
                  <a:cxn ang="0">
                    <a:pos x="60" y="180"/>
                  </a:cxn>
                  <a:cxn ang="0">
                    <a:pos x="89" y="216"/>
                  </a:cxn>
                  <a:cxn ang="0">
                    <a:pos x="72" y="216"/>
                  </a:cxn>
                  <a:cxn ang="0">
                    <a:pos x="42" y="180"/>
                  </a:cxn>
                  <a:cxn ang="0">
                    <a:pos x="18" y="144"/>
                  </a:cxn>
                  <a:cxn ang="0">
                    <a:pos x="6" y="108"/>
                  </a:cxn>
                  <a:cxn ang="0">
                    <a:pos x="0" y="66"/>
                  </a:cxn>
                  <a:cxn ang="0">
                    <a:pos x="0" y="30"/>
                  </a:cxn>
                  <a:cxn ang="0">
                    <a:pos x="12" y="0"/>
                  </a:cxn>
                  <a:cxn ang="0">
                    <a:pos x="30" y="0"/>
                  </a:cxn>
                  <a:cxn ang="0">
                    <a:pos x="18" y="30"/>
                  </a:cxn>
                  <a:cxn ang="0">
                    <a:pos x="12" y="66"/>
                  </a:cxn>
                  <a:cxn ang="0">
                    <a:pos x="12" y="66"/>
                  </a:cxn>
                </a:cxnLst>
                <a:rect l="0" t="0" r="r" b="b"/>
                <a:pathLst>
                  <a:path w="89" h="216">
                    <a:moveTo>
                      <a:pt x="12" y="66"/>
                    </a:moveTo>
                    <a:lnTo>
                      <a:pt x="18" y="108"/>
                    </a:lnTo>
                    <a:lnTo>
                      <a:pt x="36" y="144"/>
                    </a:lnTo>
                    <a:lnTo>
                      <a:pt x="60" y="180"/>
                    </a:lnTo>
                    <a:lnTo>
                      <a:pt x="89" y="216"/>
                    </a:lnTo>
                    <a:lnTo>
                      <a:pt x="72" y="216"/>
                    </a:lnTo>
                    <a:lnTo>
                      <a:pt x="42" y="180"/>
                    </a:lnTo>
                    <a:lnTo>
                      <a:pt x="18" y="144"/>
                    </a:lnTo>
                    <a:lnTo>
                      <a:pt x="6" y="108"/>
                    </a:lnTo>
                    <a:lnTo>
                      <a:pt x="0" y="66"/>
                    </a:lnTo>
                    <a:lnTo>
                      <a:pt x="0" y="30"/>
                    </a:lnTo>
                    <a:lnTo>
                      <a:pt x="12" y="0"/>
                    </a:lnTo>
                    <a:lnTo>
                      <a:pt x="30" y="0"/>
                    </a:lnTo>
                    <a:lnTo>
                      <a:pt x="18" y="30"/>
                    </a:lnTo>
                    <a:lnTo>
                      <a:pt x="12" y="66"/>
                    </a:lnTo>
                    <a:lnTo>
                      <a:pt x="12" y="66"/>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25614" name="Freeform 14"/>
              <p:cNvSpPr>
                <a:spLocks/>
              </p:cNvSpPr>
              <p:nvPr/>
            </p:nvSpPr>
            <p:spPr bwMode="hidden">
              <a:xfrm>
                <a:off x="3569" y="3745"/>
                <a:ext cx="750" cy="461"/>
              </a:xfrm>
              <a:custGeom>
                <a:avLst/>
                <a:gdLst/>
                <a:ahLst/>
                <a:cxnLst>
                  <a:cxn ang="0">
                    <a:pos x="382" y="443"/>
                  </a:cxn>
                  <a:cxn ang="0">
                    <a:pos x="311" y="437"/>
                  </a:cxn>
                  <a:cxn ang="0">
                    <a:pos x="245" y="425"/>
                  </a:cxn>
                  <a:cxn ang="0">
                    <a:pos x="185" y="407"/>
                  </a:cxn>
                  <a:cxn ang="0">
                    <a:pos x="131" y="383"/>
                  </a:cxn>
                  <a:cxn ang="0">
                    <a:pos x="83" y="347"/>
                  </a:cxn>
                  <a:cxn ang="0">
                    <a:pos x="53" y="311"/>
                  </a:cxn>
                  <a:cxn ang="0">
                    <a:pos x="30" y="269"/>
                  </a:cxn>
                  <a:cxn ang="0">
                    <a:pos x="24" y="227"/>
                  </a:cxn>
                  <a:cxn ang="0">
                    <a:pos x="30" y="185"/>
                  </a:cxn>
                  <a:cxn ang="0">
                    <a:pos x="53" y="143"/>
                  </a:cxn>
                  <a:cxn ang="0">
                    <a:pos x="83" y="107"/>
                  </a:cxn>
                  <a:cxn ang="0">
                    <a:pos x="131" y="77"/>
                  </a:cxn>
                  <a:cxn ang="0">
                    <a:pos x="185" y="47"/>
                  </a:cxn>
                  <a:cxn ang="0">
                    <a:pos x="245" y="30"/>
                  </a:cxn>
                  <a:cxn ang="0">
                    <a:pos x="311" y="18"/>
                  </a:cxn>
                  <a:cxn ang="0">
                    <a:pos x="382" y="12"/>
                  </a:cxn>
                  <a:cxn ang="0">
                    <a:pos x="478" y="18"/>
                  </a:cxn>
                  <a:cxn ang="0">
                    <a:pos x="562" y="41"/>
                  </a:cxn>
                  <a:cxn ang="0">
                    <a:pos x="562" y="36"/>
                  </a:cxn>
                  <a:cxn ang="0">
                    <a:pos x="562" y="30"/>
                  </a:cxn>
                  <a:cxn ang="0">
                    <a:pos x="478" y="6"/>
                  </a:cxn>
                  <a:cxn ang="0">
                    <a:pos x="382" y="0"/>
                  </a:cxn>
                  <a:cxn ang="0">
                    <a:pos x="305" y="6"/>
                  </a:cxn>
                  <a:cxn ang="0">
                    <a:pos x="233" y="18"/>
                  </a:cxn>
                  <a:cxn ang="0">
                    <a:pos x="167" y="41"/>
                  </a:cxn>
                  <a:cxn ang="0">
                    <a:pos x="113" y="65"/>
                  </a:cxn>
                  <a:cxn ang="0">
                    <a:pos x="65" y="101"/>
                  </a:cxn>
                  <a:cxn ang="0">
                    <a:pos x="30" y="137"/>
                  </a:cxn>
                  <a:cxn ang="0">
                    <a:pos x="6" y="179"/>
                  </a:cxn>
                  <a:cxn ang="0">
                    <a:pos x="0" y="227"/>
                  </a:cxn>
                  <a:cxn ang="0">
                    <a:pos x="6" y="275"/>
                  </a:cxn>
                  <a:cxn ang="0">
                    <a:pos x="30" y="317"/>
                  </a:cxn>
                  <a:cxn ang="0">
                    <a:pos x="65" y="359"/>
                  </a:cxn>
                  <a:cxn ang="0">
                    <a:pos x="113" y="395"/>
                  </a:cxn>
                  <a:cxn ang="0">
                    <a:pos x="167" y="419"/>
                  </a:cxn>
                  <a:cxn ang="0">
                    <a:pos x="233" y="443"/>
                  </a:cxn>
                  <a:cxn ang="0">
                    <a:pos x="305" y="455"/>
                  </a:cxn>
                  <a:cxn ang="0">
                    <a:pos x="382" y="461"/>
                  </a:cxn>
                  <a:cxn ang="0">
                    <a:pos x="448" y="455"/>
                  </a:cxn>
                  <a:cxn ang="0">
                    <a:pos x="508" y="449"/>
                  </a:cxn>
                  <a:cxn ang="0">
                    <a:pos x="609" y="413"/>
                  </a:cxn>
                  <a:cxn ang="0">
                    <a:pos x="657" y="389"/>
                  </a:cxn>
                  <a:cxn ang="0">
                    <a:pos x="693" y="359"/>
                  </a:cxn>
                  <a:cxn ang="0">
                    <a:pos x="723" y="329"/>
                  </a:cxn>
                  <a:cxn ang="0">
                    <a:pos x="747" y="293"/>
                  </a:cxn>
                  <a:cxn ang="0">
                    <a:pos x="741" y="287"/>
                  </a:cxn>
                  <a:cxn ang="0">
                    <a:pos x="729" y="281"/>
                  </a:cxn>
                  <a:cxn ang="0">
                    <a:pos x="711" y="317"/>
                  </a:cxn>
                  <a:cxn ang="0">
                    <a:pos x="681" y="347"/>
                  </a:cxn>
                  <a:cxn ang="0">
                    <a:pos x="645" y="377"/>
                  </a:cxn>
                  <a:cxn ang="0">
                    <a:pos x="604" y="401"/>
                  </a:cxn>
                  <a:cxn ang="0">
                    <a:pos x="502" y="431"/>
                  </a:cxn>
                  <a:cxn ang="0">
                    <a:pos x="442" y="443"/>
                  </a:cxn>
                  <a:cxn ang="0">
                    <a:pos x="382" y="443"/>
                  </a:cxn>
                  <a:cxn ang="0">
                    <a:pos x="382" y="443"/>
                  </a:cxn>
                </a:cxnLst>
                <a:rect l="0" t="0" r="r" b="b"/>
                <a:pathLst>
                  <a:path w="747" h="461">
                    <a:moveTo>
                      <a:pt x="382" y="443"/>
                    </a:moveTo>
                    <a:lnTo>
                      <a:pt x="311" y="437"/>
                    </a:lnTo>
                    <a:lnTo>
                      <a:pt x="245" y="425"/>
                    </a:lnTo>
                    <a:lnTo>
                      <a:pt x="185" y="407"/>
                    </a:lnTo>
                    <a:lnTo>
                      <a:pt x="131" y="383"/>
                    </a:lnTo>
                    <a:lnTo>
                      <a:pt x="83" y="347"/>
                    </a:lnTo>
                    <a:lnTo>
                      <a:pt x="53" y="311"/>
                    </a:lnTo>
                    <a:lnTo>
                      <a:pt x="30" y="269"/>
                    </a:lnTo>
                    <a:lnTo>
                      <a:pt x="24" y="227"/>
                    </a:lnTo>
                    <a:lnTo>
                      <a:pt x="30" y="185"/>
                    </a:lnTo>
                    <a:lnTo>
                      <a:pt x="53" y="143"/>
                    </a:lnTo>
                    <a:lnTo>
                      <a:pt x="83" y="107"/>
                    </a:lnTo>
                    <a:lnTo>
                      <a:pt x="131" y="77"/>
                    </a:lnTo>
                    <a:lnTo>
                      <a:pt x="185" y="47"/>
                    </a:lnTo>
                    <a:lnTo>
                      <a:pt x="245" y="30"/>
                    </a:lnTo>
                    <a:lnTo>
                      <a:pt x="311" y="18"/>
                    </a:lnTo>
                    <a:lnTo>
                      <a:pt x="382" y="12"/>
                    </a:lnTo>
                    <a:lnTo>
                      <a:pt x="478" y="18"/>
                    </a:lnTo>
                    <a:lnTo>
                      <a:pt x="562" y="41"/>
                    </a:lnTo>
                    <a:lnTo>
                      <a:pt x="562" y="36"/>
                    </a:lnTo>
                    <a:lnTo>
                      <a:pt x="562" y="30"/>
                    </a:lnTo>
                    <a:lnTo>
                      <a:pt x="478" y="6"/>
                    </a:lnTo>
                    <a:lnTo>
                      <a:pt x="382" y="0"/>
                    </a:lnTo>
                    <a:lnTo>
                      <a:pt x="305" y="6"/>
                    </a:lnTo>
                    <a:lnTo>
                      <a:pt x="233" y="18"/>
                    </a:lnTo>
                    <a:lnTo>
                      <a:pt x="167" y="41"/>
                    </a:lnTo>
                    <a:lnTo>
                      <a:pt x="113" y="65"/>
                    </a:lnTo>
                    <a:lnTo>
                      <a:pt x="65" y="101"/>
                    </a:lnTo>
                    <a:lnTo>
                      <a:pt x="30" y="137"/>
                    </a:lnTo>
                    <a:lnTo>
                      <a:pt x="6" y="179"/>
                    </a:lnTo>
                    <a:lnTo>
                      <a:pt x="0" y="227"/>
                    </a:lnTo>
                    <a:lnTo>
                      <a:pt x="6" y="275"/>
                    </a:lnTo>
                    <a:lnTo>
                      <a:pt x="30" y="317"/>
                    </a:lnTo>
                    <a:lnTo>
                      <a:pt x="65" y="359"/>
                    </a:lnTo>
                    <a:lnTo>
                      <a:pt x="113" y="395"/>
                    </a:lnTo>
                    <a:lnTo>
                      <a:pt x="167" y="419"/>
                    </a:lnTo>
                    <a:lnTo>
                      <a:pt x="233" y="443"/>
                    </a:lnTo>
                    <a:lnTo>
                      <a:pt x="305" y="455"/>
                    </a:lnTo>
                    <a:lnTo>
                      <a:pt x="382" y="461"/>
                    </a:lnTo>
                    <a:lnTo>
                      <a:pt x="448" y="455"/>
                    </a:lnTo>
                    <a:lnTo>
                      <a:pt x="508" y="449"/>
                    </a:lnTo>
                    <a:lnTo>
                      <a:pt x="609" y="413"/>
                    </a:lnTo>
                    <a:lnTo>
                      <a:pt x="657" y="389"/>
                    </a:lnTo>
                    <a:lnTo>
                      <a:pt x="693" y="359"/>
                    </a:lnTo>
                    <a:lnTo>
                      <a:pt x="723" y="329"/>
                    </a:lnTo>
                    <a:lnTo>
                      <a:pt x="747" y="293"/>
                    </a:lnTo>
                    <a:lnTo>
                      <a:pt x="741" y="287"/>
                    </a:lnTo>
                    <a:lnTo>
                      <a:pt x="729" y="281"/>
                    </a:lnTo>
                    <a:lnTo>
                      <a:pt x="711" y="317"/>
                    </a:lnTo>
                    <a:lnTo>
                      <a:pt x="681" y="347"/>
                    </a:lnTo>
                    <a:lnTo>
                      <a:pt x="645" y="377"/>
                    </a:lnTo>
                    <a:lnTo>
                      <a:pt x="604" y="401"/>
                    </a:lnTo>
                    <a:lnTo>
                      <a:pt x="502" y="431"/>
                    </a:lnTo>
                    <a:lnTo>
                      <a:pt x="442" y="443"/>
                    </a:lnTo>
                    <a:lnTo>
                      <a:pt x="382" y="443"/>
                    </a:lnTo>
                    <a:lnTo>
                      <a:pt x="382" y="443"/>
                    </a:lnTo>
                    <a:close/>
                  </a:path>
                </a:pathLst>
              </a:custGeom>
              <a:gradFill rotWithShape="0">
                <a:gsLst>
                  <a:gs pos="0">
                    <a:schemeClr val="accent2"/>
                  </a:gs>
                  <a:gs pos="100000">
                    <a:schemeClr val="accent2">
                      <a:gamma/>
                      <a:shade val="90980"/>
                      <a:invGamma/>
                    </a:schemeClr>
                  </a:gs>
                </a:gsLst>
                <a:path path="rect">
                  <a:fillToRect l="50000" t="50000" r="50000" b="50000"/>
                </a:path>
              </a:gradFill>
              <a:ln w="9525">
                <a:noFill/>
                <a:round/>
                <a:headEnd/>
                <a:tailEnd/>
              </a:ln>
            </p:spPr>
            <p:txBody>
              <a:bodyPr/>
              <a:lstStyle/>
              <a:p>
                <a:pPr>
                  <a:defRPr/>
                </a:pPr>
                <a:endParaRPr lang="en-US" sz="1800"/>
              </a:p>
            </p:txBody>
          </p:sp>
          <p:sp>
            <p:nvSpPr>
              <p:cNvPr id="25615" name="Freeform 15"/>
              <p:cNvSpPr>
                <a:spLocks/>
              </p:cNvSpPr>
              <p:nvPr/>
            </p:nvSpPr>
            <p:spPr bwMode="hidden">
              <a:xfrm>
                <a:off x="4037" y="3721"/>
                <a:ext cx="96" cy="30"/>
              </a:xfrm>
              <a:custGeom>
                <a:avLst/>
                <a:gdLst/>
                <a:ahLst/>
                <a:cxnLst>
                  <a:cxn ang="0">
                    <a:pos x="0" y="0"/>
                  </a:cxn>
                  <a:cxn ang="0">
                    <a:pos x="0" y="12"/>
                  </a:cxn>
                  <a:cxn ang="0">
                    <a:pos x="48" y="18"/>
                  </a:cxn>
                  <a:cxn ang="0">
                    <a:pos x="96" y="30"/>
                  </a:cxn>
                  <a:cxn ang="0">
                    <a:pos x="96" y="24"/>
                  </a:cxn>
                  <a:cxn ang="0">
                    <a:pos x="96" y="18"/>
                  </a:cxn>
                  <a:cxn ang="0">
                    <a:pos x="48" y="12"/>
                  </a:cxn>
                  <a:cxn ang="0">
                    <a:pos x="0" y="0"/>
                  </a:cxn>
                  <a:cxn ang="0">
                    <a:pos x="0" y="0"/>
                  </a:cxn>
                </a:cxnLst>
                <a:rect l="0" t="0" r="r" b="b"/>
                <a:pathLst>
                  <a:path w="96" h="30">
                    <a:moveTo>
                      <a:pt x="0" y="0"/>
                    </a:moveTo>
                    <a:lnTo>
                      <a:pt x="0" y="12"/>
                    </a:lnTo>
                    <a:lnTo>
                      <a:pt x="48" y="18"/>
                    </a:lnTo>
                    <a:lnTo>
                      <a:pt x="96" y="30"/>
                    </a:lnTo>
                    <a:lnTo>
                      <a:pt x="96" y="24"/>
                    </a:lnTo>
                    <a:lnTo>
                      <a:pt x="96" y="18"/>
                    </a:lnTo>
                    <a:lnTo>
                      <a:pt x="48" y="12"/>
                    </a:lnTo>
                    <a:lnTo>
                      <a:pt x="0" y="0"/>
                    </a:lnTo>
                    <a:lnTo>
                      <a:pt x="0" y="0"/>
                    </a:lnTo>
                    <a:close/>
                  </a:path>
                </a:pathLst>
              </a:custGeom>
              <a:gradFill rotWithShape="0">
                <a:gsLst>
                  <a:gs pos="0">
                    <a:schemeClr val="accent2"/>
                  </a:gs>
                  <a:gs pos="100000">
                    <a:schemeClr val="accent2">
                      <a:gamma/>
                      <a:shade val="87843"/>
                      <a:invGamma/>
                    </a:schemeClr>
                  </a:gs>
                </a:gsLst>
                <a:lin ang="0" scaled="1"/>
              </a:gradFill>
              <a:ln w="9525">
                <a:noFill/>
                <a:round/>
                <a:headEnd/>
                <a:tailEnd/>
              </a:ln>
            </p:spPr>
            <p:txBody>
              <a:bodyPr/>
              <a:lstStyle/>
              <a:p>
                <a:pPr>
                  <a:defRPr/>
                </a:pPr>
                <a:endParaRPr lang="en-US" sz="1800"/>
              </a:p>
            </p:txBody>
          </p:sp>
          <p:sp>
            <p:nvSpPr>
              <p:cNvPr id="25616" name="Oval 16"/>
              <p:cNvSpPr>
                <a:spLocks noChangeArrowheads="1"/>
              </p:cNvSpPr>
              <p:nvPr/>
            </p:nvSpPr>
            <p:spPr bwMode="hidden">
              <a:xfrm>
                <a:off x="3910" y="3948"/>
                <a:ext cx="84" cy="53"/>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grpSp>
        <p:grpSp>
          <p:nvGrpSpPr>
            <p:cNvPr id="1035" name="Group 17"/>
            <p:cNvGrpSpPr>
              <a:grpSpLocks/>
            </p:cNvGrpSpPr>
            <p:nvPr userDrawn="1"/>
          </p:nvGrpSpPr>
          <p:grpSpPr bwMode="auto">
            <a:xfrm>
              <a:off x="1776" y="3631"/>
              <a:ext cx="1626" cy="683"/>
              <a:chOff x="1776" y="3631"/>
              <a:chExt cx="1626" cy="683"/>
            </a:xfrm>
          </p:grpSpPr>
          <p:sp>
            <p:nvSpPr>
              <p:cNvPr id="25618" name="Oval 18"/>
              <p:cNvSpPr>
                <a:spLocks noChangeArrowheads="1"/>
              </p:cNvSpPr>
              <p:nvPr/>
            </p:nvSpPr>
            <p:spPr bwMode="hidden">
              <a:xfrm>
                <a:off x="2268" y="3934"/>
                <a:ext cx="638" cy="377"/>
              </a:xfrm>
              <a:prstGeom prst="ellipse">
                <a:avLst/>
              </a:prstGeom>
              <a:gradFill rotWithShape="0">
                <a:gsLst>
                  <a:gs pos="0">
                    <a:schemeClr val="accent2">
                      <a:gamma/>
                      <a:shade val="87843"/>
                      <a:invGamma/>
                    </a:schemeClr>
                  </a:gs>
                  <a:gs pos="100000">
                    <a:schemeClr val="accent2"/>
                  </a:gs>
                </a:gsLst>
                <a:lin ang="2700000" scaled="1"/>
              </a:gradFill>
              <a:ln w="9525">
                <a:noFill/>
                <a:round/>
                <a:headEnd/>
                <a:tailEnd/>
              </a:ln>
              <a:effectLst/>
            </p:spPr>
            <p:txBody>
              <a:bodyPr/>
              <a:lstStyle/>
              <a:p>
                <a:pPr>
                  <a:defRPr/>
                </a:pPr>
                <a:endParaRPr lang="en-US" sz="1800"/>
              </a:p>
            </p:txBody>
          </p:sp>
          <p:sp>
            <p:nvSpPr>
              <p:cNvPr id="25619" name="Oval 19"/>
              <p:cNvSpPr>
                <a:spLocks noChangeArrowheads="1"/>
              </p:cNvSpPr>
              <p:nvPr/>
            </p:nvSpPr>
            <p:spPr bwMode="hidden">
              <a:xfrm>
                <a:off x="2314" y="3958"/>
                <a:ext cx="543" cy="332"/>
              </a:xfrm>
              <a:prstGeom prst="ellipse">
                <a:avLst/>
              </a:prstGeom>
              <a:gradFill rotWithShape="0">
                <a:gsLst>
                  <a:gs pos="0">
                    <a:schemeClr val="accent2"/>
                  </a:gs>
                  <a:gs pos="100000">
                    <a:schemeClr val="accent2">
                      <a:gamma/>
                      <a:shade val="87843"/>
                      <a:invGamma/>
                    </a:schemeClr>
                  </a:gs>
                </a:gsLst>
                <a:lin ang="2700000" scaled="1"/>
              </a:gradFill>
              <a:ln w="9525">
                <a:noFill/>
                <a:round/>
                <a:headEnd/>
                <a:tailEnd/>
              </a:ln>
              <a:effectLst/>
            </p:spPr>
            <p:txBody>
              <a:bodyPr/>
              <a:lstStyle/>
              <a:p>
                <a:pPr>
                  <a:defRPr/>
                </a:pPr>
                <a:endParaRPr lang="en-US" sz="1800"/>
              </a:p>
            </p:txBody>
          </p:sp>
          <p:sp>
            <p:nvSpPr>
              <p:cNvPr id="25620" name="Oval 20"/>
              <p:cNvSpPr>
                <a:spLocks noChangeArrowheads="1"/>
              </p:cNvSpPr>
              <p:nvPr/>
            </p:nvSpPr>
            <p:spPr bwMode="hidden">
              <a:xfrm>
                <a:off x="2341" y="3979"/>
                <a:ext cx="501" cy="299"/>
              </a:xfrm>
              <a:prstGeom prst="ellipse">
                <a:avLst/>
              </a:prstGeom>
              <a:gradFill rotWithShape="0">
                <a:gsLst>
                  <a:gs pos="0">
                    <a:schemeClr val="accent2">
                      <a:gamma/>
                      <a:shade val="90980"/>
                      <a:invGamma/>
                    </a:schemeClr>
                  </a:gs>
                  <a:gs pos="100000">
                    <a:schemeClr val="accent2"/>
                  </a:gs>
                </a:gsLst>
                <a:lin ang="2700000" scaled="1"/>
              </a:gradFill>
              <a:ln w="9525">
                <a:noFill/>
                <a:round/>
                <a:headEnd/>
                <a:tailEnd/>
              </a:ln>
              <a:effectLst/>
            </p:spPr>
            <p:txBody>
              <a:bodyPr/>
              <a:lstStyle/>
              <a:p>
                <a:pPr>
                  <a:defRPr/>
                </a:pPr>
                <a:endParaRPr lang="en-US" sz="1800"/>
              </a:p>
            </p:txBody>
          </p:sp>
          <p:sp>
            <p:nvSpPr>
              <p:cNvPr id="25621" name="Oval 21"/>
              <p:cNvSpPr>
                <a:spLocks noChangeArrowheads="1"/>
              </p:cNvSpPr>
              <p:nvPr/>
            </p:nvSpPr>
            <p:spPr bwMode="hidden">
              <a:xfrm>
                <a:off x="2368" y="3997"/>
                <a:ext cx="444" cy="258"/>
              </a:xfrm>
              <a:prstGeom prst="ellipse">
                <a:avLst/>
              </a:prstGeom>
              <a:gradFill rotWithShape="0">
                <a:gsLst>
                  <a:gs pos="0">
                    <a:schemeClr val="accent2">
                      <a:gamma/>
                      <a:shade val="8784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22" name="Oval 22"/>
              <p:cNvSpPr>
                <a:spLocks noChangeArrowheads="1"/>
              </p:cNvSpPr>
              <p:nvPr/>
            </p:nvSpPr>
            <p:spPr bwMode="hidden">
              <a:xfrm>
                <a:off x="2385" y="4005"/>
                <a:ext cx="413" cy="240"/>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23" name="Oval 23"/>
              <p:cNvSpPr>
                <a:spLocks noChangeArrowheads="1"/>
              </p:cNvSpPr>
              <p:nvPr/>
            </p:nvSpPr>
            <p:spPr bwMode="hidden">
              <a:xfrm>
                <a:off x="2437" y="4026"/>
                <a:ext cx="306" cy="192"/>
              </a:xfrm>
              <a:prstGeom prst="ellipse">
                <a:avLst/>
              </a:prstGeom>
              <a:gradFill rotWithShape="0">
                <a:gsLst>
                  <a:gs pos="0">
                    <a:schemeClr val="accent2">
                      <a:gamma/>
                      <a:shade val="8784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24" name="Oval 24"/>
              <p:cNvSpPr>
                <a:spLocks noChangeArrowheads="1"/>
              </p:cNvSpPr>
              <p:nvPr/>
            </p:nvSpPr>
            <p:spPr bwMode="hidden">
              <a:xfrm>
                <a:off x="2476" y="4056"/>
                <a:ext cx="227" cy="135"/>
              </a:xfrm>
              <a:prstGeom prst="ellipse">
                <a:avLst/>
              </a:prstGeom>
              <a:gradFill rotWithShape="0">
                <a:gsLst>
                  <a:gs pos="0">
                    <a:schemeClr val="accent2"/>
                  </a:gs>
                  <a:gs pos="100000">
                    <a:schemeClr val="accent2">
                      <a:gamma/>
                      <a:shade val="90980"/>
                      <a:invGamma/>
                    </a:schemeClr>
                  </a:gs>
                </a:gsLst>
                <a:lin ang="2700000" scaled="1"/>
              </a:gradFill>
              <a:ln w="9525">
                <a:noFill/>
                <a:round/>
                <a:headEnd/>
                <a:tailEnd/>
              </a:ln>
              <a:effectLst/>
            </p:spPr>
            <p:txBody>
              <a:bodyPr/>
              <a:lstStyle/>
              <a:p>
                <a:pPr>
                  <a:defRPr/>
                </a:pPr>
                <a:endParaRPr lang="en-US" sz="1800"/>
              </a:p>
            </p:txBody>
          </p:sp>
          <p:sp>
            <p:nvSpPr>
              <p:cNvPr id="25625" name="Oval 25"/>
              <p:cNvSpPr>
                <a:spLocks noChangeArrowheads="1"/>
              </p:cNvSpPr>
              <p:nvPr/>
            </p:nvSpPr>
            <p:spPr bwMode="hidden">
              <a:xfrm>
                <a:off x="2542" y="4097"/>
                <a:ext cx="90" cy="60"/>
              </a:xfrm>
              <a:prstGeom prst="ellipse">
                <a:avLst/>
              </a:prstGeom>
              <a:gradFill rotWithShape="0">
                <a:gsLst>
                  <a:gs pos="0">
                    <a:schemeClr val="accent2"/>
                  </a:gs>
                  <a:gs pos="100000">
                    <a:schemeClr val="accent2">
                      <a:gamma/>
                      <a:shade val="90980"/>
                      <a:invGamma/>
                    </a:schemeClr>
                  </a:gs>
                </a:gsLst>
                <a:lin ang="0" scaled="1"/>
              </a:gradFill>
              <a:ln w="9525">
                <a:noFill/>
                <a:round/>
                <a:headEnd/>
                <a:tailEnd/>
              </a:ln>
              <a:effectLst/>
            </p:spPr>
            <p:txBody>
              <a:bodyPr/>
              <a:lstStyle/>
              <a:p>
                <a:pPr>
                  <a:defRPr/>
                </a:pPr>
                <a:endParaRPr lang="en-US" sz="1800"/>
              </a:p>
            </p:txBody>
          </p:sp>
          <p:sp>
            <p:nvSpPr>
              <p:cNvPr id="25626" name="Freeform 26"/>
              <p:cNvSpPr>
                <a:spLocks/>
              </p:cNvSpPr>
              <p:nvPr/>
            </p:nvSpPr>
            <p:spPr bwMode="hidden">
              <a:xfrm>
                <a:off x="2585" y="3822"/>
                <a:ext cx="449" cy="186"/>
              </a:xfrm>
              <a:custGeom>
                <a:avLst/>
                <a:gdLst/>
                <a:ahLst/>
                <a:cxnLst>
                  <a:cxn ang="0">
                    <a:pos x="6" y="6"/>
                  </a:cxn>
                  <a:cxn ang="0">
                    <a:pos x="78" y="12"/>
                  </a:cxn>
                  <a:cxn ang="0">
                    <a:pos x="150" y="18"/>
                  </a:cxn>
                  <a:cxn ang="0">
                    <a:pos x="215" y="36"/>
                  </a:cxn>
                  <a:cxn ang="0">
                    <a:pos x="275" y="60"/>
                  </a:cxn>
                  <a:cxn ang="0">
                    <a:pos x="329" y="84"/>
                  </a:cxn>
                  <a:cxn ang="0">
                    <a:pos x="377" y="114"/>
                  </a:cxn>
                  <a:cxn ang="0">
                    <a:pos x="419" y="150"/>
                  </a:cxn>
                  <a:cxn ang="0">
                    <a:pos x="448" y="186"/>
                  </a:cxn>
                  <a:cxn ang="0">
                    <a:pos x="448" y="162"/>
                  </a:cxn>
                  <a:cxn ang="0">
                    <a:pos x="413" y="126"/>
                  </a:cxn>
                  <a:cxn ang="0">
                    <a:pos x="371" y="96"/>
                  </a:cxn>
                  <a:cxn ang="0">
                    <a:pos x="323" y="66"/>
                  </a:cxn>
                  <a:cxn ang="0">
                    <a:pos x="269" y="48"/>
                  </a:cxn>
                  <a:cxn ang="0">
                    <a:pos x="144" y="12"/>
                  </a:cxn>
                  <a:cxn ang="0">
                    <a:pos x="78" y="6"/>
                  </a:cxn>
                  <a:cxn ang="0">
                    <a:pos x="6" y="0"/>
                  </a:cxn>
                  <a:cxn ang="0">
                    <a:pos x="0" y="0"/>
                  </a:cxn>
                  <a:cxn ang="0">
                    <a:pos x="0" y="0"/>
                  </a:cxn>
                  <a:cxn ang="0">
                    <a:pos x="0" y="6"/>
                  </a:cxn>
                  <a:cxn ang="0">
                    <a:pos x="0" y="6"/>
                  </a:cxn>
                  <a:cxn ang="0">
                    <a:pos x="6" y="6"/>
                  </a:cxn>
                  <a:cxn ang="0">
                    <a:pos x="6" y="6"/>
                  </a:cxn>
                </a:cxnLst>
                <a:rect l="0" t="0" r="r" b="b"/>
                <a:pathLst>
                  <a:path w="448" h="186">
                    <a:moveTo>
                      <a:pt x="6" y="6"/>
                    </a:moveTo>
                    <a:lnTo>
                      <a:pt x="78" y="12"/>
                    </a:lnTo>
                    <a:lnTo>
                      <a:pt x="150" y="18"/>
                    </a:lnTo>
                    <a:lnTo>
                      <a:pt x="215" y="36"/>
                    </a:lnTo>
                    <a:lnTo>
                      <a:pt x="275" y="60"/>
                    </a:lnTo>
                    <a:lnTo>
                      <a:pt x="329" y="84"/>
                    </a:lnTo>
                    <a:lnTo>
                      <a:pt x="377" y="114"/>
                    </a:lnTo>
                    <a:lnTo>
                      <a:pt x="419" y="150"/>
                    </a:lnTo>
                    <a:lnTo>
                      <a:pt x="448" y="186"/>
                    </a:lnTo>
                    <a:lnTo>
                      <a:pt x="448" y="162"/>
                    </a:lnTo>
                    <a:lnTo>
                      <a:pt x="413" y="126"/>
                    </a:lnTo>
                    <a:lnTo>
                      <a:pt x="371" y="96"/>
                    </a:lnTo>
                    <a:lnTo>
                      <a:pt x="323" y="66"/>
                    </a:lnTo>
                    <a:lnTo>
                      <a:pt x="269" y="48"/>
                    </a:lnTo>
                    <a:lnTo>
                      <a:pt x="144" y="12"/>
                    </a:lnTo>
                    <a:lnTo>
                      <a:pt x="78" y="6"/>
                    </a:lnTo>
                    <a:lnTo>
                      <a:pt x="6" y="0"/>
                    </a:lnTo>
                    <a:lnTo>
                      <a:pt x="0" y="0"/>
                    </a:lnTo>
                    <a:lnTo>
                      <a:pt x="0" y="0"/>
                    </a:lnTo>
                    <a:lnTo>
                      <a:pt x="0" y="6"/>
                    </a:lnTo>
                    <a:lnTo>
                      <a:pt x="0" y="6"/>
                    </a:lnTo>
                    <a:lnTo>
                      <a:pt x="6" y="6"/>
                    </a:lnTo>
                    <a:lnTo>
                      <a:pt x="6" y="6"/>
                    </a:lnTo>
                    <a:close/>
                  </a:path>
                </a:pathLst>
              </a:custGeom>
              <a:gradFill rotWithShape="0">
                <a:gsLst>
                  <a:gs pos="0">
                    <a:schemeClr val="accent2">
                      <a:gamma/>
                      <a:shade val="90980"/>
                      <a:invGamma/>
                    </a:schemeClr>
                  </a:gs>
                  <a:gs pos="100000">
                    <a:schemeClr val="accent2"/>
                  </a:gs>
                </a:gsLst>
                <a:lin ang="5400000" scaled="1"/>
              </a:gradFill>
              <a:ln w="9525">
                <a:noFill/>
                <a:round/>
                <a:headEnd/>
                <a:tailEnd/>
              </a:ln>
            </p:spPr>
            <p:txBody>
              <a:bodyPr/>
              <a:lstStyle/>
              <a:p>
                <a:pPr>
                  <a:defRPr/>
                </a:pPr>
                <a:endParaRPr lang="en-US" sz="1800"/>
              </a:p>
            </p:txBody>
          </p:sp>
          <p:sp>
            <p:nvSpPr>
              <p:cNvPr id="25627" name="Freeform 27"/>
              <p:cNvSpPr>
                <a:spLocks/>
              </p:cNvSpPr>
              <p:nvPr/>
            </p:nvSpPr>
            <p:spPr bwMode="hidden">
              <a:xfrm>
                <a:off x="2142" y="3852"/>
                <a:ext cx="892" cy="462"/>
              </a:xfrm>
              <a:custGeom>
                <a:avLst/>
                <a:gdLst/>
                <a:ahLst/>
                <a:cxnLst>
                  <a:cxn ang="0">
                    <a:pos x="23" y="276"/>
                  </a:cxn>
                  <a:cxn ang="0">
                    <a:pos x="29" y="222"/>
                  </a:cxn>
                  <a:cxn ang="0">
                    <a:pos x="59" y="174"/>
                  </a:cxn>
                  <a:cxn ang="0">
                    <a:pos x="95" y="132"/>
                  </a:cxn>
                  <a:cxn ang="0">
                    <a:pos x="149" y="96"/>
                  </a:cxn>
                  <a:cxn ang="0">
                    <a:pos x="209" y="60"/>
                  </a:cxn>
                  <a:cxn ang="0">
                    <a:pos x="281" y="36"/>
                  </a:cxn>
                  <a:cxn ang="0">
                    <a:pos x="364" y="24"/>
                  </a:cxn>
                  <a:cxn ang="0">
                    <a:pos x="448" y="18"/>
                  </a:cxn>
                  <a:cxn ang="0">
                    <a:pos x="532" y="24"/>
                  </a:cxn>
                  <a:cxn ang="0">
                    <a:pos x="609" y="36"/>
                  </a:cxn>
                  <a:cxn ang="0">
                    <a:pos x="681" y="60"/>
                  </a:cxn>
                  <a:cxn ang="0">
                    <a:pos x="741" y="96"/>
                  </a:cxn>
                  <a:cxn ang="0">
                    <a:pos x="795" y="132"/>
                  </a:cxn>
                  <a:cxn ang="0">
                    <a:pos x="831" y="174"/>
                  </a:cxn>
                  <a:cxn ang="0">
                    <a:pos x="861" y="222"/>
                  </a:cxn>
                  <a:cxn ang="0">
                    <a:pos x="867" y="276"/>
                  </a:cxn>
                  <a:cxn ang="0">
                    <a:pos x="855" y="330"/>
                  </a:cxn>
                  <a:cxn ang="0">
                    <a:pos x="831" y="378"/>
                  </a:cxn>
                  <a:cxn ang="0">
                    <a:pos x="783" y="426"/>
                  </a:cxn>
                  <a:cxn ang="0">
                    <a:pos x="723" y="462"/>
                  </a:cxn>
                  <a:cxn ang="0">
                    <a:pos x="765" y="462"/>
                  </a:cxn>
                  <a:cxn ang="0">
                    <a:pos x="819" y="426"/>
                  </a:cxn>
                  <a:cxn ang="0">
                    <a:pos x="855" y="378"/>
                  </a:cxn>
                  <a:cxn ang="0">
                    <a:pos x="884" y="330"/>
                  </a:cxn>
                  <a:cxn ang="0">
                    <a:pos x="890" y="276"/>
                  </a:cxn>
                  <a:cxn ang="0">
                    <a:pos x="884" y="222"/>
                  </a:cxn>
                  <a:cxn ang="0">
                    <a:pos x="855" y="168"/>
                  </a:cxn>
                  <a:cxn ang="0">
                    <a:pos x="813" y="120"/>
                  </a:cxn>
                  <a:cxn ang="0">
                    <a:pos x="759" y="84"/>
                  </a:cxn>
                  <a:cxn ang="0">
                    <a:pos x="693" y="48"/>
                  </a:cxn>
                  <a:cxn ang="0">
                    <a:pos x="621" y="24"/>
                  </a:cxn>
                  <a:cxn ang="0">
                    <a:pos x="538" y="6"/>
                  </a:cxn>
                  <a:cxn ang="0">
                    <a:pos x="448" y="0"/>
                  </a:cxn>
                  <a:cxn ang="0">
                    <a:pos x="358" y="6"/>
                  </a:cxn>
                  <a:cxn ang="0">
                    <a:pos x="275" y="24"/>
                  </a:cxn>
                  <a:cxn ang="0">
                    <a:pos x="197" y="48"/>
                  </a:cxn>
                  <a:cxn ang="0">
                    <a:pos x="131" y="84"/>
                  </a:cxn>
                  <a:cxn ang="0">
                    <a:pos x="77" y="120"/>
                  </a:cxn>
                  <a:cxn ang="0">
                    <a:pos x="35" y="168"/>
                  </a:cxn>
                  <a:cxn ang="0">
                    <a:pos x="12" y="222"/>
                  </a:cxn>
                  <a:cxn ang="0">
                    <a:pos x="0" y="276"/>
                  </a:cxn>
                  <a:cxn ang="0">
                    <a:pos x="6" y="330"/>
                  </a:cxn>
                  <a:cxn ang="0">
                    <a:pos x="35" y="378"/>
                  </a:cxn>
                  <a:cxn ang="0">
                    <a:pos x="71" y="426"/>
                  </a:cxn>
                  <a:cxn ang="0">
                    <a:pos x="125" y="462"/>
                  </a:cxn>
                  <a:cxn ang="0">
                    <a:pos x="167" y="462"/>
                  </a:cxn>
                  <a:cxn ang="0">
                    <a:pos x="107" y="426"/>
                  </a:cxn>
                  <a:cxn ang="0">
                    <a:pos x="59" y="378"/>
                  </a:cxn>
                  <a:cxn ang="0">
                    <a:pos x="35" y="330"/>
                  </a:cxn>
                  <a:cxn ang="0">
                    <a:pos x="23" y="276"/>
                  </a:cxn>
                  <a:cxn ang="0">
                    <a:pos x="23" y="276"/>
                  </a:cxn>
                </a:cxnLst>
                <a:rect l="0" t="0" r="r" b="b"/>
                <a:pathLst>
                  <a:path w="890" h="462">
                    <a:moveTo>
                      <a:pt x="23" y="276"/>
                    </a:moveTo>
                    <a:lnTo>
                      <a:pt x="29" y="222"/>
                    </a:lnTo>
                    <a:lnTo>
                      <a:pt x="59" y="174"/>
                    </a:lnTo>
                    <a:lnTo>
                      <a:pt x="95" y="132"/>
                    </a:lnTo>
                    <a:lnTo>
                      <a:pt x="149" y="96"/>
                    </a:lnTo>
                    <a:lnTo>
                      <a:pt x="209" y="60"/>
                    </a:lnTo>
                    <a:lnTo>
                      <a:pt x="281" y="36"/>
                    </a:lnTo>
                    <a:lnTo>
                      <a:pt x="364" y="24"/>
                    </a:lnTo>
                    <a:lnTo>
                      <a:pt x="448" y="18"/>
                    </a:lnTo>
                    <a:lnTo>
                      <a:pt x="532" y="24"/>
                    </a:lnTo>
                    <a:lnTo>
                      <a:pt x="609" y="36"/>
                    </a:lnTo>
                    <a:lnTo>
                      <a:pt x="681" y="60"/>
                    </a:lnTo>
                    <a:lnTo>
                      <a:pt x="741" y="96"/>
                    </a:lnTo>
                    <a:lnTo>
                      <a:pt x="795" y="132"/>
                    </a:lnTo>
                    <a:lnTo>
                      <a:pt x="831" y="174"/>
                    </a:lnTo>
                    <a:lnTo>
                      <a:pt x="861" y="222"/>
                    </a:lnTo>
                    <a:lnTo>
                      <a:pt x="867" y="276"/>
                    </a:lnTo>
                    <a:lnTo>
                      <a:pt x="855" y="330"/>
                    </a:lnTo>
                    <a:lnTo>
                      <a:pt x="831" y="378"/>
                    </a:lnTo>
                    <a:lnTo>
                      <a:pt x="783" y="426"/>
                    </a:lnTo>
                    <a:lnTo>
                      <a:pt x="723" y="462"/>
                    </a:lnTo>
                    <a:lnTo>
                      <a:pt x="765" y="462"/>
                    </a:lnTo>
                    <a:lnTo>
                      <a:pt x="819" y="426"/>
                    </a:lnTo>
                    <a:lnTo>
                      <a:pt x="855" y="378"/>
                    </a:lnTo>
                    <a:lnTo>
                      <a:pt x="884" y="330"/>
                    </a:lnTo>
                    <a:lnTo>
                      <a:pt x="890" y="276"/>
                    </a:lnTo>
                    <a:lnTo>
                      <a:pt x="884" y="222"/>
                    </a:lnTo>
                    <a:lnTo>
                      <a:pt x="855" y="168"/>
                    </a:lnTo>
                    <a:lnTo>
                      <a:pt x="813" y="120"/>
                    </a:lnTo>
                    <a:lnTo>
                      <a:pt x="759" y="84"/>
                    </a:lnTo>
                    <a:lnTo>
                      <a:pt x="693" y="48"/>
                    </a:lnTo>
                    <a:lnTo>
                      <a:pt x="621" y="24"/>
                    </a:lnTo>
                    <a:lnTo>
                      <a:pt x="538" y="6"/>
                    </a:lnTo>
                    <a:lnTo>
                      <a:pt x="448" y="0"/>
                    </a:lnTo>
                    <a:lnTo>
                      <a:pt x="358" y="6"/>
                    </a:lnTo>
                    <a:lnTo>
                      <a:pt x="275" y="24"/>
                    </a:lnTo>
                    <a:lnTo>
                      <a:pt x="197" y="48"/>
                    </a:lnTo>
                    <a:lnTo>
                      <a:pt x="131" y="84"/>
                    </a:lnTo>
                    <a:lnTo>
                      <a:pt x="77" y="120"/>
                    </a:lnTo>
                    <a:lnTo>
                      <a:pt x="35" y="168"/>
                    </a:lnTo>
                    <a:lnTo>
                      <a:pt x="12" y="222"/>
                    </a:lnTo>
                    <a:lnTo>
                      <a:pt x="0" y="276"/>
                    </a:lnTo>
                    <a:lnTo>
                      <a:pt x="6" y="330"/>
                    </a:lnTo>
                    <a:lnTo>
                      <a:pt x="35" y="378"/>
                    </a:lnTo>
                    <a:lnTo>
                      <a:pt x="71" y="426"/>
                    </a:lnTo>
                    <a:lnTo>
                      <a:pt x="125" y="462"/>
                    </a:lnTo>
                    <a:lnTo>
                      <a:pt x="167" y="462"/>
                    </a:lnTo>
                    <a:lnTo>
                      <a:pt x="107" y="426"/>
                    </a:lnTo>
                    <a:lnTo>
                      <a:pt x="59" y="378"/>
                    </a:lnTo>
                    <a:lnTo>
                      <a:pt x="35" y="330"/>
                    </a:lnTo>
                    <a:lnTo>
                      <a:pt x="23" y="276"/>
                    </a:lnTo>
                    <a:lnTo>
                      <a:pt x="23" y="276"/>
                    </a:lnTo>
                    <a:close/>
                  </a:path>
                </a:pathLst>
              </a:custGeom>
              <a:gradFill rotWithShape="0">
                <a:gsLst>
                  <a:gs pos="0">
                    <a:schemeClr val="accent2"/>
                  </a:gs>
                  <a:gs pos="100000">
                    <a:schemeClr val="accent2">
                      <a:gamma/>
                      <a:shade val="84706"/>
                      <a:invGamma/>
                    </a:schemeClr>
                  </a:gs>
                </a:gsLst>
                <a:lin ang="2700000" scaled="1"/>
              </a:gradFill>
              <a:ln w="9525">
                <a:noFill/>
                <a:round/>
                <a:headEnd/>
                <a:tailEnd/>
              </a:ln>
            </p:spPr>
            <p:txBody>
              <a:bodyPr/>
              <a:lstStyle/>
              <a:p>
                <a:pPr>
                  <a:defRPr/>
                </a:pPr>
                <a:endParaRPr lang="en-US" sz="1800"/>
              </a:p>
            </p:txBody>
          </p:sp>
          <p:sp>
            <p:nvSpPr>
              <p:cNvPr id="25628" name="Freeform 28"/>
              <p:cNvSpPr>
                <a:spLocks/>
              </p:cNvSpPr>
              <p:nvPr/>
            </p:nvSpPr>
            <p:spPr bwMode="hidden">
              <a:xfrm>
                <a:off x="2082" y="3828"/>
                <a:ext cx="407" cy="486"/>
              </a:xfrm>
              <a:custGeom>
                <a:avLst/>
                <a:gdLst/>
                <a:ahLst/>
                <a:cxnLst>
                  <a:cxn ang="0">
                    <a:pos x="18" y="300"/>
                  </a:cxn>
                  <a:cxn ang="0">
                    <a:pos x="24" y="246"/>
                  </a:cxn>
                  <a:cxn ang="0">
                    <a:pos x="48" y="198"/>
                  </a:cxn>
                  <a:cxn ang="0">
                    <a:pos x="83" y="150"/>
                  </a:cxn>
                  <a:cxn ang="0">
                    <a:pos x="131" y="108"/>
                  </a:cxn>
                  <a:cxn ang="0">
                    <a:pos x="185" y="72"/>
                  </a:cxn>
                  <a:cxn ang="0">
                    <a:pos x="251" y="42"/>
                  </a:cxn>
                  <a:cxn ang="0">
                    <a:pos x="329" y="24"/>
                  </a:cxn>
                  <a:cxn ang="0">
                    <a:pos x="406" y="6"/>
                  </a:cxn>
                  <a:cxn ang="0">
                    <a:pos x="406" y="0"/>
                  </a:cxn>
                  <a:cxn ang="0">
                    <a:pos x="323" y="12"/>
                  </a:cxn>
                  <a:cxn ang="0">
                    <a:pos x="245" y="36"/>
                  </a:cxn>
                  <a:cxn ang="0">
                    <a:pos x="179" y="66"/>
                  </a:cxn>
                  <a:cxn ang="0">
                    <a:pos x="119" y="102"/>
                  </a:cxn>
                  <a:cxn ang="0">
                    <a:pos x="72" y="144"/>
                  </a:cxn>
                  <a:cxn ang="0">
                    <a:pos x="30" y="192"/>
                  </a:cxn>
                  <a:cxn ang="0">
                    <a:pos x="6" y="246"/>
                  </a:cxn>
                  <a:cxn ang="0">
                    <a:pos x="0" y="300"/>
                  </a:cxn>
                  <a:cxn ang="0">
                    <a:pos x="6" y="348"/>
                  </a:cxn>
                  <a:cxn ang="0">
                    <a:pos x="30" y="396"/>
                  </a:cxn>
                  <a:cxn ang="0">
                    <a:pos x="66" y="444"/>
                  </a:cxn>
                  <a:cxn ang="0">
                    <a:pos x="107" y="486"/>
                  </a:cxn>
                  <a:cxn ang="0">
                    <a:pos x="131" y="486"/>
                  </a:cxn>
                  <a:cxn ang="0">
                    <a:pos x="83" y="450"/>
                  </a:cxn>
                  <a:cxn ang="0">
                    <a:pos x="48" y="402"/>
                  </a:cxn>
                  <a:cxn ang="0">
                    <a:pos x="24" y="354"/>
                  </a:cxn>
                  <a:cxn ang="0">
                    <a:pos x="18" y="300"/>
                  </a:cxn>
                  <a:cxn ang="0">
                    <a:pos x="18" y="300"/>
                  </a:cxn>
                </a:cxnLst>
                <a:rect l="0" t="0" r="r" b="b"/>
                <a:pathLst>
                  <a:path w="406" h="486">
                    <a:moveTo>
                      <a:pt x="18" y="300"/>
                    </a:moveTo>
                    <a:lnTo>
                      <a:pt x="24" y="246"/>
                    </a:lnTo>
                    <a:lnTo>
                      <a:pt x="48" y="198"/>
                    </a:lnTo>
                    <a:lnTo>
                      <a:pt x="83" y="150"/>
                    </a:lnTo>
                    <a:lnTo>
                      <a:pt x="131" y="108"/>
                    </a:lnTo>
                    <a:lnTo>
                      <a:pt x="185" y="72"/>
                    </a:lnTo>
                    <a:lnTo>
                      <a:pt x="251" y="42"/>
                    </a:lnTo>
                    <a:lnTo>
                      <a:pt x="329" y="24"/>
                    </a:lnTo>
                    <a:lnTo>
                      <a:pt x="406" y="6"/>
                    </a:lnTo>
                    <a:lnTo>
                      <a:pt x="406" y="0"/>
                    </a:lnTo>
                    <a:lnTo>
                      <a:pt x="323" y="12"/>
                    </a:lnTo>
                    <a:lnTo>
                      <a:pt x="245" y="36"/>
                    </a:lnTo>
                    <a:lnTo>
                      <a:pt x="179" y="66"/>
                    </a:lnTo>
                    <a:lnTo>
                      <a:pt x="119" y="102"/>
                    </a:lnTo>
                    <a:lnTo>
                      <a:pt x="72" y="144"/>
                    </a:lnTo>
                    <a:lnTo>
                      <a:pt x="30" y="192"/>
                    </a:lnTo>
                    <a:lnTo>
                      <a:pt x="6" y="246"/>
                    </a:lnTo>
                    <a:lnTo>
                      <a:pt x="0" y="300"/>
                    </a:lnTo>
                    <a:lnTo>
                      <a:pt x="6" y="348"/>
                    </a:lnTo>
                    <a:lnTo>
                      <a:pt x="30" y="396"/>
                    </a:lnTo>
                    <a:lnTo>
                      <a:pt x="66" y="444"/>
                    </a:lnTo>
                    <a:lnTo>
                      <a:pt x="107" y="486"/>
                    </a:lnTo>
                    <a:lnTo>
                      <a:pt x="131" y="486"/>
                    </a:lnTo>
                    <a:lnTo>
                      <a:pt x="83" y="450"/>
                    </a:lnTo>
                    <a:lnTo>
                      <a:pt x="48" y="402"/>
                    </a:lnTo>
                    <a:lnTo>
                      <a:pt x="24" y="354"/>
                    </a:lnTo>
                    <a:lnTo>
                      <a:pt x="18" y="300"/>
                    </a:lnTo>
                    <a:lnTo>
                      <a:pt x="18" y="300"/>
                    </a:lnTo>
                    <a:close/>
                  </a:path>
                </a:pathLst>
              </a:custGeom>
              <a:gradFill rotWithShape="0">
                <a:gsLst>
                  <a:gs pos="0">
                    <a:schemeClr val="accent2"/>
                  </a:gs>
                  <a:gs pos="100000">
                    <a:schemeClr val="accent2">
                      <a:gamma/>
                      <a:shade val="90980"/>
                      <a:invGamma/>
                    </a:schemeClr>
                  </a:gs>
                </a:gsLst>
                <a:lin ang="0" scaled="1"/>
              </a:gradFill>
              <a:ln w="9525">
                <a:noFill/>
                <a:round/>
                <a:headEnd/>
                <a:tailEnd/>
              </a:ln>
            </p:spPr>
            <p:txBody>
              <a:bodyPr/>
              <a:lstStyle/>
              <a:p>
                <a:pPr>
                  <a:defRPr/>
                </a:pPr>
                <a:endParaRPr lang="en-US" sz="1800"/>
              </a:p>
            </p:txBody>
          </p:sp>
          <p:sp>
            <p:nvSpPr>
              <p:cNvPr id="25629" name="Freeform 29"/>
              <p:cNvSpPr>
                <a:spLocks/>
              </p:cNvSpPr>
              <p:nvPr/>
            </p:nvSpPr>
            <p:spPr bwMode="hidden">
              <a:xfrm>
                <a:off x="2987" y="4044"/>
                <a:ext cx="108" cy="252"/>
              </a:xfrm>
              <a:custGeom>
                <a:avLst/>
                <a:gdLst/>
                <a:ahLst/>
                <a:cxnLst>
                  <a:cxn ang="0">
                    <a:pos x="89" y="84"/>
                  </a:cxn>
                  <a:cxn ang="0">
                    <a:pos x="83" y="132"/>
                  </a:cxn>
                  <a:cxn ang="0">
                    <a:pos x="65" y="174"/>
                  </a:cxn>
                  <a:cxn ang="0">
                    <a:pos x="36" y="216"/>
                  </a:cxn>
                  <a:cxn ang="0">
                    <a:pos x="0" y="252"/>
                  </a:cxn>
                  <a:cxn ang="0">
                    <a:pos x="18" y="252"/>
                  </a:cxn>
                  <a:cxn ang="0">
                    <a:pos x="53" y="216"/>
                  </a:cxn>
                  <a:cxn ang="0">
                    <a:pos x="83" y="174"/>
                  </a:cxn>
                  <a:cxn ang="0">
                    <a:pos x="101" y="132"/>
                  </a:cxn>
                  <a:cxn ang="0">
                    <a:pos x="107" y="84"/>
                  </a:cxn>
                  <a:cxn ang="0">
                    <a:pos x="101" y="42"/>
                  </a:cxn>
                  <a:cxn ang="0">
                    <a:pos x="89" y="0"/>
                  </a:cxn>
                  <a:cxn ang="0">
                    <a:pos x="65" y="0"/>
                  </a:cxn>
                  <a:cxn ang="0">
                    <a:pos x="83" y="42"/>
                  </a:cxn>
                  <a:cxn ang="0">
                    <a:pos x="89" y="84"/>
                  </a:cxn>
                  <a:cxn ang="0">
                    <a:pos x="89" y="84"/>
                  </a:cxn>
                </a:cxnLst>
                <a:rect l="0" t="0" r="r" b="b"/>
                <a:pathLst>
                  <a:path w="107" h="252">
                    <a:moveTo>
                      <a:pt x="89" y="84"/>
                    </a:moveTo>
                    <a:lnTo>
                      <a:pt x="83" y="132"/>
                    </a:lnTo>
                    <a:lnTo>
                      <a:pt x="65" y="174"/>
                    </a:lnTo>
                    <a:lnTo>
                      <a:pt x="36" y="216"/>
                    </a:lnTo>
                    <a:lnTo>
                      <a:pt x="0" y="252"/>
                    </a:lnTo>
                    <a:lnTo>
                      <a:pt x="18" y="252"/>
                    </a:lnTo>
                    <a:lnTo>
                      <a:pt x="53" y="216"/>
                    </a:lnTo>
                    <a:lnTo>
                      <a:pt x="83" y="174"/>
                    </a:lnTo>
                    <a:lnTo>
                      <a:pt x="101" y="132"/>
                    </a:lnTo>
                    <a:lnTo>
                      <a:pt x="107" y="84"/>
                    </a:lnTo>
                    <a:lnTo>
                      <a:pt x="101" y="42"/>
                    </a:lnTo>
                    <a:lnTo>
                      <a:pt x="89" y="0"/>
                    </a:lnTo>
                    <a:lnTo>
                      <a:pt x="65" y="0"/>
                    </a:lnTo>
                    <a:lnTo>
                      <a:pt x="83" y="42"/>
                    </a:lnTo>
                    <a:lnTo>
                      <a:pt x="89" y="84"/>
                    </a:lnTo>
                    <a:lnTo>
                      <a:pt x="89" y="84"/>
                    </a:lnTo>
                    <a:close/>
                  </a:path>
                </a:pathLst>
              </a:custGeom>
              <a:gradFill rotWithShape="0">
                <a:gsLst>
                  <a:gs pos="0">
                    <a:schemeClr val="accent2"/>
                  </a:gs>
                  <a:gs pos="100000">
                    <a:schemeClr val="accent2">
                      <a:gamma/>
                      <a:shade val="81961"/>
                      <a:invGamma/>
                    </a:schemeClr>
                  </a:gs>
                </a:gsLst>
                <a:lin ang="5400000" scaled="1"/>
              </a:gradFill>
              <a:ln w="9525">
                <a:noFill/>
                <a:round/>
                <a:headEnd/>
                <a:tailEnd/>
              </a:ln>
            </p:spPr>
            <p:txBody>
              <a:bodyPr/>
              <a:lstStyle/>
              <a:p>
                <a:pPr>
                  <a:defRPr/>
                </a:pPr>
                <a:endParaRPr lang="en-US" sz="1800"/>
              </a:p>
            </p:txBody>
          </p:sp>
          <p:sp>
            <p:nvSpPr>
              <p:cNvPr id="25630" name="Freeform 30"/>
              <p:cNvSpPr>
                <a:spLocks/>
              </p:cNvSpPr>
              <p:nvPr/>
            </p:nvSpPr>
            <p:spPr bwMode="hidden">
              <a:xfrm>
                <a:off x="2068" y="3685"/>
                <a:ext cx="835" cy="150"/>
              </a:xfrm>
              <a:custGeom>
                <a:avLst/>
                <a:gdLst/>
                <a:ahLst/>
                <a:cxnLst>
                  <a:cxn ang="0">
                    <a:pos x="518" y="18"/>
                  </a:cxn>
                  <a:cxn ang="0">
                    <a:pos x="597" y="24"/>
                  </a:cxn>
                  <a:cxn ang="0">
                    <a:pos x="682" y="30"/>
                  </a:cxn>
                  <a:cxn ang="0">
                    <a:pos x="755" y="42"/>
                  </a:cxn>
                  <a:cxn ang="0">
                    <a:pos x="828" y="60"/>
                  </a:cxn>
                  <a:cxn ang="0">
                    <a:pos x="835" y="42"/>
                  </a:cxn>
                  <a:cxn ang="0">
                    <a:pos x="761" y="24"/>
                  </a:cxn>
                  <a:cxn ang="0">
                    <a:pos x="688" y="12"/>
                  </a:cxn>
                  <a:cxn ang="0">
                    <a:pos x="603" y="6"/>
                  </a:cxn>
                  <a:cxn ang="0">
                    <a:pos x="518" y="0"/>
                  </a:cxn>
                  <a:cxn ang="0">
                    <a:pos x="372" y="12"/>
                  </a:cxn>
                  <a:cxn ang="0">
                    <a:pos x="232" y="36"/>
                  </a:cxn>
                  <a:cxn ang="0">
                    <a:pos x="110" y="78"/>
                  </a:cxn>
                  <a:cxn ang="0">
                    <a:pos x="0" y="132"/>
                  </a:cxn>
                  <a:cxn ang="0">
                    <a:pos x="19" y="150"/>
                  </a:cxn>
                  <a:cxn ang="0">
                    <a:pos x="122" y="96"/>
                  </a:cxn>
                  <a:cxn ang="0">
                    <a:pos x="244" y="54"/>
                  </a:cxn>
                  <a:cxn ang="0">
                    <a:pos x="378" y="30"/>
                  </a:cxn>
                  <a:cxn ang="0">
                    <a:pos x="518" y="18"/>
                  </a:cxn>
                  <a:cxn ang="0">
                    <a:pos x="518" y="18"/>
                  </a:cxn>
                </a:cxnLst>
                <a:rect l="0" t="0" r="r" b="b"/>
                <a:pathLst>
                  <a:path w="835" h="150">
                    <a:moveTo>
                      <a:pt x="518" y="18"/>
                    </a:moveTo>
                    <a:lnTo>
                      <a:pt x="597" y="24"/>
                    </a:lnTo>
                    <a:lnTo>
                      <a:pt x="682" y="30"/>
                    </a:lnTo>
                    <a:lnTo>
                      <a:pt x="755" y="42"/>
                    </a:lnTo>
                    <a:lnTo>
                      <a:pt x="828" y="60"/>
                    </a:lnTo>
                    <a:lnTo>
                      <a:pt x="835" y="42"/>
                    </a:lnTo>
                    <a:lnTo>
                      <a:pt x="761" y="24"/>
                    </a:lnTo>
                    <a:lnTo>
                      <a:pt x="688" y="12"/>
                    </a:lnTo>
                    <a:lnTo>
                      <a:pt x="603" y="6"/>
                    </a:lnTo>
                    <a:lnTo>
                      <a:pt x="518" y="0"/>
                    </a:lnTo>
                    <a:lnTo>
                      <a:pt x="372" y="12"/>
                    </a:lnTo>
                    <a:lnTo>
                      <a:pt x="232" y="36"/>
                    </a:lnTo>
                    <a:lnTo>
                      <a:pt x="110" y="78"/>
                    </a:lnTo>
                    <a:lnTo>
                      <a:pt x="0" y="132"/>
                    </a:lnTo>
                    <a:lnTo>
                      <a:pt x="19" y="150"/>
                    </a:lnTo>
                    <a:lnTo>
                      <a:pt x="122" y="96"/>
                    </a:lnTo>
                    <a:lnTo>
                      <a:pt x="244" y="54"/>
                    </a:lnTo>
                    <a:lnTo>
                      <a:pt x="378" y="30"/>
                    </a:lnTo>
                    <a:lnTo>
                      <a:pt x="518" y="18"/>
                    </a:lnTo>
                    <a:lnTo>
                      <a:pt x="518" y="18"/>
                    </a:lnTo>
                    <a:close/>
                  </a:path>
                </a:pathLst>
              </a:custGeom>
              <a:solidFill>
                <a:schemeClr val="accent2"/>
              </a:solidFill>
              <a:ln w="9525">
                <a:noFill/>
                <a:round/>
                <a:headEnd/>
                <a:tailEnd/>
              </a:ln>
            </p:spPr>
            <p:txBody>
              <a:bodyPr/>
              <a:lstStyle/>
              <a:p>
                <a:pPr>
                  <a:defRPr/>
                </a:pPr>
                <a:endParaRPr lang="en-US" sz="1800"/>
              </a:p>
            </p:txBody>
          </p:sp>
          <p:sp>
            <p:nvSpPr>
              <p:cNvPr id="25631" name="Freeform 31"/>
              <p:cNvSpPr>
                <a:spLocks/>
              </p:cNvSpPr>
              <p:nvPr/>
            </p:nvSpPr>
            <p:spPr bwMode="hidden">
              <a:xfrm>
                <a:off x="1867" y="3853"/>
                <a:ext cx="171" cy="461"/>
              </a:xfrm>
              <a:custGeom>
                <a:avLst/>
                <a:gdLst/>
                <a:ahLst/>
                <a:cxnLst>
                  <a:cxn ang="0">
                    <a:pos x="31" y="263"/>
                  </a:cxn>
                  <a:cxn ang="0">
                    <a:pos x="43" y="191"/>
                  </a:cxn>
                  <a:cxn ang="0">
                    <a:pos x="67" y="131"/>
                  </a:cxn>
                  <a:cxn ang="0">
                    <a:pos x="116" y="72"/>
                  </a:cxn>
                  <a:cxn ang="0">
                    <a:pos x="171" y="18"/>
                  </a:cxn>
                  <a:cxn ang="0">
                    <a:pos x="153" y="0"/>
                  </a:cxn>
                  <a:cxn ang="0">
                    <a:pos x="86" y="60"/>
                  </a:cxn>
                  <a:cxn ang="0">
                    <a:pos x="43" y="120"/>
                  </a:cxn>
                  <a:cxn ang="0">
                    <a:pos x="13" y="191"/>
                  </a:cxn>
                  <a:cxn ang="0">
                    <a:pos x="0" y="263"/>
                  </a:cxn>
                  <a:cxn ang="0">
                    <a:pos x="6" y="317"/>
                  </a:cxn>
                  <a:cxn ang="0">
                    <a:pos x="25" y="365"/>
                  </a:cxn>
                  <a:cxn ang="0">
                    <a:pos x="49" y="413"/>
                  </a:cxn>
                  <a:cxn ang="0">
                    <a:pos x="86" y="461"/>
                  </a:cxn>
                  <a:cxn ang="0">
                    <a:pos x="122" y="461"/>
                  </a:cxn>
                  <a:cxn ang="0">
                    <a:pos x="86" y="413"/>
                  </a:cxn>
                  <a:cxn ang="0">
                    <a:pos x="55" y="365"/>
                  </a:cxn>
                  <a:cxn ang="0">
                    <a:pos x="37" y="317"/>
                  </a:cxn>
                  <a:cxn ang="0">
                    <a:pos x="31" y="263"/>
                  </a:cxn>
                  <a:cxn ang="0">
                    <a:pos x="31" y="263"/>
                  </a:cxn>
                </a:cxnLst>
                <a:rect l="0" t="0" r="r" b="b"/>
                <a:pathLst>
                  <a:path w="171" h="461">
                    <a:moveTo>
                      <a:pt x="31" y="263"/>
                    </a:moveTo>
                    <a:lnTo>
                      <a:pt x="43" y="191"/>
                    </a:lnTo>
                    <a:lnTo>
                      <a:pt x="67" y="131"/>
                    </a:lnTo>
                    <a:lnTo>
                      <a:pt x="116" y="72"/>
                    </a:lnTo>
                    <a:lnTo>
                      <a:pt x="171" y="18"/>
                    </a:lnTo>
                    <a:lnTo>
                      <a:pt x="153" y="0"/>
                    </a:lnTo>
                    <a:lnTo>
                      <a:pt x="86" y="60"/>
                    </a:lnTo>
                    <a:lnTo>
                      <a:pt x="43" y="120"/>
                    </a:lnTo>
                    <a:lnTo>
                      <a:pt x="13" y="191"/>
                    </a:lnTo>
                    <a:lnTo>
                      <a:pt x="0" y="263"/>
                    </a:lnTo>
                    <a:lnTo>
                      <a:pt x="6" y="317"/>
                    </a:lnTo>
                    <a:lnTo>
                      <a:pt x="25" y="365"/>
                    </a:lnTo>
                    <a:lnTo>
                      <a:pt x="49" y="413"/>
                    </a:lnTo>
                    <a:lnTo>
                      <a:pt x="86" y="461"/>
                    </a:lnTo>
                    <a:lnTo>
                      <a:pt x="122" y="461"/>
                    </a:lnTo>
                    <a:lnTo>
                      <a:pt x="86" y="413"/>
                    </a:lnTo>
                    <a:lnTo>
                      <a:pt x="55" y="365"/>
                    </a:lnTo>
                    <a:lnTo>
                      <a:pt x="37" y="317"/>
                    </a:lnTo>
                    <a:lnTo>
                      <a:pt x="31" y="263"/>
                    </a:lnTo>
                    <a:lnTo>
                      <a:pt x="31" y="263"/>
                    </a:lnTo>
                    <a:close/>
                  </a:path>
                </a:pathLst>
              </a:custGeom>
              <a:solidFill>
                <a:schemeClr val="accent2"/>
              </a:solidFill>
              <a:ln w="9525">
                <a:noFill/>
                <a:round/>
                <a:headEnd/>
                <a:tailEnd/>
              </a:ln>
            </p:spPr>
            <p:txBody>
              <a:bodyPr/>
              <a:lstStyle/>
              <a:p>
                <a:pPr>
                  <a:defRPr/>
                </a:pPr>
                <a:endParaRPr lang="en-US" sz="1800"/>
              </a:p>
            </p:txBody>
          </p:sp>
          <p:sp>
            <p:nvSpPr>
              <p:cNvPr id="25632" name="Freeform 32"/>
              <p:cNvSpPr>
                <a:spLocks/>
              </p:cNvSpPr>
              <p:nvPr/>
            </p:nvSpPr>
            <p:spPr bwMode="hidden">
              <a:xfrm>
                <a:off x="2951" y="3751"/>
                <a:ext cx="360" cy="563"/>
              </a:xfrm>
              <a:custGeom>
                <a:avLst/>
                <a:gdLst/>
                <a:ahLst/>
                <a:cxnLst>
                  <a:cxn ang="0">
                    <a:pos x="360" y="365"/>
                  </a:cxn>
                  <a:cxn ang="0">
                    <a:pos x="353" y="305"/>
                  </a:cxn>
                  <a:cxn ang="0">
                    <a:pos x="335" y="251"/>
                  </a:cxn>
                  <a:cxn ang="0">
                    <a:pos x="305" y="204"/>
                  </a:cxn>
                  <a:cxn ang="0">
                    <a:pos x="262" y="156"/>
                  </a:cxn>
                  <a:cxn ang="0">
                    <a:pos x="213" y="108"/>
                  </a:cxn>
                  <a:cxn ang="0">
                    <a:pos x="159" y="66"/>
                  </a:cxn>
                  <a:cxn ang="0">
                    <a:pos x="92" y="30"/>
                  </a:cxn>
                  <a:cxn ang="0">
                    <a:pos x="19" y="0"/>
                  </a:cxn>
                  <a:cxn ang="0">
                    <a:pos x="0" y="12"/>
                  </a:cxn>
                  <a:cxn ang="0">
                    <a:pos x="67" y="42"/>
                  </a:cxn>
                  <a:cxn ang="0">
                    <a:pos x="134" y="78"/>
                  </a:cxn>
                  <a:cxn ang="0">
                    <a:pos x="189" y="114"/>
                  </a:cxn>
                  <a:cxn ang="0">
                    <a:pos x="238" y="162"/>
                  </a:cxn>
                  <a:cxn ang="0">
                    <a:pos x="274" y="210"/>
                  </a:cxn>
                  <a:cxn ang="0">
                    <a:pos x="299" y="257"/>
                  </a:cxn>
                  <a:cxn ang="0">
                    <a:pos x="317" y="311"/>
                  </a:cxn>
                  <a:cxn ang="0">
                    <a:pos x="323" y="365"/>
                  </a:cxn>
                  <a:cxn ang="0">
                    <a:pos x="317" y="419"/>
                  </a:cxn>
                  <a:cxn ang="0">
                    <a:pos x="299" y="467"/>
                  </a:cxn>
                  <a:cxn ang="0">
                    <a:pos x="274" y="515"/>
                  </a:cxn>
                  <a:cxn ang="0">
                    <a:pos x="238" y="563"/>
                  </a:cxn>
                  <a:cxn ang="0">
                    <a:pos x="268" y="563"/>
                  </a:cxn>
                  <a:cxn ang="0">
                    <a:pos x="311" y="515"/>
                  </a:cxn>
                  <a:cxn ang="0">
                    <a:pos x="335" y="467"/>
                  </a:cxn>
                  <a:cxn ang="0">
                    <a:pos x="353" y="419"/>
                  </a:cxn>
                  <a:cxn ang="0">
                    <a:pos x="360" y="365"/>
                  </a:cxn>
                  <a:cxn ang="0">
                    <a:pos x="360" y="365"/>
                  </a:cxn>
                </a:cxnLst>
                <a:rect l="0" t="0" r="r" b="b"/>
                <a:pathLst>
                  <a:path w="360" h="563">
                    <a:moveTo>
                      <a:pt x="360" y="365"/>
                    </a:moveTo>
                    <a:lnTo>
                      <a:pt x="353" y="305"/>
                    </a:lnTo>
                    <a:lnTo>
                      <a:pt x="335" y="251"/>
                    </a:lnTo>
                    <a:lnTo>
                      <a:pt x="305" y="204"/>
                    </a:lnTo>
                    <a:lnTo>
                      <a:pt x="262" y="156"/>
                    </a:lnTo>
                    <a:lnTo>
                      <a:pt x="213" y="108"/>
                    </a:lnTo>
                    <a:lnTo>
                      <a:pt x="159" y="66"/>
                    </a:lnTo>
                    <a:lnTo>
                      <a:pt x="92" y="30"/>
                    </a:lnTo>
                    <a:lnTo>
                      <a:pt x="19" y="0"/>
                    </a:lnTo>
                    <a:lnTo>
                      <a:pt x="0" y="12"/>
                    </a:lnTo>
                    <a:lnTo>
                      <a:pt x="67" y="42"/>
                    </a:lnTo>
                    <a:lnTo>
                      <a:pt x="134" y="78"/>
                    </a:lnTo>
                    <a:lnTo>
                      <a:pt x="189" y="114"/>
                    </a:lnTo>
                    <a:lnTo>
                      <a:pt x="238" y="162"/>
                    </a:lnTo>
                    <a:lnTo>
                      <a:pt x="274" y="210"/>
                    </a:lnTo>
                    <a:lnTo>
                      <a:pt x="299" y="257"/>
                    </a:lnTo>
                    <a:lnTo>
                      <a:pt x="317" y="311"/>
                    </a:lnTo>
                    <a:lnTo>
                      <a:pt x="323" y="365"/>
                    </a:lnTo>
                    <a:lnTo>
                      <a:pt x="317" y="419"/>
                    </a:lnTo>
                    <a:lnTo>
                      <a:pt x="299" y="467"/>
                    </a:lnTo>
                    <a:lnTo>
                      <a:pt x="274" y="515"/>
                    </a:lnTo>
                    <a:lnTo>
                      <a:pt x="238" y="563"/>
                    </a:lnTo>
                    <a:lnTo>
                      <a:pt x="268" y="563"/>
                    </a:lnTo>
                    <a:lnTo>
                      <a:pt x="311" y="515"/>
                    </a:lnTo>
                    <a:lnTo>
                      <a:pt x="335" y="467"/>
                    </a:lnTo>
                    <a:lnTo>
                      <a:pt x="353" y="419"/>
                    </a:lnTo>
                    <a:lnTo>
                      <a:pt x="360" y="365"/>
                    </a:lnTo>
                    <a:lnTo>
                      <a:pt x="360" y="365"/>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25633" name="Freeform 33"/>
              <p:cNvSpPr>
                <a:spLocks/>
              </p:cNvSpPr>
              <p:nvPr/>
            </p:nvSpPr>
            <p:spPr bwMode="hidden">
              <a:xfrm>
                <a:off x="2318" y="3631"/>
                <a:ext cx="1078" cy="425"/>
              </a:xfrm>
              <a:custGeom>
                <a:avLst/>
                <a:gdLst/>
                <a:ahLst/>
                <a:cxnLst>
                  <a:cxn ang="0">
                    <a:pos x="1053" y="425"/>
                  </a:cxn>
                  <a:cxn ang="0">
                    <a:pos x="1078" y="419"/>
                  </a:cxn>
                  <a:cxn ang="0">
                    <a:pos x="1066" y="377"/>
                  </a:cxn>
                  <a:cxn ang="0">
                    <a:pos x="1047" y="336"/>
                  </a:cxn>
                  <a:cxn ang="0">
                    <a:pos x="986" y="252"/>
                  </a:cxn>
                  <a:cxn ang="0">
                    <a:pos x="907" y="180"/>
                  </a:cxn>
                  <a:cxn ang="0">
                    <a:pos x="810" y="120"/>
                  </a:cxn>
                  <a:cxn ang="0">
                    <a:pos x="694" y="72"/>
                  </a:cxn>
                  <a:cxn ang="0">
                    <a:pos x="560" y="30"/>
                  </a:cxn>
                  <a:cxn ang="0">
                    <a:pos x="420" y="6"/>
                  </a:cxn>
                  <a:cxn ang="0">
                    <a:pos x="268" y="0"/>
                  </a:cxn>
                  <a:cxn ang="0">
                    <a:pos x="134" y="6"/>
                  </a:cxn>
                  <a:cxn ang="0">
                    <a:pos x="0" y="24"/>
                  </a:cxn>
                  <a:cxn ang="0">
                    <a:pos x="12" y="36"/>
                  </a:cxn>
                  <a:cxn ang="0">
                    <a:pos x="134" y="18"/>
                  </a:cxn>
                  <a:cxn ang="0">
                    <a:pos x="268" y="12"/>
                  </a:cxn>
                  <a:cxn ang="0">
                    <a:pos x="420" y="18"/>
                  </a:cxn>
                  <a:cxn ang="0">
                    <a:pos x="554" y="42"/>
                  </a:cxn>
                  <a:cxn ang="0">
                    <a:pos x="682" y="84"/>
                  </a:cxn>
                  <a:cxn ang="0">
                    <a:pos x="798" y="132"/>
                  </a:cxn>
                  <a:cxn ang="0">
                    <a:pos x="895" y="192"/>
                  </a:cxn>
                  <a:cxn ang="0">
                    <a:pos x="968" y="264"/>
                  </a:cxn>
                  <a:cxn ang="0">
                    <a:pos x="999" y="300"/>
                  </a:cxn>
                  <a:cxn ang="0">
                    <a:pos x="1023" y="342"/>
                  </a:cxn>
                  <a:cxn ang="0">
                    <a:pos x="1041" y="383"/>
                  </a:cxn>
                  <a:cxn ang="0">
                    <a:pos x="1053" y="425"/>
                  </a:cxn>
                  <a:cxn ang="0">
                    <a:pos x="1053" y="425"/>
                  </a:cxn>
                </a:cxnLst>
                <a:rect l="0" t="0" r="r" b="b"/>
                <a:pathLst>
                  <a:path w="1078" h="425">
                    <a:moveTo>
                      <a:pt x="1053" y="425"/>
                    </a:moveTo>
                    <a:lnTo>
                      <a:pt x="1078" y="419"/>
                    </a:lnTo>
                    <a:lnTo>
                      <a:pt x="1066" y="377"/>
                    </a:lnTo>
                    <a:lnTo>
                      <a:pt x="1047" y="336"/>
                    </a:lnTo>
                    <a:lnTo>
                      <a:pt x="986" y="252"/>
                    </a:lnTo>
                    <a:lnTo>
                      <a:pt x="907" y="180"/>
                    </a:lnTo>
                    <a:lnTo>
                      <a:pt x="810" y="120"/>
                    </a:lnTo>
                    <a:lnTo>
                      <a:pt x="694" y="72"/>
                    </a:lnTo>
                    <a:lnTo>
                      <a:pt x="560" y="30"/>
                    </a:lnTo>
                    <a:lnTo>
                      <a:pt x="420" y="6"/>
                    </a:lnTo>
                    <a:lnTo>
                      <a:pt x="268" y="0"/>
                    </a:lnTo>
                    <a:lnTo>
                      <a:pt x="134" y="6"/>
                    </a:lnTo>
                    <a:lnTo>
                      <a:pt x="0" y="24"/>
                    </a:lnTo>
                    <a:lnTo>
                      <a:pt x="12" y="36"/>
                    </a:lnTo>
                    <a:lnTo>
                      <a:pt x="134" y="18"/>
                    </a:lnTo>
                    <a:lnTo>
                      <a:pt x="268" y="12"/>
                    </a:lnTo>
                    <a:lnTo>
                      <a:pt x="420" y="18"/>
                    </a:lnTo>
                    <a:lnTo>
                      <a:pt x="554" y="42"/>
                    </a:lnTo>
                    <a:lnTo>
                      <a:pt x="682" y="84"/>
                    </a:lnTo>
                    <a:lnTo>
                      <a:pt x="798" y="132"/>
                    </a:lnTo>
                    <a:lnTo>
                      <a:pt x="895" y="192"/>
                    </a:lnTo>
                    <a:lnTo>
                      <a:pt x="968" y="264"/>
                    </a:lnTo>
                    <a:lnTo>
                      <a:pt x="999" y="300"/>
                    </a:lnTo>
                    <a:lnTo>
                      <a:pt x="1023" y="342"/>
                    </a:lnTo>
                    <a:lnTo>
                      <a:pt x="1041" y="383"/>
                    </a:lnTo>
                    <a:lnTo>
                      <a:pt x="1053" y="425"/>
                    </a:lnTo>
                    <a:lnTo>
                      <a:pt x="1053" y="425"/>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25634" name="Freeform 34"/>
              <p:cNvSpPr>
                <a:spLocks/>
              </p:cNvSpPr>
              <p:nvPr/>
            </p:nvSpPr>
            <p:spPr bwMode="hidden">
              <a:xfrm>
                <a:off x="3304" y="4080"/>
                <a:ext cx="98" cy="234"/>
              </a:xfrm>
              <a:custGeom>
                <a:avLst/>
                <a:gdLst/>
                <a:ahLst/>
                <a:cxnLst>
                  <a:cxn ang="0">
                    <a:pos x="0" y="234"/>
                  </a:cxn>
                  <a:cxn ang="0">
                    <a:pos x="25" y="234"/>
                  </a:cxn>
                  <a:cxn ang="0">
                    <a:pos x="55" y="186"/>
                  </a:cxn>
                  <a:cxn ang="0">
                    <a:pos x="80" y="138"/>
                  </a:cxn>
                  <a:cxn ang="0">
                    <a:pos x="92" y="90"/>
                  </a:cxn>
                  <a:cxn ang="0">
                    <a:pos x="98" y="36"/>
                  </a:cxn>
                  <a:cxn ang="0">
                    <a:pos x="98" y="0"/>
                  </a:cxn>
                  <a:cxn ang="0">
                    <a:pos x="74" y="0"/>
                  </a:cxn>
                  <a:cxn ang="0">
                    <a:pos x="74" y="36"/>
                  </a:cxn>
                  <a:cxn ang="0">
                    <a:pos x="67" y="90"/>
                  </a:cxn>
                  <a:cxn ang="0">
                    <a:pos x="55" y="138"/>
                  </a:cxn>
                  <a:cxn ang="0">
                    <a:pos x="31" y="186"/>
                  </a:cxn>
                  <a:cxn ang="0">
                    <a:pos x="0" y="234"/>
                  </a:cxn>
                  <a:cxn ang="0">
                    <a:pos x="0" y="234"/>
                  </a:cxn>
                </a:cxnLst>
                <a:rect l="0" t="0" r="r" b="b"/>
                <a:pathLst>
                  <a:path w="98" h="234">
                    <a:moveTo>
                      <a:pt x="0" y="234"/>
                    </a:moveTo>
                    <a:lnTo>
                      <a:pt x="25" y="234"/>
                    </a:lnTo>
                    <a:lnTo>
                      <a:pt x="55" y="186"/>
                    </a:lnTo>
                    <a:lnTo>
                      <a:pt x="80" y="138"/>
                    </a:lnTo>
                    <a:lnTo>
                      <a:pt x="92" y="90"/>
                    </a:lnTo>
                    <a:lnTo>
                      <a:pt x="98" y="36"/>
                    </a:lnTo>
                    <a:lnTo>
                      <a:pt x="98" y="0"/>
                    </a:lnTo>
                    <a:lnTo>
                      <a:pt x="74" y="0"/>
                    </a:lnTo>
                    <a:lnTo>
                      <a:pt x="74" y="36"/>
                    </a:lnTo>
                    <a:lnTo>
                      <a:pt x="67" y="90"/>
                    </a:lnTo>
                    <a:lnTo>
                      <a:pt x="55" y="138"/>
                    </a:lnTo>
                    <a:lnTo>
                      <a:pt x="31" y="186"/>
                    </a:lnTo>
                    <a:lnTo>
                      <a:pt x="0" y="234"/>
                    </a:lnTo>
                    <a:lnTo>
                      <a:pt x="0" y="234"/>
                    </a:lnTo>
                    <a:close/>
                  </a:path>
                </a:pathLst>
              </a:custGeom>
              <a:gradFill rotWithShape="0">
                <a:gsLst>
                  <a:gs pos="0">
                    <a:schemeClr val="accent2"/>
                  </a:gs>
                  <a:gs pos="100000">
                    <a:schemeClr val="accent2">
                      <a:gamma/>
                      <a:shade val="87843"/>
                      <a:invGamma/>
                    </a:schemeClr>
                  </a:gs>
                </a:gsLst>
                <a:lin ang="5400000" scaled="1"/>
              </a:gradFill>
              <a:ln w="9525">
                <a:noFill/>
                <a:round/>
                <a:headEnd/>
                <a:tailEnd/>
              </a:ln>
            </p:spPr>
            <p:txBody>
              <a:bodyPr/>
              <a:lstStyle/>
              <a:p>
                <a:pPr>
                  <a:defRPr/>
                </a:pPr>
                <a:endParaRPr lang="en-US" sz="1800"/>
              </a:p>
            </p:txBody>
          </p:sp>
          <p:sp>
            <p:nvSpPr>
              <p:cNvPr id="25635" name="Freeform 35"/>
              <p:cNvSpPr>
                <a:spLocks/>
              </p:cNvSpPr>
              <p:nvPr/>
            </p:nvSpPr>
            <p:spPr bwMode="hidden">
              <a:xfrm>
                <a:off x="1776" y="3673"/>
                <a:ext cx="481" cy="641"/>
              </a:xfrm>
              <a:custGeom>
                <a:avLst/>
                <a:gdLst/>
                <a:ahLst/>
                <a:cxnLst>
                  <a:cxn ang="0">
                    <a:pos x="18" y="443"/>
                  </a:cxn>
                  <a:cxn ang="0">
                    <a:pos x="24" y="371"/>
                  </a:cxn>
                  <a:cxn ang="0">
                    <a:pos x="55" y="305"/>
                  </a:cxn>
                  <a:cxn ang="0">
                    <a:pos x="91" y="246"/>
                  </a:cxn>
                  <a:cxn ang="0">
                    <a:pos x="146" y="186"/>
                  </a:cxn>
                  <a:cxn ang="0">
                    <a:pos x="213" y="132"/>
                  </a:cxn>
                  <a:cxn ang="0">
                    <a:pos x="292" y="84"/>
                  </a:cxn>
                  <a:cxn ang="0">
                    <a:pos x="384" y="48"/>
                  </a:cxn>
                  <a:cxn ang="0">
                    <a:pos x="481" y="12"/>
                  </a:cxn>
                  <a:cxn ang="0">
                    <a:pos x="457" y="0"/>
                  </a:cxn>
                  <a:cxn ang="0">
                    <a:pos x="359" y="36"/>
                  </a:cxn>
                  <a:cxn ang="0">
                    <a:pos x="274" y="78"/>
                  </a:cxn>
                  <a:cxn ang="0">
                    <a:pos x="195" y="126"/>
                  </a:cxn>
                  <a:cxn ang="0">
                    <a:pos x="128" y="180"/>
                  </a:cxn>
                  <a:cxn ang="0">
                    <a:pos x="73" y="240"/>
                  </a:cxn>
                  <a:cxn ang="0">
                    <a:pos x="37" y="305"/>
                  </a:cxn>
                  <a:cxn ang="0">
                    <a:pos x="6" y="371"/>
                  </a:cxn>
                  <a:cxn ang="0">
                    <a:pos x="0" y="443"/>
                  </a:cxn>
                  <a:cxn ang="0">
                    <a:pos x="6" y="497"/>
                  </a:cxn>
                  <a:cxn ang="0">
                    <a:pos x="18" y="545"/>
                  </a:cxn>
                  <a:cxn ang="0">
                    <a:pos x="43" y="593"/>
                  </a:cxn>
                  <a:cxn ang="0">
                    <a:pos x="73" y="641"/>
                  </a:cxn>
                  <a:cxn ang="0">
                    <a:pos x="97" y="641"/>
                  </a:cxn>
                  <a:cxn ang="0">
                    <a:pos x="67" y="593"/>
                  </a:cxn>
                  <a:cxn ang="0">
                    <a:pos x="43" y="545"/>
                  </a:cxn>
                  <a:cxn ang="0">
                    <a:pos x="24" y="497"/>
                  </a:cxn>
                  <a:cxn ang="0">
                    <a:pos x="18" y="443"/>
                  </a:cxn>
                  <a:cxn ang="0">
                    <a:pos x="18" y="443"/>
                  </a:cxn>
                </a:cxnLst>
                <a:rect l="0" t="0" r="r" b="b"/>
                <a:pathLst>
                  <a:path w="481" h="641">
                    <a:moveTo>
                      <a:pt x="18" y="443"/>
                    </a:moveTo>
                    <a:lnTo>
                      <a:pt x="24" y="371"/>
                    </a:lnTo>
                    <a:lnTo>
                      <a:pt x="55" y="305"/>
                    </a:lnTo>
                    <a:lnTo>
                      <a:pt x="91" y="246"/>
                    </a:lnTo>
                    <a:lnTo>
                      <a:pt x="146" y="186"/>
                    </a:lnTo>
                    <a:lnTo>
                      <a:pt x="213" y="132"/>
                    </a:lnTo>
                    <a:lnTo>
                      <a:pt x="292" y="84"/>
                    </a:lnTo>
                    <a:lnTo>
                      <a:pt x="384" y="48"/>
                    </a:lnTo>
                    <a:lnTo>
                      <a:pt x="481" y="12"/>
                    </a:lnTo>
                    <a:lnTo>
                      <a:pt x="457" y="0"/>
                    </a:lnTo>
                    <a:lnTo>
                      <a:pt x="359" y="36"/>
                    </a:lnTo>
                    <a:lnTo>
                      <a:pt x="274" y="78"/>
                    </a:lnTo>
                    <a:lnTo>
                      <a:pt x="195" y="126"/>
                    </a:lnTo>
                    <a:lnTo>
                      <a:pt x="128" y="180"/>
                    </a:lnTo>
                    <a:lnTo>
                      <a:pt x="73" y="240"/>
                    </a:lnTo>
                    <a:lnTo>
                      <a:pt x="37" y="305"/>
                    </a:lnTo>
                    <a:lnTo>
                      <a:pt x="6" y="371"/>
                    </a:lnTo>
                    <a:lnTo>
                      <a:pt x="0" y="443"/>
                    </a:lnTo>
                    <a:lnTo>
                      <a:pt x="6" y="497"/>
                    </a:lnTo>
                    <a:lnTo>
                      <a:pt x="18" y="545"/>
                    </a:lnTo>
                    <a:lnTo>
                      <a:pt x="43" y="593"/>
                    </a:lnTo>
                    <a:lnTo>
                      <a:pt x="73" y="641"/>
                    </a:lnTo>
                    <a:lnTo>
                      <a:pt x="97" y="641"/>
                    </a:lnTo>
                    <a:lnTo>
                      <a:pt x="67" y="593"/>
                    </a:lnTo>
                    <a:lnTo>
                      <a:pt x="43" y="545"/>
                    </a:lnTo>
                    <a:lnTo>
                      <a:pt x="24" y="497"/>
                    </a:lnTo>
                    <a:lnTo>
                      <a:pt x="18" y="443"/>
                    </a:lnTo>
                    <a:lnTo>
                      <a:pt x="18" y="443"/>
                    </a:lnTo>
                    <a:close/>
                  </a:path>
                </a:pathLst>
              </a:custGeom>
              <a:solidFill>
                <a:schemeClr val="accent2"/>
              </a:solidFill>
              <a:ln w="9525">
                <a:noFill/>
                <a:round/>
                <a:headEnd/>
                <a:tailEnd/>
              </a:ln>
            </p:spPr>
            <p:txBody>
              <a:bodyPr/>
              <a:lstStyle/>
              <a:p>
                <a:pPr>
                  <a:defRPr/>
                </a:pPr>
                <a:endParaRPr lang="en-US" sz="1800"/>
              </a:p>
            </p:txBody>
          </p:sp>
        </p:grpSp>
        <p:grpSp>
          <p:nvGrpSpPr>
            <p:cNvPr id="1036" name="Group 36"/>
            <p:cNvGrpSpPr>
              <a:grpSpLocks/>
            </p:cNvGrpSpPr>
            <p:nvPr userDrawn="1"/>
          </p:nvGrpSpPr>
          <p:grpSpPr bwMode="auto">
            <a:xfrm>
              <a:off x="4128" y="3360"/>
              <a:ext cx="1351" cy="821"/>
              <a:chOff x="4128" y="3360"/>
              <a:chExt cx="1351" cy="821"/>
            </a:xfrm>
          </p:grpSpPr>
          <p:sp>
            <p:nvSpPr>
              <p:cNvPr id="25637" name="Freeform 37"/>
              <p:cNvSpPr>
                <a:spLocks noEditPoints="1"/>
              </p:cNvSpPr>
              <p:nvPr/>
            </p:nvSpPr>
            <p:spPr bwMode="hidden">
              <a:xfrm>
                <a:off x="4200" y="3402"/>
                <a:ext cx="1201" cy="731"/>
              </a:xfrm>
              <a:custGeom>
                <a:avLst/>
                <a:gdLst/>
                <a:ahLst/>
                <a:cxnLst>
                  <a:cxn ang="0">
                    <a:pos x="484" y="6"/>
                  </a:cxn>
                  <a:cxn ang="0">
                    <a:pos x="263" y="60"/>
                  </a:cxn>
                  <a:cxn ang="0">
                    <a:pos x="101" y="162"/>
                  </a:cxn>
                  <a:cxn ang="0">
                    <a:pos x="12" y="294"/>
                  </a:cxn>
                  <a:cxn ang="0">
                    <a:pos x="0" y="366"/>
                  </a:cxn>
                  <a:cxn ang="0">
                    <a:pos x="12" y="437"/>
                  </a:cxn>
                  <a:cxn ang="0">
                    <a:pos x="101" y="569"/>
                  </a:cxn>
                  <a:cxn ang="0">
                    <a:pos x="263" y="671"/>
                  </a:cxn>
                  <a:cxn ang="0">
                    <a:pos x="484" y="725"/>
                  </a:cxn>
                  <a:cxn ang="0">
                    <a:pos x="723" y="725"/>
                  </a:cxn>
                  <a:cxn ang="0">
                    <a:pos x="938" y="671"/>
                  </a:cxn>
                  <a:cxn ang="0">
                    <a:pos x="1100" y="569"/>
                  </a:cxn>
                  <a:cxn ang="0">
                    <a:pos x="1189" y="437"/>
                  </a:cxn>
                  <a:cxn ang="0">
                    <a:pos x="1201" y="366"/>
                  </a:cxn>
                  <a:cxn ang="0">
                    <a:pos x="1189" y="294"/>
                  </a:cxn>
                  <a:cxn ang="0">
                    <a:pos x="1100" y="162"/>
                  </a:cxn>
                  <a:cxn ang="0">
                    <a:pos x="938" y="60"/>
                  </a:cxn>
                  <a:cxn ang="0">
                    <a:pos x="723" y="6"/>
                  </a:cxn>
                  <a:cxn ang="0">
                    <a:pos x="604" y="0"/>
                  </a:cxn>
                  <a:cxn ang="0">
                    <a:pos x="490" y="701"/>
                  </a:cxn>
                  <a:cxn ang="0">
                    <a:pos x="287" y="647"/>
                  </a:cxn>
                  <a:cxn ang="0">
                    <a:pos x="131" y="557"/>
                  </a:cxn>
                  <a:cxn ang="0">
                    <a:pos x="48" y="437"/>
                  </a:cxn>
                  <a:cxn ang="0">
                    <a:pos x="36" y="366"/>
                  </a:cxn>
                  <a:cxn ang="0">
                    <a:pos x="48" y="300"/>
                  </a:cxn>
                  <a:cxn ang="0">
                    <a:pos x="131" y="174"/>
                  </a:cxn>
                  <a:cxn ang="0">
                    <a:pos x="287" y="84"/>
                  </a:cxn>
                  <a:cxn ang="0">
                    <a:pos x="490" y="30"/>
                  </a:cxn>
                  <a:cxn ang="0">
                    <a:pos x="717" y="30"/>
                  </a:cxn>
                  <a:cxn ang="0">
                    <a:pos x="920" y="84"/>
                  </a:cxn>
                  <a:cxn ang="0">
                    <a:pos x="1070" y="174"/>
                  </a:cxn>
                  <a:cxn ang="0">
                    <a:pos x="1153" y="300"/>
                  </a:cxn>
                  <a:cxn ang="0">
                    <a:pos x="1153" y="437"/>
                  </a:cxn>
                  <a:cxn ang="0">
                    <a:pos x="1070" y="557"/>
                  </a:cxn>
                  <a:cxn ang="0">
                    <a:pos x="920" y="647"/>
                  </a:cxn>
                  <a:cxn ang="0">
                    <a:pos x="717" y="701"/>
                  </a:cxn>
                  <a:cxn ang="0">
                    <a:pos x="604" y="707"/>
                  </a:cxn>
                </a:cxnLst>
                <a:rect l="0" t="0" r="r" b="b"/>
                <a:pathLst>
                  <a:path w="1201" h="731">
                    <a:moveTo>
                      <a:pt x="604" y="0"/>
                    </a:moveTo>
                    <a:lnTo>
                      <a:pt x="484" y="6"/>
                    </a:lnTo>
                    <a:lnTo>
                      <a:pt x="370" y="30"/>
                    </a:lnTo>
                    <a:lnTo>
                      <a:pt x="263" y="60"/>
                    </a:lnTo>
                    <a:lnTo>
                      <a:pt x="179" y="108"/>
                    </a:lnTo>
                    <a:lnTo>
                      <a:pt x="101" y="162"/>
                    </a:lnTo>
                    <a:lnTo>
                      <a:pt x="48" y="222"/>
                    </a:lnTo>
                    <a:lnTo>
                      <a:pt x="12" y="294"/>
                    </a:lnTo>
                    <a:lnTo>
                      <a:pt x="6" y="330"/>
                    </a:lnTo>
                    <a:lnTo>
                      <a:pt x="0" y="366"/>
                    </a:lnTo>
                    <a:lnTo>
                      <a:pt x="6" y="401"/>
                    </a:lnTo>
                    <a:lnTo>
                      <a:pt x="12" y="437"/>
                    </a:lnTo>
                    <a:lnTo>
                      <a:pt x="48" y="509"/>
                    </a:lnTo>
                    <a:lnTo>
                      <a:pt x="101" y="569"/>
                    </a:lnTo>
                    <a:lnTo>
                      <a:pt x="179" y="623"/>
                    </a:lnTo>
                    <a:lnTo>
                      <a:pt x="263" y="671"/>
                    </a:lnTo>
                    <a:lnTo>
                      <a:pt x="370" y="701"/>
                    </a:lnTo>
                    <a:lnTo>
                      <a:pt x="484" y="725"/>
                    </a:lnTo>
                    <a:lnTo>
                      <a:pt x="604" y="731"/>
                    </a:lnTo>
                    <a:lnTo>
                      <a:pt x="723" y="725"/>
                    </a:lnTo>
                    <a:lnTo>
                      <a:pt x="837" y="701"/>
                    </a:lnTo>
                    <a:lnTo>
                      <a:pt x="938" y="671"/>
                    </a:lnTo>
                    <a:lnTo>
                      <a:pt x="1028" y="623"/>
                    </a:lnTo>
                    <a:lnTo>
                      <a:pt x="1100" y="569"/>
                    </a:lnTo>
                    <a:lnTo>
                      <a:pt x="1153" y="509"/>
                    </a:lnTo>
                    <a:lnTo>
                      <a:pt x="1189" y="437"/>
                    </a:lnTo>
                    <a:lnTo>
                      <a:pt x="1201" y="401"/>
                    </a:lnTo>
                    <a:lnTo>
                      <a:pt x="1201" y="366"/>
                    </a:lnTo>
                    <a:lnTo>
                      <a:pt x="1201" y="330"/>
                    </a:lnTo>
                    <a:lnTo>
                      <a:pt x="1189" y="294"/>
                    </a:lnTo>
                    <a:lnTo>
                      <a:pt x="1153" y="222"/>
                    </a:lnTo>
                    <a:lnTo>
                      <a:pt x="1100" y="162"/>
                    </a:lnTo>
                    <a:lnTo>
                      <a:pt x="1028" y="108"/>
                    </a:lnTo>
                    <a:lnTo>
                      <a:pt x="938" y="60"/>
                    </a:lnTo>
                    <a:lnTo>
                      <a:pt x="837" y="30"/>
                    </a:lnTo>
                    <a:lnTo>
                      <a:pt x="723" y="6"/>
                    </a:lnTo>
                    <a:lnTo>
                      <a:pt x="604" y="0"/>
                    </a:lnTo>
                    <a:lnTo>
                      <a:pt x="604" y="0"/>
                    </a:lnTo>
                    <a:close/>
                    <a:moveTo>
                      <a:pt x="604" y="707"/>
                    </a:moveTo>
                    <a:lnTo>
                      <a:pt x="490" y="701"/>
                    </a:lnTo>
                    <a:lnTo>
                      <a:pt x="382" y="683"/>
                    </a:lnTo>
                    <a:lnTo>
                      <a:pt x="287" y="647"/>
                    </a:lnTo>
                    <a:lnTo>
                      <a:pt x="203" y="611"/>
                    </a:lnTo>
                    <a:lnTo>
                      <a:pt x="131" y="557"/>
                    </a:lnTo>
                    <a:lnTo>
                      <a:pt x="83" y="497"/>
                    </a:lnTo>
                    <a:lnTo>
                      <a:pt x="48" y="437"/>
                    </a:lnTo>
                    <a:lnTo>
                      <a:pt x="42" y="401"/>
                    </a:lnTo>
                    <a:lnTo>
                      <a:pt x="36" y="366"/>
                    </a:lnTo>
                    <a:lnTo>
                      <a:pt x="42" y="330"/>
                    </a:lnTo>
                    <a:lnTo>
                      <a:pt x="48" y="300"/>
                    </a:lnTo>
                    <a:lnTo>
                      <a:pt x="83" y="234"/>
                    </a:lnTo>
                    <a:lnTo>
                      <a:pt x="131" y="174"/>
                    </a:lnTo>
                    <a:lnTo>
                      <a:pt x="203" y="126"/>
                    </a:lnTo>
                    <a:lnTo>
                      <a:pt x="287" y="84"/>
                    </a:lnTo>
                    <a:lnTo>
                      <a:pt x="382" y="54"/>
                    </a:lnTo>
                    <a:lnTo>
                      <a:pt x="490" y="30"/>
                    </a:lnTo>
                    <a:lnTo>
                      <a:pt x="604" y="24"/>
                    </a:lnTo>
                    <a:lnTo>
                      <a:pt x="717" y="30"/>
                    </a:lnTo>
                    <a:lnTo>
                      <a:pt x="825" y="54"/>
                    </a:lnTo>
                    <a:lnTo>
                      <a:pt x="920" y="84"/>
                    </a:lnTo>
                    <a:lnTo>
                      <a:pt x="1004" y="126"/>
                    </a:lnTo>
                    <a:lnTo>
                      <a:pt x="1070" y="174"/>
                    </a:lnTo>
                    <a:lnTo>
                      <a:pt x="1124" y="234"/>
                    </a:lnTo>
                    <a:lnTo>
                      <a:pt x="1153" y="300"/>
                    </a:lnTo>
                    <a:lnTo>
                      <a:pt x="1165" y="366"/>
                    </a:lnTo>
                    <a:lnTo>
                      <a:pt x="1153" y="437"/>
                    </a:lnTo>
                    <a:lnTo>
                      <a:pt x="1124" y="497"/>
                    </a:lnTo>
                    <a:lnTo>
                      <a:pt x="1070" y="557"/>
                    </a:lnTo>
                    <a:lnTo>
                      <a:pt x="1004" y="611"/>
                    </a:lnTo>
                    <a:lnTo>
                      <a:pt x="920" y="647"/>
                    </a:lnTo>
                    <a:lnTo>
                      <a:pt x="825" y="683"/>
                    </a:lnTo>
                    <a:lnTo>
                      <a:pt x="717" y="701"/>
                    </a:lnTo>
                    <a:lnTo>
                      <a:pt x="604" y="707"/>
                    </a:lnTo>
                    <a:lnTo>
                      <a:pt x="604" y="707"/>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5638" name="Freeform 38"/>
              <p:cNvSpPr>
                <a:spLocks/>
              </p:cNvSpPr>
              <p:nvPr/>
            </p:nvSpPr>
            <p:spPr bwMode="hidden">
              <a:xfrm>
                <a:off x="4128" y="3366"/>
                <a:ext cx="544" cy="737"/>
              </a:xfrm>
              <a:custGeom>
                <a:avLst/>
                <a:gdLst/>
                <a:ahLst/>
                <a:cxnLst>
                  <a:cxn ang="0">
                    <a:pos x="24" y="402"/>
                  </a:cxn>
                  <a:cxn ang="0">
                    <a:pos x="36" y="330"/>
                  </a:cxn>
                  <a:cxn ang="0">
                    <a:pos x="66" y="264"/>
                  </a:cxn>
                  <a:cxn ang="0">
                    <a:pos x="108" y="204"/>
                  </a:cxn>
                  <a:cxn ang="0">
                    <a:pos x="173" y="150"/>
                  </a:cxn>
                  <a:cxn ang="0">
                    <a:pos x="251" y="102"/>
                  </a:cxn>
                  <a:cxn ang="0">
                    <a:pos x="335" y="60"/>
                  </a:cxn>
                  <a:cxn ang="0">
                    <a:pos x="436" y="30"/>
                  </a:cxn>
                  <a:cxn ang="0">
                    <a:pos x="544" y="12"/>
                  </a:cxn>
                  <a:cxn ang="0">
                    <a:pos x="544" y="0"/>
                  </a:cxn>
                  <a:cxn ang="0">
                    <a:pos x="430" y="18"/>
                  </a:cxn>
                  <a:cxn ang="0">
                    <a:pos x="329" y="48"/>
                  </a:cxn>
                  <a:cxn ang="0">
                    <a:pos x="233" y="90"/>
                  </a:cxn>
                  <a:cxn ang="0">
                    <a:pos x="155" y="138"/>
                  </a:cxn>
                  <a:cxn ang="0">
                    <a:pos x="90" y="198"/>
                  </a:cxn>
                  <a:cxn ang="0">
                    <a:pos x="42" y="258"/>
                  </a:cxn>
                  <a:cxn ang="0">
                    <a:pos x="12" y="330"/>
                  </a:cxn>
                  <a:cxn ang="0">
                    <a:pos x="0" y="402"/>
                  </a:cxn>
                  <a:cxn ang="0">
                    <a:pos x="6" y="455"/>
                  </a:cxn>
                  <a:cxn ang="0">
                    <a:pos x="18" y="503"/>
                  </a:cxn>
                  <a:cxn ang="0">
                    <a:pos x="42" y="545"/>
                  </a:cxn>
                  <a:cxn ang="0">
                    <a:pos x="78" y="593"/>
                  </a:cxn>
                  <a:cxn ang="0">
                    <a:pos x="114" y="635"/>
                  </a:cxn>
                  <a:cxn ang="0">
                    <a:pos x="161" y="671"/>
                  </a:cxn>
                  <a:cxn ang="0">
                    <a:pos x="221" y="707"/>
                  </a:cxn>
                  <a:cxn ang="0">
                    <a:pos x="281" y="737"/>
                  </a:cxn>
                  <a:cxn ang="0">
                    <a:pos x="323" y="737"/>
                  </a:cxn>
                  <a:cxn ang="0">
                    <a:pos x="257" y="707"/>
                  </a:cxn>
                  <a:cxn ang="0">
                    <a:pos x="203" y="671"/>
                  </a:cxn>
                  <a:cxn ang="0">
                    <a:pos x="149" y="635"/>
                  </a:cxn>
                  <a:cxn ang="0">
                    <a:pos x="108" y="593"/>
                  </a:cxn>
                  <a:cxn ang="0">
                    <a:pos x="72" y="551"/>
                  </a:cxn>
                  <a:cxn ang="0">
                    <a:pos x="48" y="503"/>
                  </a:cxn>
                  <a:cxn ang="0">
                    <a:pos x="30" y="455"/>
                  </a:cxn>
                  <a:cxn ang="0">
                    <a:pos x="24" y="402"/>
                  </a:cxn>
                  <a:cxn ang="0">
                    <a:pos x="24" y="402"/>
                  </a:cxn>
                </a:cxnLst>
                <a:rect l="0" t="0" r="r" b="b"/>
                <a:pathLst>
                  <a:path w="544" h="737">
                    <a:moveTo>
                      <a:pt x="24" y="402"/>
                    </a:moveTo>
                    <a:lnTo>
                      <a:pt x="36" y="330"/>
                    </a:lnTo>
                    <a:lnTo>
                      <a:pt x="66" y="264"/>
                    </a:lnTo>
                    <a:lnTo>
                      <a:pt x="108" y="204"/>
                    </a:lnTo>
                    <a:lnTo>
                      <a:pt x="173" y="150"/>
                    </a:lnTo>
                    <a:lnTo>
                      <a:pt x="251" y="102"/>
                    </a:lnTo>
                    <a:lnTo>
                      <a:pt x="335" y="60"/>
                    </a:lnTo>
                    <a:lnTo>
                      <a:pt x="436" y="30"/>
                    </a:lnTo>
                    <a:lnTo>
                      <a:pt x="544" y="12"/>
                    </a:lnTo>
                    <a:lnTo>
                      <a:pt x="544" y="0"/>
                    </a:lnTo>
                    <a:lnTo>
                      <a:pt x="430" y="18"/>
                    </a:lnTo>
                    <a:lnTo>
                      <a:pt x="329" y="48"/>
                    </a:lnTo>
                    <a:lnTo>
                      <a:pt x="233" y="90"/>
                    </a:lnTo>
                    <a:lnTo>
                      <a:pt x="155" y="138"/>
                    </a:lnTo>
                    <a:lnTo>
                      <a:pt x="90" y="198"/>
                    </a:lnTo>
                    <a:lnTo>
                      <a:pt x="42" y="258"/>
                    </a:lnTo>
                    <a:lnTo>
                      <a:pt x="12" y="330"/>
                    </a:lnTo>
                    <a:lnTo>
                      <a:pt x="0" y="402"/>
                    </a:lnTo>
                    <a:lnTo>
                      <a:pt x="6" y="455"/>
                    </a:lnTo>
                    <a:lnTo>
                      <a:pt x="18" y="503"/>
                    </a:lnTo>
                    <a:lnTo>
                      <a:pt x="42" y="545"/>
                    </a:lnTo>
                    <a:lnTo>
                      <a:pt x="78" y="593"/>
                    </a:lnTo>
                    <a:lnTo>
                      <a:pt x="114" y="635"/>
                    </a:lnTo>
                    <a:lnTo>
                      <a:pt x="161" y="671"/>
                    </a:lnTo>
                    <a:lnTo>
                      <a:pt x="221" y="707"/>
                    </a:lnTo>
                    <a:lnTo>
                      <a:pt x="281" y="737"/>
                    </a:lnTo>
                    <a:lnTo>
                      <a:pt x="323" y="737"/>
                    </a:lnTo>
                    <a:lnTo>
                      <a:pt x="257" y="707"/>
                    </a:lnTo>
                    <a:lnTo>
                      <a:pt x="203" y="671"/>
                    </a:lnTo>
                    <a:lnTo>
                      <a:pt x="149" y="635"/>
                    </a:lnTo>
                    <a:lnTo>
                      <a:pt x="108" y="593"/>
                    </a:lnTo>
                    <a:lnTo>
                      <a:pt x="72" y="551"/>
                    </a:lnTo>
                    <a:lnTo>
                      <a:pt x="48" y="503"/>
                    </a:lnTo>
                    <a:lnTo>
                      <a:pt x="30" y="455"/>
                    </a:lnTo>
                    <a:lnTo>
                      <a:pt x="24" y="402"/>
                    </a:lnTo>
                    <a:lnTo>
                      <a:pt x="24" y="402"/>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5639" name="Freeform 39"/>
              <p:cNvSpPr>
                <a:spLocks/>
              </p:cNvSpPr>
              <p:nvPr/>
            </p:nvSpPr>
            <p:spPr bwMode="hidden">
              <a:xfrm>
                <a:off x="4792" y="3360"/>
                <a:ext cx="609" cy="252"/>
              </a:xfrm>
              <a:custGeom>
                <a:avLst/>
                <a:gdLst/>
                <a:ahLst/>
                <a:cxnLst>
                  <a:cxn ang="0">
                    <a:pos x="12" y="12"/>
                  </a:cxn>
                  <a:cxn ang="0">
                    <a:pos x="113" y="18"/>
                  </a:cxn>
                  <a:cxn ang="0">
                    <a:pos x="203" y="30"/>
                  </a:cxn>
                  <a:cxn ang="0">
                    <a:pos x="292" y="48"/>
                  </a:cxn>
                  <a:cxn ang="0">
                    <a:pos x="376" y="78"/>
                  </a:cxn>
                  <a:cxn ang="0">
                    <a:pos x="448" y="114"/>
                  </a:cxn>
                  <a:cxn ang="0">
                    <a:pos x="514" y="156"/>
                  </a:cxn>
                  <a:cxn ang="0">
                    <a:pos x="567" y="198"/>
                  </a:cxn>
                  <a:cxn ang="0">
                    <a:pos x="609" y="252"/>
                  </a:cxn>
                  <a:cxn ang="0">
                    <a:pos x="609" y="216"/>
                  </a:cxn>
                  <a:cxn ang="0">
                    <a:pos x="561" y="168"/>
                  </a:cxn>
                  <a:cxn ang="0">
                    <a:pos x="502" y="126"/>
                  </a:cxn>
                  <a:cxn ang="0">
                    <a:pos x="436" y="90"/>
                  </a:cxn>
                  <a:cxn ang="0">
                    <a:pos x="364" y="60"/>
                  </a:cxn>
                  <a:cxn ang="0">
                    <a:pos x="286" y="36"/>
                  </a:cxn>
                  <a:cxn ang="0">
                    <a:pos x="197" y="18"/>
                  </a:cxn>
                  <a:cxn ang="0">
                    <a:pos x="107" y="6"/>
                  </a:cxn>
                  <a:cxn ang="0">
                    <a:pos x="12" y="0"/>
                  </a:cxn>
                  <a:cxn ang="0">
                    <a:pos x="6" y="0"/>
                  </a:cxn>
                  <a:cxn ang="0">
                    <a:pos x="0" y="0"/>
                  </a:cxn>
                  <a:cxn ang="0">
                    <a:pos x="0" y="12"/>
                  </a:cxn>
                  <a:cxn ang="0">
                    <a:pos x="6" y="12"/>
                  </a:cxn>
                  <a:cxn ang="0">
                    <a:pos x="12" y="12"/>
                  </a:cxn>
                  <a:cxn ang="0">
                    <a:pos x="12" y="12"/>
                  </a:cxn>
                </a:cxnLst>
                <a:rect l="0" t="0" r="r" b="b"/>
                <a:pathLst>
                  <a:path w="609" h="252">
                    <a:moveTo>
                      <a:pt x="12" y="12"/>
                    </a:moveTo>
                    <a:lnTo>
                      <a:pt x="113" y="18"/>
                    </a:lnTo>
                    <a:lnTo>
                      <a:pt x="203" y="30"/>
                    </a:lnTo>
                    <a:lnTo>
                      <a:pt x="292" y="48"/>
                    </a:lnTo>
                    <a:lnTo>
                      <a:pt x="376" y="78"/>
                    </a:lnTo>
                    <a:lnTo>
                      <a:pt x="448" y="114"/>
                    </a:lnTo>
                    <a:lnTo>
                      <a:pt x="514" y="156"/>
                    </a:lnTo>
                    <a:lnTo>
                      <a:pt x="567" y="198"/>
                    </a:lnTo>
                    <a:lnTo>
                      <a:pt x="609" y="252"/>
                    </a:lnTo>
                    <a:lnTo>
                      <a:pt x="609" y="216"/>
                    </a:lnTo>
                    <a:lnTo>
                      <a:pt x="561" y="168"/>
                    </a:lnTo>
                    <a:lnTo>
                      <a:pt x="502" y="126"/>
                    </a:lnTo>
                    <a:lnTo>
                      <a:pt x="436" y="90"/>
                    </a:lnTo>
                    <a:lnTo>
                      <a:pt x="364" y="60"/>
                    </a:lnTo>
                    <a:lnTo>
                      <a:pt x="286" y="36"/>
                    </a:lnTo>
                    <a:lnTo>
                      <a:pt x="197" y="18"/>
                    </a:lnTo>
                    <a:lnTo>
                      <a:pt x="107" y="6"/>
                    </a:lnTo>
                    <a:lnTo>
                      <a:pt x="12" y="0"/>
                    </a:lnTo>
                    <a:lnTo>
                      <a:pt x="6" y="0"/>
                    </a:lnTo>
                    <a:lnTo>
                      <a:pt x="0" y="0"/>
                    </a:lnTo>
                    <a:lnTo>
                      <a:pt x="0" y="12"/>
                    </a:lnTo>
                    <a:lnTo>
                      <a:pt x="6" y="12"/>
                    </a:lnTo>
                    <a:lnTo>
                      <a:pt x="12" y="12"/>
                    </a:lnTo>
                    <a:lnTo>
                      <a:pt x="12" y="12"/>
                    </a:lnTo>
                    <a:close/>
                  </a:path>
                </a:pathLst>
              </a:custGeom>
              <a:gradFill rotWithShape="0">
                <a:gsLst>
                  <a:gs pos="0">
                    <a:schemeClr val="accent2">
                      <a:gamma/>
                      <a:tint val="94118"/>
                      <a:invGamma/>
                    </a:schemeClr>
                  </a:gs>
                  <a:gs pos="100000">
                    <a:schemeClr val="accent2"/>
                  </a:gs>
                </a:gsLst>
                <a:lin ang="5400000" scaled="1"/>
              </a:gradFill>
              <a:ln w="9525">
                <a:noFill/>
                <a:round/>
                <a:headEnd/>
                <a:tailEnd/>
              </a:ln>
            </p:spPr>
            <p:txBody>
              <a:bodyPr/>
              <a:lstStyle/>
              <a:p>
                <a:pPr>
                  <a:defRPr/>
                </a:pPr>
                <a:endParaRPr lang="en-US" sz="1800"/>
              </a:p>
            </p:txBody>
          </p:sp>
          <p:sp>
            <p:nvSpPr>
              <p:cNvPr id="25640" name="Freeform 40"/>
              <p:cNvSpPr>
                <a:spLocks/>
              </p:cNvSpPr>
              <p:nvPr/>
            </p:nvSpPr>
            <p:spPr bwMode="hidden">
              <a:xfrm>
                <a:off x="5246" y="4007"/>
                <a:ext cx="72" cy="54"/>
              </a:xfrm>
              <a:custGeom>
                <a:avLst/>
                <a:gdLst/>
                <a:ahLst/>
                <a:cxnLst>
                  <a:cxn ang="0">
                    <a:pos x="72" y="0"/>
                  </a:cxn>
                  <a:cxn ang="0">
                    <a:pos x="36" y="30"/>
                  </a:cxn>
                  <a:cxn ang="0">
                    <a:pos x="0" y="54"/>
                  </a:cxn>
                  <a:cxn ang="0">
                    <a:pos x="36" y="54"/>
                  </a:cxn>
                  <a:cxn ang="0">
                    <a:pos x="54" y="42"/>
                  </a:cxn>
                  <a:cxn ang="0">
                    <a:pos x="72" y="24"/>
                  </a:cxn>
                  <a:cxn ang="0">
                    <a:pos x="72" y="24"/>
                  </a:cxn>
                  <a:cxn ang="0">
                    <a:pos x="72" y="0"/>
                  </a:cxn>
                  <a:cxn ang="0">
                    <a:pos x="72" y="0"/>
                  </a:cxn>
                </a:cxnLst>
                <a:rect l="0" t="0" r="r" b="b"/>
                <a:pathLst>
                  <a:path w="72" h="54">
                    <a:moveTo>
                      <a:pt x="72" y="0"/>
                    </a:moveTo>
                    <a:lnTo>
                      <a:pt x="36" y="30"/>
                    </a:lnTo>
                    <a:lnTo>
                      <a:pt x="0" y="54"/>
                    </a:lnTo>
                    <a:lnTo>
                      <a:pt x="36" y="54"/>
                    </a:lnTo>
                    <a:lnTo>
                      <a:pt x="54" y="42"/>
                    </a:lnTo>
                    <a:lnTo>
                      <a:pt x="72" y="24"/>
                    </a:lnTo>
                    <a:lnTo>
                      <a:pt x="72" y="24"/>
                    </a:lnTo>
                    <a:lnTo>
                      <a:pt x="72" y="0"/>
                    </a:lnTo>
                    <a:lnTo>
                      <a:pt x="72" y="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5641" name="Freeform 41"/>
              <p:cNvSpPr>
                <a:spLocks/>
              </p:cNvSpPr>
              <p:nvPr/>
            </p:nvSpPr>
            <p:spPr bwMode="hidden">
              <a:xfrm>
                <a:off x="4505" y="4073"/>
                <a:ext cx="705" cy="108"/>
              </a:xfrm>
              <a:custGeom>
                <a:avLst/>
                <a:gdLst/>
                <a:ahLst/>
                <a:cxnLst>
                  <a:cxn ang="0">
                    <a:pos x="299" y="90"/>
                  </a:cxn>
                  <a:cxn ang="0">
                    <a:pos x="221" y="90"/>
                  </a:cxn>
                  <a:cxn ang="0">
                    <a:pos x="143" y="78"/>
                  </a:cxn>
                  <a:cxn ang="0">
                    <a:pos x="0" y="48"/>
                  </a:cxn>
                  <a:cxn ang="0">
                    <a:pos x="0" y="66"/>
                  </a:cxn>
                  <a:cxn ang="0">
                    <a:pos x="143" y="96"/>
                  </a:cxn>
                  <a:cxn ang="0">
                    <a:pos x="221" y="108"/>
                  </a:cxn>
                  <a:cxn ang="0">
                    <a:pos x="299" y="108"/>
                  </a:cxn>
                  <a:cxn ang="0">
                    <a:pos x="412" y="102"/>
                  </a:cxn>
                  <a:cxn ang="0">
                    <a:pos x="520" y="84"/>
                  </a:cxn>
                  <a:cxn ang="0">
                    <a:pos x="615" y="60"/>
                  </a:cxn>
                  <a:cxn ang="0">
                    <a:pos x="705" y="24"/>
                  </a:cxn>
                  <a:cxn ang="0">
                    <a:pos x="705" y="0"/>
                  </a:cxn>
                  <a:cxn ang="0">
                    <a:pos x="615" y="42"/>
                  </a:cxn>
                  <a:cxn ang="0">
                    <a:pos x="520" y="66"/>
                  </a:cxn>
                  <a:cxn ang="0">
                    <a:pos x="412" y="84"/>
                  </a:cxn>
                  <a:cxn ang="0">
                    <a:pos x="299" y="90"/>
                  </a:cxn>
                  <a:cxn ang="0">
                    <a:pos x="299" y="90"/>
                  </a:cxn>
                </a:cxnLst>
                <a:rect l="0" t="0" r="r" b="b"/>
                <a:pathLst>
                  <a:path w="705" h="108">
                    <a:moveTo>
                      <a:pt x="299" y="90"/>
                    </a:moveTo>
                    <a:lnTo>
                      <a:pt x="221" y="90"/>
                    </a:lnTo>
                    <a:lnTo>
                      <a:pt x="143" y="78"/>
                    </a:lnTo>
                    <a:lnTo>
                      <a:pt x="0" y="48"/>
                    </a:lnTo>
                    <a:lnTo>
                      <a:pt x="0" y="66"/>
                    </a:lnTo>
                    <a:lnTo>
                      <a:pt x="143" y="96"/>
                    </a:lnTo>
                    <a:lnTo>
                      <a:pt x="221" y="108"/>
                    </a:lnTo>
                    <a:lnTo>
                      <a:pt x="299" y="108"/>
                    </a:lnTo>
                    <a:lnTo>
                      <a:pt x="412" y="102"/>
                    </a:lnTo>
                    <a:lnTo>
                      <a:pt x="520" y="84"/>
                    </a:lnTo>
                    <a:lnTo>
                      <a:pt x="615" y="60"/>
                    </a:lnTo>
                    <a:lnTo>
                      <a:pt x="705" y="24"/>
                    </a:lnTo>
                    <a:lnTo>
                      <a:pt x="705" y="0"/>
                    </a:lnTo>
                    <a:lnTo>
                      <a:pt x="615" y="42"/>
                    </a:lnTo>
                    <a:lnTo>
                      <a:pt x="520" y="66"/>
                    </a:lnTo>
                    <a:lnTo>
                      <a:pt x="412" y="84"/>
                    </a:lnTo>
                    <a:lnTo>
                      <a:pt x="299" y="90"/>
                    </a:lnTo>
                    <a:lnTo>
                      <a:pt x="299" y="9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5642" name="Freeform 42"/>
              <p:cNvSpPr>
                <a:spLocks/>
              </p:cNvSpPr>
              <p:nvPr/>
            </p:nvSpPr>
            <p:spPr bwMode="hidden">
              <a:xfrm>
                <a:off x="5336" y="3654"/>
                <a:ext cx="143" cy="341"/>
              </a:xfrm>
              <a:custGeom>
                <a:avLst/>
                <a:gdLst/>
                <a:ahLst/>
                <a:cxnLst>
                  <a:cxn ang="0">
                    <a:pos x="119" y="114"/>
                  </a:cxn>
                  <a:cxn ang="0">
                    <a:pos x="113" y="173"/>
                  </a:cxn>
                  <a:cxn ang="0">
                    <a:pos x="89" y="239"/>
                  </a:cxn>
                  <a:cxn ang="0">
                    <a:pos x="47" y="293"/>
                  </a:cxn>
                  <a:cxn ang="0">
                    <a:pos x="0" y="341"/>
                  </a:cxn>
                  <a:cxn ang="0">
                    <a:pos x="29" y="341"/>
                  </a:cxn>
                  <a:cxn ang="0">
                    <a:pos x="77" y="287"/>
                  </a:cxn>
                  <a:cxn ang="0">
                    <a:pos x="113" y="233"/>
                  </a:cxn>
                  <a:cxn ang="0">
                    <a:pos x="137" y="173"/>
                  </a:cxn>
                  <a:cxn ang="0">
                    <a:pos x="143" y="114"/>
                  </a:cxn>
                  <a:cxn ang="0">
                    <a:pos x="137" y="60"/>
                  </a:cxn>
                  <a:cxn ang="0">
                    <a:pos x="119" y="0"/>
                  </a:cxn>
                  <a:cxn ang="0">
                    <a:pos x="89" y="0"/>
                  </a:cxn>
                  <a:cxn ang="0">
                    <a:pos x="113" y="60"/>
                  </a:cxn>
                  <a:cxn ang="0">
                    <a:pos x="119" y="114"/>
                  </a:cxn>
                  <a:cxn ang="0">
                    <a:pos x="119" y="114"/>
                  </a:cxn>
                </a:cxnLst>
                <a:rect l="0" t="0" r="r" b="b"/>
                <a:pathLst>
                  <a:path w="143" h="341">
                    <a:moveTo>
                      <a:pt x="119" y="114"/>
                    </a:moveTo>
                    <a:lnTo>
                      <a:pt x="113" y="173"/>
                    </a:lnTo>
                    <a:lnTo>
                      <a:pt x="89" y="239"/>
                    </a:lnTo>
                    <a:lnTo>
                      <a:pt x="47" y="293"/>
                    </a:lnTo>
                    <a:lnTo>
                      <a:pt x="0" y="341"/>
                    </a:lnTo>
                    <a:lnTo>
                      <a:pt x="29" y="341"/>
                    </a:lnTo>
                    <a:lnTo>
                      <a:pt x="77" y="287"/>
                    </a:lnTo>
                    <a:lnTo>
                      <a:pt x="113" y="233"/>
                    </a:lnTo>
                    <a:lnTo>
                      <a:pt x="137" y="173"/>
                    </a:lnTo>
                    <a:lnTo>
                      <a:pt x="143" y="114"/>
                    </a:lnTo>
                    <a:lnTo>
                      <a:pt x="137" y="60"/>
                    </a:lnTo>
                    <a:lnTo>
                      <a:pt x="119" y="0"/>
                    </a:lnTo>
                    <a:lnTo>
                      <a:pt x="89" y="0"/>
                    </a:lnTo>
                    <a:lnTo>
                      <a:pt x="113" y="60"/>
                    </a:lnTo>
                    <a:lnTo>
                      <a:pt x="119" y="114"/>
                    </a:lnTo>
                    <a:lnTo>
                      <a:pt x="119" y="114"/>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5643" name="Freeform 43"/>
              <p:cNvSpPr>
                <a:spLocks/>
              </p:cNvSpPr>
              <p:nvPr/>
            </p:nvSpPr>
            <p:spPr bwMode="hidden">
              <a:xfrm>
                <a:off x="5061" y="3624"/>
                <a:ext cx="83" cy="90"/>
              </a:xfrm>
              <a:custGeom>
                <a:avLst/>
                <a:gdLst/>
                <a:ahLst/>
                <a:cxnLst>
                  <a:cxn ang="0">
                    <a:pos x="59" y="90"/>
                  </a:cxn>
                  <a:cxn ang="0">
                    <a:pos x="83" y="84"/>
                  </a:cxn>
                  <a:cxn ang="0">
                    <a:pos x="71" y="60"/>
                  </a:cxn>
                  <a:cxn ang="0">
                    <a:pos x="53" y="42"/>
                  </a:cxn>
                  <a:cxn ang="0">
                    <a:pos x="6" y="0"/>
                  </a:cxn>
                  <a:cxn ang="0">
                    <a:pos x="0" y="18"/>
                  </a:cxn>
                  <a:cxn ang="0">
                    <a:pos x="35" y="48"/>
                  </a:cxn>
                  <a:cxn ang="0">
                    <a:pos x="59" y="90"/>
                  </a:cxn>
                  <a:cxn ang="0">
                    <a:pos x="59" y="90"/>
                  </a:cxn>
                </a:cxnLst>
                <a:rect l="0" t="0" r="r" b="b"/>
                <a:pathLst>
                  <a:path w="83" h="90">
                    <a:moveTo>
                      <a:pt x="59" y="90"/>
                    </a:moveTo>
                    <a:lnTo>
                      <a:pt x="83" y="84"/>
                    </a:lnTo>
                    <a:lnTo>
                      <a:pt x="71" y="60"/>
                    </a:lnTo>
                    <a:lnTo>
                      <a:pt x="53" y="42"/>
                    </a:lnTo>
                    <a:lnTo>
                      <a:pt x="6" y="0"/>
                    </a:lnTo>
                    <a:lnTo>
                      <a:pt x="0" y="18"/>
                    </a:lnTo>
                    <a:lnTo>
                      <a:pt x="35" y="48"/>
                    </a:lnTo>
                    <a:lnTo>
                      <a:pt x="59" y="90"/>
                    </a:lnTo>
                    <a:lnTo>
                      <a:pt x="59" y="90"/>
                    </a:lnTo>
                    <a:close/>
                  </a:path>
                </a:pathLst>
              </a:custGeom>
              <a:gradFill rotWithShape="0">
                <a:gsLst>
                  <a:gs pos="0">
                    <a:schemeClr val="accent2"/>
                  </a:gs>
                  <a:gs pos="100000">
                    <a:schemeClr val="accent2">
                      <a:gamma/>
                      <a:shade val="94118"/>
                      <a:invGamma/>
                    </a:schemeClr>
                  </a:gs>
                </a:gsLst>
                <a:lin ang="5400000" scaled="1"/>
              </a:gradFill>
              <a:ln w="9525">
                <a:noFill/>
                <a:round/>
                <a:headEnd/>
                <a:tailEnd/>
              </a:ln>
            </p:spPr>
            <p:txBody>
              <a:bodyPr/>
              <a:lstStyle/>
              <a:p>
                <a:pPr>
                  <a:defRPr/>
                </a:pPr>
                <a:endParaRPr lang="en-US" sz="1800"/>
              </a:p>
            </p:txBody>
          </p:sp>
          <p:sp>
            <p:nvSpPr>
              <p:cNvPr id="25644" name="Freeform 44"/>
              <p:cNvSpPr>
                <a:spLocks/>
              </p:cNvSpPr>
              <p:nvPr/>
            </p:nvSpPr>
            <p:spPr bwMode="hidden">
              <a:xfrm>
                <a:off x="4445" y="3552"/>
                <a:ext cx="717" cy="431"/>
              </a:xfrm>
              <a:custGeom>
                <a:avLst/>
                <a:gdLst/>
                <a:ahLst/>
                <a:cxnLst>
                  <a:cxn ang="0">
                    <a:pos x="693" y="216"/>
                  </a:cxn>
                  <a:cxn ang="0">
                    <a:pos x="687" y="257"/>
                  </a:cxn>
                  <a:cxn ang="0">
                    <a:pos x="669" y="293"/>
                  </a:cxn>
                  <a:cxn ang="0">
                    <a:pos x="633" y="329"/>
                  </a:cxn>
                  <a:cxn ang="0">
                    <a:pos x="598" y="359"/>
                  </a:cxn>
                  <a:cxn ang="0">
                    <a:pos x="544" y="383"/>
                  </a:cxn>
                  <a:cxn ang="0">
                    <a:pos x="490" y="401"/>
                  </a:cxn>
                  <a:cxn ang="0">
                    <a:pos x="424" y="413"/>
                  </a:cxn>
                  <a:cxn ang="0">
                    <a:pos x="359" y="419"/>
                  </a:cxn>
                  <a:cxn ang="0">
                    <a:pos x="293" y="413"/>
                  </a:cxn>
                  <a:cxn ang="0">
                    <a:pos x="227" y="401"/>
                  </a:cxn>
                  <a:cxn ang="0">
                    <a:pos x="173" y="383"/>
                  </a:cxn>
                  <a:cxn ang="0">
                    <a:pos x="119" y="359"/>
                  </a:cxn>
                  <a:cxn ang="0">
                    <a:pos x="84" y="329"/>
                  </a:cxn>
                  <a:cxn ang="0">
                    <a:pos x="48" y="293"/>
                  </a:cxn>
                  <a:cxn ang="0">
                    <a:pos x="30" y="257"/>
                  </a:cxn>
                  <a:cxn ang="0">
                    <a:pos x="24" y="216"/>
                  </a:cxn>
                  <a:cxn ang="0">
                    <a:pos x="30" y="174"/>
                  </a:cxn>
                  <a:cxn ang="0">
                    <a:pos x="48" y="138"/>
                  </a:cxn>
                  <a:cxn ang="0">
                    <a:pos x="84" y="102"/>
                  </a:cxn>
                  <a:cxn ang="0">
                    <a:pos x="119" y="72"/>
                  </a:cxn>
                  <a:cxn ang="0">
                    <a:pos x="173" y="48"/>
                  </a:cxn>
                  <a:cxn ang="0">
                    <a:pos x="227" y="30"/>
                  </a:cxn>
                  <a:cxn ang="0">
                    <a:pos x="293" y="18"/>
                  </a:cxn>
                  <a:cxn ang="0">
                    <a:pos x="359" y="12"/>
                  </a:cxn>
                  <a:cxn ang="0">
                    <a:pos x="418" y="18"/>
                  </a:cxn>
                  <a:cxn ang="0">
                    <a:pos x="478" y="30"/>
                  </a:cxn>
                  <a:cxn ang="0">
                    <a:pos x="532" y="48"/>
                  </a:cxn>
                  <a:cxn ang="0">
                    <a:pos x="580" y="66"/>
                  </a:cxn>
                  <a:cxn ang="0">
                    <a:pos x="586" y="48"/>
                  </a:cxn>
                  <a:cxn ang="0">
                    <a:pos x="478" y="12"/>
                  </a:cxn>
                  <a:cxn ang="0">
                    <a:pos x="418" y="6"/>
                  </a:cxn>
                  <a:cxn ang="0">
                    <a:pos x="359" y="0"/>
                  </a:cxn>
                  <a:cxn ang="0">
                    <a:pos x="287" y="6"/>
                  </a:cxn>
                  <a:cxn ang="0">
                    <a:pos x="221" y="18"/>
                  </a:cxn>
                  <a:cxn ang="0">
                    <a:pos x="161" y="36"/>
                  </a:cxn>
                  <a:cxn ang="0">
                    <a:pos x="107" y="66"/>
                  </a:cxn>
                  <a:cxn ang="0">
                    <a:pos x="60" y="96"/>
                  </a:cxn>
                  <a:cxn ang="0">
                    <a:pos x="30" y="132"/>
                  </a:cxn>
                  <a:cxn ang="0">
                    <a:pos x="6" y="174"/>
                  </a:cxn>
                  <a:cxn ang="0">
                    <a:pos x="0" y="216"/>
                  </a:cxn>
                  <a:cxn ang="0">
                    <a:pos x="6" y="257"/>
                  </a:cxn>
                  <a:cxn ang="0">
                    <a:pos x="30" y="299"/>
                  </a:cxn>
                  <a:cxn ang="0">
                    <a:pos x="60" y="335"/>
                  </a:cxn>
                  <a:cxn ang="0">
                    <a:pos x="107" y="371"/>
                  </a:cxn>
                  <a:cxn ang="0">
                    <a:pos x="161" y="395"/>
                  </a:cxn>
                  <a:cxn ang="0">
                    <a:pos x="221" y="413"/>
                  </a:cxn>
                  <a:cxn ang="0">
                    <a:pos x="287" y="425"/>
                  </a:cxn>
                  <a:cxn ang="0">
                    <a:pos x="359" y="431"/>
                  </a:cxn>
                  <a:cxn ang="0">
                    <a:pos x="430" y="425"/>
                  </a:cxn>
                  <a:cxn ang="0">
                    <a:pos x="496" y="413"/>
                  </a:cxn>
                  <a:cxn ang="0">
                    <a:pos x="562" y="395"/>
                  </a:cxn>
                  <a:cxn ang="0">
                    <a:pos x="610" y="371"/>
                  </a:cxn>
                  <a:cxn ang="0">
                    <a:pos x="657" y="335"/>
                  </a:cxn>
                  <a:cxn ang="0">
                    <a:pos x="687" y="299"/>
                  </a:cxn>
                  <a:cxn ang="0">
                    <a:pos x="711" y="257"/>
                  </a:cxn>
                  <a:cxn ang="0">
                    <a:pos x="717" y="216"/>
                  </a:cxn>
                  <a:cxn ang="0">
                    <a:pos x="717" y="204"/>
                  </a:cxn>
                  <a:cxn ang="0">
                    <a:pos x="711" y="192"/>
                  </a:cxn>
                  <a:cxn ang="0">
                    <a:pos x="687" y="198"/>
                  </a:cxn>
                  <a:cxn ang="0">
                    <a:pos x="693" y="210"/>
                  </a:cxn>
                  <a:cxn ang="0">
                    <a:pos x="693" y="216"/>
                  </a:cxn>
                  <a:cxn ang="0">
                    <a:pos x="693" y="216"/>
                  </a:cxn>
                </a:cxnLst>
                <a:rect l="0" t="0" r="r" b="b"/>
                <a:pathLst>
                  <a:path w="717" h="431">
                    <a:moveTo>
                      <a:pt x="693" y="216"/>
                    </a:moveTo>
                    <a:lnTo>
                      <a:pt x="687" y="257"/>
                    </a:lnTo>
                    <a:lnTo>
                      <a:pt x="669" y="293"/>
                    </a:lnTo>
                    <a:lnTo>
                      <a:pt x="633" y="329"/>
                    </a:lnTo>
                    <a:lnTo>
                      <a:pt x="598" y="359"/>
                    </a:lnTo>
                    <a:lnTo>
                      <a:pt x="544" y="383"/>
                    </a:lnTo>
                    <a:lnTo>
                      <a:pt x="490" y="401"/>
                    </a:lnTo>
                    <a:lnTo>
                      <a:pt x="424" y="413"/>
                    </a:lnTo>
                    <a:lnTo>
                      <a:pt x="359" y="419"/>
                    </a:lnTo>
                    <a:lnTo>
                      <a:pt x="293" y="413"/>
                    </a:lnTo>
                    <a:lnTo>
                      <a:pt x="227" y="401"/>
                    </a:lnTo>
                    <a:lnTo>
                      <a:pt x="173" y="383"/>
                    </a:lnTo>
                    <a:lnTo>
                      <a:pt x="119" y="359"/>
                    </a:lnTo>
                    <a:lnTo>
                      <a:pt x="84" y="329"/>
                    </a:lnTo>
                    <a:lnTo>
                      <a:pt x="48" y="293"/>
                    </a:lnTo>
                    <a:lnTo>
                      <a:pt x="30" y="257"/>
                    </a:lnTo>
                    <a:lnTo>
                      <a:pt x="24" y="216"/>
                    </a:lnTo>
                    <a:lnTo>
                      <a:pt x="30" y="174"/>
                    </a:lnTo>
                    <a:lnTo>
                      <a:pt x="48" y="138"/>
                    </a:lnTo>
                    <a:lnTo>
                      <a:pt x="84" y="102"/>
                    </a:lnTo>
                    <a:lnTo>
                      <a:pt x="119" y="72"/>
                    </a:lnTo>
                    <a:lnTo>
                      <a:pt x="173" y="48"/>
                    </a:lnTo>
                    <a:lnTo>
                      <a:pt x="227" y="30"/>
                    </a:lnTo>
                    <a:lnTo>
                      <a:pt x="293" y="18"/>
                    </a:lnTo>
                    <a:lnTo>
                      <a:pt x="359" y="12"/>
                    </a:lnTo>
                    <a:lnTo>
                      <a:pt x="418" y="18"/>
                    </a:lnTo>
                    <a:lnTo>
                      <a:pt x="478" y="30"/>
                    </a:lnTo>
                    <a:lnTo>
                      <a:pt x="532" y="48"/>
                    </a:lnTo>
                    <a:lnTo>
                      <a:pt x="580" y="66"/>
                    </a:lnTo>
                    <a:lnTo>
                      <a:pt x="586" y="48"/>
                    </a:lnTo>
                    <a:lnTo>
                      <a:pt x="478" y="12"/>
                    </a:lnTo>
                    <a:lnTo>
                      <a:pt x="418" y="6"/>
                    </a:lnTo>
                    <a:lnTo>
                      <a:pt x="359" y="0"/>
                    </a:lnTo>
                    <a:lnTo>
                      <a:pt x="287" y="6"/>
                    </a:lnTo>
                    <a:lnTo>
                      <a:pt x="221" y="18"/>
                    </a:lnTo>
                    <a:lnTo>
                      <a:pt x="161" y="36"/>
                    </a:lnTo>
                    <a:lnTo>
                      <a:pt x="107" y="66"/>
                    </a:lnTo>
                    <a:lnTo>
                      <a:pt x="60" y="96"/>
                    </a:lnTo>
                    <a:lnTo>
                      <a:pt x="30" y="132"/>
                    </a:lnTo>
                    <a:lnTo>
                      <a:pt x="6" y="174"/>
                    </a:lnTo>
                    <a:lnTo>
                      <a:pt x="0" y="216"/>
                    </a:lnTo>
                    <a:lnTo>
                      <a:pt x="6" y="257"/>
                    </a:lnTo>
                    <a:lnTo>
                      <a:pt x="30" y="299"/>
                    </a:lnTo>
                    <a:lnTo>
                      <a:pt x="60" y="335"/>
                    </a:lnTo>
                    <a:lnTo>
                      <a:pt x="107" y="371"/>
                    </a:lnTo>
                    <a:lnTo>
                      <a:pt x="161" y="395"/>
                    </a:lnTo>
                    <a:lnTo>
                      <a:pt x="221" y="413"/>
                    </a:lnTo>
                    <a:lnTo>
                      <a:pt x="287" y="425"/>
                    </a:lnTo>
                    <a:lnTo>
                      <a:pt x="359" y="431"/>
                    </a:lnTo>
                    <a:lnTo>
                      <a:pt x="430" y="425"/>
                    </a:lnTo>
                    <a:lnTo>
                      <a:pt x="496" y="413"/>
                    </a:lnTo>
                    <a:lnTo>
                      <a:pt x="562" y="395"/>
                    </a:lnTo>
                    <a:lnTo>
                      <a:pt x="610" y="371"/>
                    </a:lnTo>
                    <a:lnTo>
                      <a:pt x="657" y="335"/>
                    </a:lnTo>
                    <a:lnTo>
                      <a:pt x="687" y="299"/>
                    </a:lnTo>
                    <a:lnTo>
                      <a:pt x="711" y="257"/>
                    </a:lnTo>
                    <a:lnTo>
                      <a:pt x="717" y="216"/>
                    </a:lnTo>
                    <a:lnTo>
                      <a:pt x="717" y="204"/>
                    </a:lnTo>
                    <a:lnTo>
                      <a:pt x="711" y="192"/>
                    </a:lnTo>
                    <a:lnTo>
                      <a:pt x="687" y="198"/>
                    </a:lnTo>
                    <a:lnTo>
                      <a:pt x="693" y="210"/>
                    </a:lnTo>
                    <a:lnTo>
                      <a:pt x="693" y="216"/>
                    </a:lnTo>
                    <a:lnTo>
                      <a:pt x="693" y="216"/>
                    </a:lnTo>
                    <a:close/>
                  </a:path>
                </a:pathLst>
              </a:custGeom>
              <a:solidFill>
                <a:schemeClr val="accent2"/>
              </a:solidFill>
              <a:ln w="9525">
                <a:noFill/>
                <a:round/>
                <a:headEnd/>
                <a:tailEnd/>
              </a:ln>
            </p:spPr>
            <p:txBody>
              <a:bodyPr/>
              <a:lstStyle/>
              <a:p>
                <a:pPr>
                  <a:defRPr/>
                </a:pPr>
                <a:endParaRPr lang="en-US" sz="1800"/>
              </a:p>
            </p:txBody>
          </p:sp>
          <p:sp>
            <p:nvSpPr>
              <p:cNvPr id="25645" name="Freeform 45"/>
              <p:cNvSpPr>
                <a:spLocks/>
              </p:cNvSpPr>
              <p:nvPr/>
            </p:nvSpPr>
            <p:spPr bwMode="hidden">
              <a:xfrm>
                <a:off x="4349" y="3510"/>
                <a:ext cx="909" cy="533"/>
              </a:xfrm>
              <a:custGeom>
                <a:avLst/>
                <a:gdLst/>
                <a:ahLst/>
                <a:cxnLst>
                  <a:cxn ang="0">
                    <a:pos x="616" y="0"/>
                  </a:cxn>
                  <a:cxn ang="0">
                    <a:pos x="616" y="18"/>
                  </a:cxn>
                  <a:cxn ang="0">
                    <a:pos x="724" y="60"/>
                  </a:cxn>
                  <a:cxn ang="0">
                    <a:pos x="765" y="84"/>
                  </a:cxn>
                  <a:cxn ang="0">
                    <a:pos x="807" y="114"/>
                  </a:cxn>
                  <a:cxn ang="0">
                    <a:pos x="837" y="144"/>
                  </a:cxn>
                  <a:cxn ang="0">
                    <a:pos x="861" y="180"/>
                  </a:cxn>
                  <a:cxn ang="0">
                    <a:pos x="873" y="216"/>
                  </a:cxn>
                  <a:cxn ang="0">
                    <a:pos x="879" y="258"/>
                  </a:cxn>
                  <a:cxn ang="0">
                    <a:pos x="873" y="311"/>
                  </a:cxn>
                  <a:cxn ang="0">
                    <a:pos x="843" y="359"/>
                  </a:cxn>
                  <a:cxn ang="0">
                    <a:pos x="807" y="401"/>
                  </a:cxn>
                  <a:cxn ang="0">
                    <a:pos x="753" y="443"/>
                  </a:cxn>
                  <a:cxn ang="0">
                    <a:pos x="694" y="473"/>
                  </a:cxn>
                  <a:cxn ang="0">
                    <a:pos x="622" y="497"/>
                  </a:cxn>
                  <a:cxn ang="0">
                    <a:pos x="538" y="509"/>
                  </a:cxn>
                  <a:cxn ang="0">
                    <a:pos x="455" y="515"/>
                  </a:cxn>
                  <a:cxn ang="0">
                    <a:pos x="371" y="509"/>
                  </a:cxn>
                  <a:cxn ang="0">
                    <a:pos x="287" y="497"/>
                  </a:cxn>
                  <a:cxn ang="0">
                    <a:pos x="215" y="473"/>
                  </a:cxn>
                  <a:cxn ang="0">
                    <a:pos x="156" y="443"/>
                  </a:cxn>
                  <a:cxn ang="0">
                    <a:pos x="102" y="401"/>
                  </a:cxn>
                  <a:cxn ang="0">
                    <a:pos x="66" y="359"/>
                  </a:cxn>
                  <a:cxn ang="0">
                    <a:pos x="36" y="311"/>
                  </a:cxn>
                  <a:cxn ang="0">
                    <a:pos x="30" y="258"/>
                  </a:cxn>
                  <a:cxn ang="0">
                    <a:pos x="36" y="222"/>
                  </a:cxn>
                  <a:cxn ang="0">
                    <a:pos x="48" y="186"/>
                  </a:cxn>
                  <a:cxn ang="0">
                    <a:pos x="66" y="156"/>
                  </a:cxn>
                  <a:cxn ang="0">
                    <a:pos x="90" y="126"/>
                  </a:cxn>
                  <a:cxn ang="0">
                    <a:pos x="66" y="114"/>
                  </a:cxn>
                  <a:cxn ang="0">
                    <a:pos x="36" y="144"/>
                  </a:cxn>
                  <a:cxn ang="0">
                    <a:pos x="18" y="180"/>
                  </a:cxn>
                  <a:cxn ang="0">
                    <a:pos x="6" y="216"/>
                  </a:cxn>
                  <a:cxn ang="0">
                    <a:pos x="0" y="258"/>
                  </a:cxn>
                  <a:cxn ang="0">
                    <a:pos x="12" y="311"/>
                  </a:cxn>
                  <a:cxn ang="0">
                    <a:pos x="36" y="365"/>
                  </a:cxn>
                  <a:cxn ang="0">
                    <a:pos x="78" y="413"/>
                  </a:cxn>
                  <a:cxn ang="0">
                    <a:pos x="132" y="449"/>
                  </a:cxn>
                  <a:cxn ang="0">
                    <a:pos x="203" y="485"/>
                  </a:cxn>
                  <a:cxn ang="0">
                    <a:pos x="275" y="509"/>
                  </a:cxn>
                  <a:cxn ang="0">
                    <a:pos x="365" y="527"/>
                  </a:cxn>
                  <a:cxn ang="0">
                    <a:pos x="455" y="533"/>
                  </a:cxn>
                  <a:cxn ang="0">
                    <a:pos x="544" y="527"/>
                  </a:cxn>
                  <a:cxn ang="0">
                    <a:pos x="634" y="509"/>
                  </a:cxn>
                  <a:cxn ang="0">
                    <a:pos x="712" y="485"/>
                  </a:cxn>
                  <a:cxn ang="0">
                    <a:pos x="777" y="449"/>
                  </a:cxn>
                  <a:cxn ang="0">
                    <a:pos x="831" y="413"/>
                  </a:cxn>
                  <a:cxn ang="0">
                    <a:pos x="873" y="365"/>
                  </a:cxn>
                  <a:cxn ang="0">
                    <a:pos x="897" y="311"/>
                  </a:cxn>
                  <a:cxn ang="0">
                    <a:pos x="909" y="258"/>
                  </a:cxn>
                  <a:cxn ang="0">
                    <a:pos x="903" y="216"/>
                  </a:cxn>
                  <a:cxn ang="0">
                    <a:pos x="885" y="174"/>
                  </a:cxn>
                  <a:cxn ang="0">
                    <a:pos x="861" y="132"/>
                  </a:cxn>
                  <a:cxn ang="0">
                    <a:pos x="825" y="102"/>
                  </a:cxn>
                  <a:cxn ang="0">
                    <a:pos x="783" y="66"/>
                  </a:cxn>
                  <a:cxn ang="0">
                    <a:pos x="735" y="42"/>
                  </a:cxn>
                  <a:cxn ang="0">
                    <a:pos x="616" y="0"/>
                  </a:cxn>
                  <a:cxn ang="0">
                    <a:pos x="616" y="0"/>
                  </a:cxn>
                </a:cxnLst>
                <a:rect l="0" t="0" r="r" b="b"/>
                <a:pathLst>
                  <a:path w="909" h="533">
                    <a:moveTo>
                      <a:pt x="616" y="0"/>
                    </a:moveTo>
                    <a:lnTo>
                      <a:pt x="616" y="18"/>
                    </a:lnTo>
                    <a:lnTo>
                      <a:pt x="724" y="60"/>
                    </a:lnTo>
                    <a:lnTo>
                      <a:pt x="765" y="84"/>
                    </a:lnTo>
                    <a:lnTo>
                      <a:pt x="807" y="114"/>
                    </a:lnTo>
                    <a:lnTo>
                      <a:pt x="837" y="144"/>
                    </a:lnTo>
                    <a:lnTo>
                      <a:pt x="861" y="180"/>
                    </a:lnTo>
                    <a:lnTo>
                      <a:pt x="873" y="216"/>
                    </a:lnTo>
                    <a:lnTo>
                      <a:pt x="879" y="258"/>
                    </a:lnTo>
                    <a:lnTo>
                      <a:pt x="873" y="311"/>
                    </a:lnTo>
                    <a:lnTo>
                      <a:pt x="843" y="359"/>
                    </a:lnTo>
                    <a:lnTo>
                      <a:pt x="807" y="401"/>
                    </a:lnTo>
                    <a:lnTo>
                      <a:pt x="753" y="443"/>
                    </a:lnTo>
                    <a:lnTo>
                      <a:pt x="694" y="473"/>
                    </a:lnTo>
                    <a:lnTo>
                      <a:pt x="622" y="497"/>
                    </a:lnTo>
                    <a:lnTo>
                      <a:pt x="538" y="509"/>
                    </a:lnTo>
                    <a:lnTo>
                      <a:pt x="455" y="515"/>
                    </a:lnTo>
                    <a:lnTo>
                      <a:pt x="371" y="509"/>
                    </a:lnTo>
                    <a:lnTo>
                      <a:pt x="287" y="497"/>
                    </a:lnTo>
                    <a:lnTo>
                      <a:pt x="215" y="473"/>
                    </a:lnTo>
                    <a:lnTo>
                      <a:pt x="156" y="443"/>
                    </a:lnTo>
                    <a:lnTo>
                      <a:pt x="102" y="401"/>
                    </a:lnTo>
                    <a:lnTo>
                      <a:pt x="66" y="359"/>
                    </a:lnTo>
                    <a:lnTo>
                      <a:pt x="36" y="311"/>
                    </a:lnTo>
                    <a:lnTo>
                      <a:pt x="30" y="258"/>
                    </a:lnTo>
                    <a:lnTo>
                      <a:pt x="36" y="222"/>
                    </a:lnTo>
                    <a:lnTo>
                      <a:pt x="48" y="186"/>
                    </a:lnTo>
                    <a:lnTo>
                      <a:pt x="66" y="156"/>
                    </a:lnTo>
                    <a:lnTo>
                      <a:pt x="90" y="126"/>
                    </a:lnTo>
                    <a:lnTo>
                      <a:pt x="66" y="114"/>
                    </a:lnTo>
                    <a:lnTo>
                      <a:pt x="36" y="144"/>
                    </a:lnTo>
                    <a:lnTo>
                      <a:pt x="18" y="180"/>
                    </a:lnTo>
                    <a:lnTo>
                      <a:pt x="6" y="216"/>
                    </a:lnTo>
                    <a:lnTo>
                      <a:pt x="0" y="258"/>
                    </a:lnTo>
                    <a:lnTo>
                      <a:pt x="12" y="311"/>
                    </a:lnTo>
                    <a:lnTo>
                      <a:pt x="36" y="365"/>
                    </a:lnTo>
                    <a:lnTo>
                      <a:pt x="78" y="413"/>
                    </a:lnTo>
                    <a:lnTo>
                      <a:pt x="132" y="449"/>
                    </a:lnTo>
                    <a:lnTo>
                      <a:pt x="203" y="485"/>
                    </a:lnTo>
                    <a:lnTo>
                      <a:pt x="275" y="509"/>
                    </a:lnTo>
                    <a:lnTo>
                      <a:pt x="365" y="527"/>
                    </a:lnTo>
                    <a:lnTo>
                      <a:pt x="455" y="533"/>
                    </a:lnTo>
                    <a:lnTo>
                      <a:pt x="544" y="527"/>
                    </a:lnTo>
                    <a:lnTo>
                      <a:pt x="634" y="509"/>
                    </a:lnTo>
                    <a:lnTo>
                      <a:pt x="712" y="485"/>
                    </a:lnTo>
                    <a:lnTo>
                      <a:pt x="777" y="449"/>
                    </a:lnTo>
                    <a:lnTo>
                      <a:pt x="831" y="413"/>
                    </a:lnTo>
                    <a:lnTo>
                      <a:pt x="873" y="365"/>
                    </a:lnTo>
                    <a:lnTo>
                      <a:pt x="897" y="311"/>
                    </a:lnTo>
                    <a:lnTo>
                      <a:pt x="909" y="258"/>
                    </a:lnTo>
                    <a:lnTo>
                      <a:pt x="903" y="216"/>
                    </a:lnTo>
                    <a:lnTo>
                      <a:pt x="885" y="174"/>
                    </a:lnTo>
                    <a:lnTo>
                      <a:pt x="861" y="132"/>
                    </a:lnTo>
                    <a:lnTo>
                      <a:pt x="825" y="102"/>
                    </a:lnTo>
                    <a:lnTo>
                      <a:pt x="783" y="66"/>
                    </a:lnTo>
                    <a:lnTo>
                      <a:pt x="735" y="42"/>
                    </a:lnTo>
                    <a:lnTo>
                      <a:pt x="616" y="0"/>
                    </a:lnTo>
                    <a:lnTo>
                      <a:pt x="616" y="0"/>
                    </a:lnTo>
                    <a:close/>
                  </a:path>
                </a:pathLst>
              </a:custGeom>
              <a:gradFill rotWithShape="0">
                <a:gsLst>
                  <a:gs pos="0">
                    <a:schemeClr val="accent2">
                      <a:gamma/>
                      <a:tint val="96863"/>
                      <a:invGamma/>
                    </a:schemeClr>
                  </a:gs>
                  <a:gs pos="100000">
                    <a:schemeClr val="accent2"/>
                  </a:gs>
                </a:gsLst>
                <a:lin ang="0" scaled="1"/>
              </a:gradFill>
              <a:ln w="9525">
                <a:noFill/>
                <a:round/>
                <a:headEnd/>
                <a:tailEnd/>
              </a:ln>
            </p:spPr>
            <p:txBody>
              <a:bodyPr/>
              <a:lstStyle/>
              <a:p>
                <a:pPr>
                  <a:defRPr/>
                </a:pPr>
                <a:endParaRPr lang="en-US" sz="1800"/>
              </a:p>
            </p:txBody>
          </p:sp>
          <p:sp>
            <p:nvSpPr>
              <p:cNvPr id="25646" name="Freeform 46"/>
              <p:cNvSpPr>
                <a:spLocks/>
              </p:cNvSpPr>
              <p:nvPr/>
            </p:nvSpPr>
            <p:spPr bwMode="hidden">
              <a:xfrm>
                <a:off x="4564" y="3492"/>
                <a:ext cx="365" cy="66"/>
              </a:xfrm>
              <a:custGeom>
                <a:avLst/>
                <a:gdLst/>
                <a:ahLst/>
                <a:cxnLst>
                  <a:cxn ang="0">
                    <a:pos x="240" y="18"/>
                  </a:cxn>
                  <a:cxn ang="0">
                    <a:pos x="299" y="24"/>
                  </a:cxn>
                  <a:cxn ang="0">
                    <a:pos x="359" y="30"/>
                  </a:cxn>
                  <a:cxn ang="0">
                    <a:pos x="365" y="12"/>
                  </a:cxn>
                  <a:cxn ang="0">
                    <a:pos x="305" y="6"/>
                  </a:cxn>
                  <a:cxn ang="0">
                    <a:pos x="240" y="0"/>
                  </a:cxn>
                  <a:cxn ang="0">
                    <a:pos x="174" y="6"/>
                  </a:cxn>
                  <a:cxn ang="0">
                    <a:pos x="114" y="12"/>
                  </a:cxn>
                  <a:cxn ang="0">
                    <a:pos x="0" y="42"/>
                  </a:cxn>
                  <a:cxn ang="0">
                    <a:pos x="0" y="66"/>
                  </a:cxn>
                  <a:cxn ang="0">
                    <a:pos x="54" y="48"/>
                  </a:cxn>
                  <a:cxn ang="0">
                    <a:pos x="114" y="30"/>
                  </a:cxn>
                  <a:cxn ang="0">
                    <a:pos x="174" y="24"/>
                  </a:cxn>
                  <a:cxn ang="0">
                    <a:pos x="240" y="18"/>
                  </a:cxn>
                  <a:cxn ang="0">
                    <a:pos x="240" y="18"/>
                  </a:cxn>
                </a:cxnLst>
                <a:rect l="0" t="0" r="r" b="b"/>
                <a:pathLst>
                  <a:path w="365" h="66">
                    <a:moveTo>
                      <a:pt x="240" y="18"/>
                    </a:moveTo>
                    <a:lnTo>
                      <a:pt x="299" y="24"/>
                    </a:lnTo>
                    <a:lnTo>
                      <a:pt x="359" y="30"/>
                    </a:lnTo>
                    <a:lnTo>
                      <a:pt x="365" y="12"/>
                    </a:lnTo>
                    <a:lnTo>
                      <a:pt x="305" y="6"/>
                    </a:lnTo>
                    <a:lnTo>
                      <a:pt x="240" y="0"/>
                    </a:lnTo>
                    <a:lnTo>
                      <a:pt x="174" y="6"/>
                    </a:lnTo>
                    <a:lnTo>
                      <a:pt x="114" y="12"/>
                    </a:lnTo>
                    <a:lnTo>
                      <a:pt x="0" y="42"/>
                    </a:lnTo>
                    <a:lnTo>
                      <a:pt x="0" y="66"/>
                    </a:lnTo>
                    <a:lnTo>
                      <a:pt x="54" y="48"/>
                    </a:lnTo>
                    <a:lnTo>
                      <a:pt x="114" y="30"/>
                    </a:lnTo>
                    <a:lnTo>
                      <a:pt x="174" y="24"/>
                    </a:lnTo>
                    <a:lnTo>
                      <a:pt x="240" y="18"/>
                    </a:lnTo>
                    <a:lnTo>
                      <a:pt x="240" y="18"/>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5647" name="Freeform 47"/>
              <p:cNvSpPr>
                <a:spLocks/>
              </p:cNvSpPr>
              <p:nvPr/>
            </p:nvSpPr>
            <p:spPr bwMode="hidden">
              <a:xfrm>
                <a:off x="4463" y="3558"/>
                <a:ext cx="66" cy="48"/>
              </a:xfrm>
              <a:custGeom>
                <a:avLst/>
                <a:gdLst/>
                <a:ahLst/>
                <a:cxnLst>
                  <a:cxn ang="0">
                    <a:pos x="66" y="18"/>
                  </a:cxn>
                  <a:cxn ang="0">
                    <a:pos x="48" y="0"/>
                  </a:cxn>
                  <a:cxn ang="0">
                    <a:pos x="24" y="12"/>
                  </a:cxn>
                  <a:cxn ang="0">
                    <a:pos x="0" y="30"/>
                  </a:cxn>
                  <a:cxn ang="0">
                    <a:pos x="12" y="48"/>
                  </a:cxn>
                  <a:cxn ang="0">
                    <a:pos x="42" y="30"/>
                  </a:cxn>
                  <a:cxn ang="0">
                    <a:pos x="66" y="18"/>
                  </a:cxn>
                  <a:cxn ang="0">
                    <a:pos x="66" y="18"/>
                  </a:cxn>
                </a:cxnLst>
                <a:rect l="0" t="0" r="r" b="b"/>
                <a:pathLst>
                  <a:path w="66" h="48">
                    <a:moveTo>
                      <a:pt x="66" y="18"/>
                    </a:moveTo>
                    <a:lnTo>
                      <a:pt x="48" y="0"/>
                    </a:lnTo>
                    <a:lnTo>
                      <a:pt x="24" y="12"/>
                    </a:lnTo>
                    <a:lnTo>
                      <a:pt x="0" y="30"/>
                    </a:lnTo>
                    <a:lnTo>
                      <a:pt x="12" y="48"/>
                    </a:lnTo>
                    <a:lnTo>
                      <a:pt x="42" y="30"/>
                    </a:lnTo>
                    <a:lnTo>
                      <a:pt x="66" y="18"/>
                    </a:lnTo>
                    <a:lnTo>
                      <a:pt x="66" y="18"/>
                    </a:lnTo>
                    <a:close/>
                  </a:path>
                </a:pathLst>
              </a:custGeom>
              <a:gradFill rotWithShape="0">
                <a:gsLst>
                  <a:gs pos="0">
                    <a:schemeClr val="accent2">
                      <a:gamma/>
                      <a:tint val="96863"/>
                      <a:invGamma/>
                    </a:schemeClr>
                  </a:gs>
                  <a:gs pos="100000">
                    <a:schemeClr val="accent2"/>
                  </a:gs>
                </a:gsLst>
                <a:lin ang="5400000" scaled="1"/>
              </a:gradFill>
              <a:ln w="9525">
                <a:noFill/>
                <a:round/>
                <a:headEnd/>
                <a:tailEnd/>
              </a:ln>
            </p:spPr>
            <p:txBody>
              <a:bodyPr/>
              <a:lstStyle/>
              <a:p>
                <a:pPr>
                  <a:defRPr/>
                </a:pPr>
                <a:endParaRPr lang="en-US" sz="1800"/>
              </a:p>
            </p:txBody>
          </p:sp>
          <p:sp>
            <p:nvSpPr>
              <p:cNvPr id="25648" name="Oval 48"/>
              <p:cNvSpPr>
                <a:spLocks noChangeArrowheads="1"/>
              </p:cNvSpPr>
              <p:nvPr/>
            </p:nvSpPr>
            <p:spPr bwMode="hidden">
              <a:xfrm>
                <a:off x="4546" y="3608"/>
                <a:ext cx="518" cy="319"/>
              </a:xfrm>
              <a:prstGeom prst="ellipse">
                <a:avLst/>
              </a:prstGeom>
              <a:gradFill rotWithShape="0">
                <a:gsLst>
                  <a:gs pos="0">
                    <a:schemeClr val="accent2">
                      <a:gamma/>
                      <a:shade val="94118"/>
                      <a:invGamma/>
                    </a:schemeClr>
                  </a:gs>
                  <a:gs pos="100000">
                    <a:schemeClr val="accent2"/>
                  </a:gs>
                </a:gsLst>
                <a:lin ang="0" scaled="1"/>
              </a:gradFill>
              <a:ln w="9525">
                <a:noFill/>
                <a:round/>
                <a:headEnd/>
                <a:tailEnd/>
              </a:ln>
              <a:effectLst/>
            </p:spPr>
            <p:txBody>
              <a:bodyPr/>
              <a:lstStyle/>
              <a:p>
                <a:pPr>
                  <a:defRPr/>
                </a:pPr>
                <a:endParaRPr lang="en-US" sz="1800"/>
              </a:p>
            </p:txBody>
          </p:sp>
          <p:sp>
            <p:nvSpPr>
              <p:cNvPr id="25649" name="Oval 49"/>
              <p:cNvSpPr>
                <a:spLocks noChangeArrowheads="1"/>
              </p:cNvSpPr>
              <p:nvPr/>
            </p:nvSpPr>
            <p:spPr bwMode="hidden">
              <a:xfrm>
                <a:off x="4578" y="3630"/>
                <a:ext cx="446" cy="271"/>
              </a:xfrm>
              <a:prstGeom prst="ellipse">
                <a:avLst/>
              </a:prstGeom>
              <a:gradFill rotWithShape="0">
                <a:gsLst>
                  <a:gs pos="0">
                    <a:schemeClr val="accent2">
                      <a:gamma/>
                      <a:tint val="96863"/>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50" name="Oval 50"/>
              <p:cNvSpPr>
                <a:spLocks noChangeArrowheads="1"/>
              </p:cNvSpPr>
              <p:nvPr/>
            </p:nvSpPr>
            <p:spPr bwMode="hidden">
              <a:xfrm>
                <a:off x="4610" y="3650"/>
                <a:ext cx="386" cy="233"/>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25651" name="Oval 51"/>
              <p:cNvSpPr>
                <a:spLocks noChangeArrowheads="1"/>
              </p:cNvSpPr>
              <p:nvPr/>
            </p:nvSpPr>
            <p:spPr bwMode="hidden">
              <a:xfrm>
                <a:off x="4654" y="3678"/>
                <a:ext cx="298" cy="177"/>
              </a:xfrm>
              <a:prstGeom prst="ellipse">
                <a:avLst/>
              </a:prstGeom>
              <a:gradFill rotWithShape="0">
                <a:gsLst>
                  <a:gs pos="0">
                    <a:schemeClr val="accent2">
                      <a:gamma/>
                      <a:shade val="94118"/>
                      <a:invGamma/>
                    </a:schemeClr>
                  </a:gs>
                  <a:gs pos="100000">
                    <a:schemeClr val="accent2"/>
                  </a:gs>
                </a:gsLst>
                <a:lin ang="5400000" scaled="1"/>
              </a:gradFill>
              <a:ln w="9525">
                <a:noFill/>
                <a:round/>
                <a:headEnd/>
                <a:tailEnd/>
              </a:ln>
              <a:effectLst/>
            </p:spPr>
            <p:txBody>
              <a:bodyPr/>
              <a:lstStyle/>
              <a:p>
                <a:pPr>
                  <a:defRPr/>
                </a:pPr>
                <a:endParaRPr lang="en-US" sz="1800"/>
              </a:p>
            </p:txBody>
          </p:sp>
          <p:sp>
            <p:nvSpPr>
              <p:cNvPr id="25652" name="Oval 52"/>
              <p:cNvSpPr>
                <a:spLocks noChangeArrowheads="1"/>
              </p:cNvSpPr>
              <p:nvPr/>
            </p:nvSpPr>
            <p:spPr bwMode="hidden">
              <a:xfrm>
                <a:off x="4690" y="3698"/>
                <a:ext cx="222" cy="139"/>
              </a:xfrm>
              <a:prstGeom prst="ellipse">
                <a:avLst/>
              </a:prstGeom>
              <a:gradFill rotWithShape="0">
                <a:gsLst>
                  <a:gs pos="0">
                    <a:schemeClr val="accent2"/>
                  </a:gs>
                  <a:gs pos="100000">
                    <a:schemeClr val="accent2">
                      <a:gamma/>
                      <a:shade val="94118"/>
                      <a:invGamma/>
                    </a:schemeClr>
                  </a:gs>
                </a:gsLst>
                <a:lin ang="5400000" scaled="1"/>
              </a:gradFill>
              <a:ln w="9525">
                <a:noFill/>
                <a:round/>
                <a:headEnd/>
                <a:tailEnd/>
              </a:ln>
              <a:effectLst/>
            </p:spPr>
            <p:txBody>
              <a:bodyPr/>
              <a:lstStyle/>
              <a:p>
                <a:pPr>
                  <a:defRPr/>
                </a:pPr>
                <a:endParaRPr lang="en-US" sz="1800"/>
              </a:p>
            </p:txBody>
          </p:sp>
          <p:sp>
            <p:nvSpPr>
              <p:cNvPr id="25653" name="Oval 53"/>
              <p:cNvSpPr>
                <a:spLocks noChangeArrowheads="1"/>
              </p:cNvSpPr>
              <p:nvPr/>
            </p:nvSpPr>
            <p:spPr bwMode="hidden">
              <a:xfrm>
                <a:off x="4738" y="3728"/>
                <a:ext cx="126" cy="81"/>
              </a:xfrm>
              <a:prstGeom prst="ellipse">
                <a:avLst/>
              </a:prstGeom>
              <a:gradFill rotWithShape="0">
                <a:gsLst>
                  <a:gs pos="0">
                    <a:schemeClr val="accent2">
                      <a:gamma/>
                      <a:shade val="96863"/>
                      <a:invGamma/>
                    </a:schemeClr>
                  </a:gs>
                  <a:gs pos="100000">
                    <a:schemeClr val="accent2"/>
                  </a:gs>
                </a:gsLst>
                <a:lin ang="5400000" scaled="1"/>
              </a:gradFill>
              <a:ln w="9525">
                <a:noFill/>
                <a:round/>
                <a:headEnd/>
                <a:tailEnd/>
              </a:ln>
              <a:effectLst/>
            </p:spPr>
            <p:txBody>
              <a:bodyPr/>
              <a:lstStyle/>
              <a:p>
                <a:pPr>
                  <a:defRPr/>
                </a:pPr>
                <a:endParaRPr lang="en-US" sz="1800"/>
              </a:p>
            </p:txBody>
          </p:sp>
        </p:grpSp>
        <p:grpSp>
          <p:nvGrpSpPr>
            <p:cNvPr id="1037" name="Group 54"/>
            <p:cNvGrpSpPr>
              <a:grpSpLocks/>
            </p:cNvGrpSpPr>
            <p:nvPr userDrawn="1"/>
          </p:nvGrpSpPr>
          <p:grpSpPr bwMode="auto">
            <a:xfrm>
              <a:off x="5280" y="3024"/>
              <a:ext cx="425" cy="258"/>
              <a:chOff x="5280" y="3024"/>
              <a:chExt cx="425" cy="258"/>
            </a:xfrm>
          </p:grpSpPr>
          <p:sp>
            <p:nvSpPr>
              <p:cNvPr id="25655" name="Freeform 55"/>
              <p:cNvSpPr>
                <a:spLocks/>
              </p:cNvSpPr>
              <p:nvPr/>
            </p:nvSpPr>
            <p:spPr bwMode="hidden">
              <a:xfrm>
                <a:off x="5280" y="3186"/>
                <a:ext cx="383" cy="96"/>
              </a:xfrm>
              <a:custGeom>
                <a:avLst/>
                <a:gdLst/>
                <a:ahLst/>
                <a:cxnLst>
                  <a:cxn ang="0">
                    <a:pos x="209" y="96"/>
                  </a:cxn>
                  <a:cxn ang="0">
                    <a:pos x="143" y="90"/>
                  </a:cxn>
                  <a:cxn ang="0">
                    <a:pos x="83" y="66"/>
                  </a:cxn>
                  <a:cxn ang="0">
                    <a:pos x="35" y="36"/>
                  </a:cxn>
                  <a:cxn ang="0">
                    <a:pos x="6" y="0"/>
                  </a:cxn>
                  <a:cxn ang="0">
                    <a:pos x="0" y="6"/>
                  </a:cxn>
                  <a:cxn ang="0">
                    <a:pos x="29" y="42"/>
                  </a:cxn>
                  <a:cxn ang="0">
                    <a:pos x="77" y="72"/>
                  </a:cxn>
                  <a:cxn ang="0">
                    <a:pos x="137" y="90"/>
                  </a:cxn>
                  <a:cxn ang="0">
                    <a:pos x="209" y="96"/>
                  </a:cxn>
                  <a:cxn ang="0">
                    <a:pos x="263" y="90"/>
                  </a:cxn>
                  <a:cxn ang="0">
                    <a:pos x="311" y="84"/>
                  </a:cxn>
                  <a:cxn ang="0">
                    <a:pos x="352" y="66"/>
                  </a:cxn>
                  <a:cxn ang="0">
                    <a:pos x="382" y="42"/>
                  </a:cxn>
                  <a:cxn ang="0">
                    <a:pos x="376" y="42"/>
                  </a:cxn>
                  <a:cxn ang="0">
                    <a:pos x="346" y="66"/>
                  </a:cxn>
                  <a:cxn ang="0">
                    <a:pos x="305" y="78"/>
                  </a:cxn>
                  <a:cxn ang="0">
                    <a:pos x="263" y="90"/>
                  </a:cxn>
                  <a:cxn ang="0">
                    <a:pos x="209" y="96"/>
                  </a:cxn>
                  <a:cxn ang="0">
                    <a:pos x="209" y="96"/>
                  </a:cxn>
                </a:cxnLst>
                <a:rect l="0" t="0" r="r" b="b"/>
                <a:pathLst>
                  <a:path w="382" h="96">
                    <a:moveTo>
                      <a:pt x="209" y="96"/>
                    </a:moveTo>
                    <a:lnTo>
                      <a:pt x="143" y="90"/>
                    </a:lnTo>
                    <a:lnTo>
                      <a:pt x="83" y="66"/>
                    </a:lnTo>
                    <a:lnTo>
                      <a:pt x="35" y="36"/>
                    </a:lnTo>
                    <a:lnTo>
                      <a:pt x="6" y="0"/>
                    </a:lnTo>
                    <a:lnTo>
                      <a:pt x="0" y="6"/>
                    </a:lnTo>
                    <a:lnTo>
                      <a:pt x="29" y="42"/>
                    </a:lnTo>
                    <a:lnTo>
                      <a:pt x="77" y="72"/>
                    </a:lnTo>
                    <a:lnTo>
                      <a:pt x="137" y="90"/>
                    </a:lnTo>
                    <a:lnTo>
                      <a:pt x="209" y="96"/>
                    </a:lnTo>
                    <a:lnTo>
                      <a:pt x="263" y="90"/>
                    </a:lnTo>
                    <a:lnTo>
                      <a:pt x="311" y="84"/>
                    </a:lnTo>
                    <a:lnTo>
                      <a:pt x="352" y="66"/>
                    </a:lnTo>
                    <a:lnTo>
                      <a:pt x="382" y="42"/>
                    </a:lnTo>
                    <a:lnTo>
                      <a:pt x="376" y="42"/>
                    </a:lnTo>
                    <a:lnTo>
                      <a:pt x="346" y="66"/>
                    </a:lnTo>
                    <a:lnTo>
                      <a:pt x="305" y="78"/>
                    </a:lnTo>
                    <a:lnTo>
                      <a:pt x="263" y="90"/>
                    </a:lnTo>
                    <a:lnTo>
                      <a:pt x="209" y="96"/>
                    </a:lnTo>
                    <a:lnTo>
                      <a:pt x="209" y="96"/>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25656" name="Freeform 56"/>
              <p:cNvSpPr>
                <a:spLocks/>
              </p:cNvSpPr>
              <p:nvPr/>
            </p:nvSpPr>
            <p:spPr bwMode="hidden">
              <a:xfrm>
                <a:off x="5315" y="3024"/>
                <a:ext cx="258" cy="54"/>
              </a:xfrm>
              <a:custGeom>
                <a:avLst/>
                <a:gdLst/>
                <a:ahLst/>
                <a:cxnLst>
                  <a:cxn ang="0">
                    <a:pos x="174" y="0"/>
                  </a:cxn>
                  <a:cxn ang="0">
                    <a:pos x="216" y="6"/>
                  </a:cxn>
                  <a:cxn ang="0">
                    <a:pos x="258" y="12"/>
                  </a:cxn>
                  <a:cxn ang="0">
                    <a:pos x="252" y="6"/>
                  </a:cxn>
                  <a:cxn ang="0">
                    <a:pos x="216" y="0"/>
                  </a:cxn>
                  <a:cxn ang="0">
                    <a:pos x="174" y="0"/>
                  </a:cxn>
                  <a:cxn ang="0">
                    <a:pos x="120" y="6"/>
                  </a:cxn>
                  <a:cxn ang="0">
                    <a:pos x="78" y="12"/>
                  </a:cxn>
                  <a:cxn ang="0">
                    <a:pos x="36" y="30"/>
                  </a:cxn>
                  <a:cxn ang="0">
                    <a:pos x="0" y="48"/>
                  </a:cxn>
                  <a:cxn ang="0">
                    <a:pos x="6" y="54"/>
                  </a:cxn>
                  <a:cxn ang="0">
                    <a:pos x="36" y="36"/>
                  </a:cxn>
                  <a:cxn ang="0">
                    <a:pos x="78" y="18"/>
                  </a:cxn>
                  <a:cxn ang="0">
                    <a:pos x="120" y="6"/>
                  </a:cxn>
                  <a:cxn ang="0">
                    <a:pos x="174" y="0"/>
                  </a:cxn>
                  <a:cxn ang="0">
                    <a:pos x="174" y="0"/>
                  </a:cxn>
                </a:cxnLst>
                <a:rect l="0" t="0" r="r" b="b"/>
                <a:pathLst>
                  <a:path w="258" h="54">
                    <a:moveTo>
                      <a:pt x="174" y="0"/>
                    </a:moveTo>
                    <a:lnTo>
                      <a:pt x="216" y="6"/>
                    </a:lnTo>
                    <a:lnTo>
                      <a:pt x="258" y="12"/>
                    </a:lnTo>
                    <a:lnTo>
                      <a:pt x="252" y="6"/>
                    </a:lnTo>
                    <a:lnTo>
                      <a:pt x="216" y="0"/>
                    </a:lnTo>
                    <a:lnTo>
                      <a:pt x="174" y="0"/>
                    </a:lnTo>
                    <a:lnTo>
                      <a:pt x="120" y="6"/>
                    </a:lnTo>
                    <a:lnTo>
                      <a:pt x="78" y="12"/>
                    </a:lnTo>
                    <a:lnTo>
                      <a:pt x="36" y="30"/>
                    </a:lnTo>
                    <a:lnTo>
                      <a:pt x="0" y="48"/>
                    </a:lnTo>
                    <a:lnTo>
                      <a:pt x="6" y="54"/>
                    </a:lnTo>
                    <a:lnTo>
                      <a:pt x="36" y="36"/>
                    </a:lnTo>
                    <a:lnTo>
                      <a:pt x="78" y="18"/>
                    </a:lnTo>
                    <a:lnTo>
                      <a:pt x="120" y="6"/>
                    </a:lnTo>
                    <a:lnTo>
                      <a:pt x="174" y="0"/>
                    </a:lnTo>
                    <a:lnTo>
                      <a:pt x="174" y="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25657" name="Freeform 57"/>
              <p:cNvSpPr>
                <a:spLocks/>
              </p:cNvSpPr>
              <p:nvPr/>
            </p:nvSpPr>
            <p:spPr bwMode="hidden">
              <a:xfrm>
                <a:off x="5645" y="3066"/>
                <a:ext cx="60" cy="156"/>
              </a:xfrm>
              <a:custGeom>
                <a:avLst/>
                <a:gdLst/>
                <a:ahLst/>
                <a:cxnLst>
                  <a:cxn ang="0">
                    <a:pos x="54" y="90"/>
                  </a:cxn>
                  <a:cxn ang="0">
                    <a:pos x="48" y="126"/>
                  </a:cxn>
                  <a:cxn ang="0">
                    <a:pos x="24" y="156"/>
                  </a:cxn>
                  <a:cxn ang="0">
                    <a:pos x="30" y="156"/>
                  </a:cxn>
                  <a:cxn ang="0">
                    <a:pos x="54" y="126"/>
                  </a:cxn>
                  <a:cxn ang="0">
                    <a:pos x="60" y="90"/>
                  </a:cxn>
                  <a:cxn ang="0">
                    <a:pos x="54" y="66"/>
                  </a:cxn>
                  <a:cxn ang="0">
                    <a:pos x="48" y="42"/>
                  </a:cxn>
                  <a:cxn ang="0">
                    <a:pos x="30" y="18"/>
                  </a:cxn>
                  <a:cxn ang="0">
                    <a:pos x="6" y="0"/>
                  </a:cxn>
                  <a:cxn ang="0">
                    <a:pos x="0" y="6"/>
                  </a:cxn>
                  <a:cxn ang="0">
                    <a:pos x="24" y="24"/>
                  </a:cxn>
                  <a:cxn ang="0">
                    <a:pos x="42" y="42"/>
                  </a:cxn>
                  <a:cxn ang="0">
                    <a:pos x="48" y="66"/>
                  </a:cxn>
                  <a:cxn ang="0">
                    <a:pos x="54" y="90"/>
                  </a:cxn>
                  <a:cxn ang="0">
                    <a:pos x="54" y="90"/>
                  </a:cxn>
                </a:cxnLst>
                <a:rect l="0" t="0" r="r" b="b"/>
                <a:pathLst>
                  <a:path w="60" h="156">
                    <a:moveTo>
                      <a:pt x="54" y="90"/>
                    </a:moveTo>
                    <a:lnTo>
                      <a:pt x="48" y="126"/>
                    </a:lnTo>
                    <a:lnTo>
                      <a:pt x="24" y="156"/>
                    </a:lnTo>
                    <a:lnTo>
                      <a:pt x="30" y="156"/>
                    </a:lnTo>
                    <a:lnTo>
                      <a:pt x="54" y="126"/>
                    </a:lnTo>
                    <a:lnTo>
                      <a:pt x="60" y="90"/>
                    </a:lnTo>
                    <a:lnTo>
                      <a:pt x="54" y="66"/>
                    </a:lnTo>
                    <a:lnTo>
                      <a:pt x="48" y="42"/>
                    </a:lnTo>
                    <a:lnTo>
                      <a:pt x="30" y="18"/>
                    </a:lnTo>
                    <a:lnTo>
                      <a:pt x="6" y="0"/>
                    </a:lnTo>
                    <a:lnTo>
                      <a:pt x="0" y="6"/>
                    </a:lnTo>
                    <a:lnTo>
                      <a:pt x="24" y="24"/>
                    </a:lnTo>
                    <a:lnTo>
                      <a:pt x="42" y="42"/>
                    </a:lnTo>
                    <a:lnTo>
                      <a:pt x="48" y="66"/>
                    </a:lnTo>
                    <a:lnTo>
                      <a:pt x="54" y="90"/>
                    </a:lnTo>
                    <a:lnTo>
                      <a:pt x="54" y="9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25658" name="Freeform 58"/>
              <p:cNvSpPr>
                <a:spLocks/>
              </p:cNvSpPr>
              <p:nvPr/>
            </p:nvSpPr>
            <p:spPr bwMode="hidden">
              <a:xfrm>
                <a:off x="5375" y="3246"/>
                <a:ext cx="192" cy="18"/>
              </a:xfrm>
              <a:custGeom>
                <a:avLst/>
                <a:gdLst/>
                <a:ahLst/>
                <a:cxnLst>
                  <a:cxn ang="0">
                    <a:pos x="114" y="12"/>
                  </a:cxn>
                  <a:cxn ang="0">
                    <a:pos x="72" y="6"/>
                  </a:cxn>
                  <a:cxn ang="0">
                    <a:pos x="30" y="0"/>
                  </a:cxn>
                  <a:cxn ang="0">
                    <a:pos x="0" y="0"/>
                  </a:cxn>
                  <a:cxn ang="0">
                    <a:pos x="54" y="12"/>
                  </a:cxn>
                  <a:cxn ang="0">
                    <a:pos x="114" y="18"/>
                  </a:cxn>
                  <a:cxn ang="0">
                    <a:pos x="156" y="18"/>
                  </a:cxn>
                  <a:cxn ang="0">
                    <a:pos x="192" y="12"/>
                  </a:cxn>
                  <a:cxn ang="0">
                    <a:pos x="186" y="0"/>
                  </a:cxn>
                  <a:cxn ang="0">
                    <a:pos x="150" y="6"/>
                  </a:cxn>
                  <a:cxn ang="0">
                    <a:pos x="114" y="12"/>
                  </a:cxn>
                  <a:cxn ang="0">
                    <a:pos x="114" y="12"/>
                  </a:cxn>
                </a:cxnLst>
                <a:rect l="0" t="0" r="r" b="b"/>
                <a:pathLst>
                  <a:path w="192" h="18">
                    <a:moveTo>
                      <a:pt x="114" y="12"/>
                    </a:moveTo>
                    <a:lnTo>
                      <a:pt x="72" y="6"/>
                    </a:lnTo>
                    <a:lnTo>
                      <a:pt x="30" y="0"/>
                    </a:lnTo>
                    <a:lnTo>
                      <a:pt x="0" y="0"/>
                    </a:lnTo>
                    <a:lnTo>
                      <a:pt x="54" y="12"/>
                    </a:lnTo>
                    <a:lnTo>
                      <a:pt x="114" y="18"/>
                    </a:lnTo>
                    <a:lnTo>
                      <a:pt x="156" y="18"/>
                    </a:lnTo>
                    <a:lnTo>
                      <a:pt x="192" y="12"/>
                    </a:lnTo>
                    <a:lnTo>
                      <a:pt x="186" y="0"/>
                    </a:lnTo>
                    <a:lnTo>
                      <a:pt x="150" y="6"/>
                    </a:lnTo>
                    <a:lnTo>
                      <a:pt x="114" y="12"/>
                    </a:lnTo>
                    <a:lnTo>
                      <a:pt x="114" y="12"/>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sp>
            <p:nvSpPr>
              <p:cNvPr id="25659" name="Freeform 59"/>
              <p:cNvSpPr>
                <a:spLocks/>
              </p:cNvSpPr>
              <p:nvPr/>
            </p:nvSpPr>
            <p:spPr bwMode="hidden">
              <a:xfrm>
                <a:off x="5304" y="3042"/>
                <a:ext cx="161" cy="186"/>
              </a:xfrm>
              <a:custGeom>
                <a:avLst/>
                <a:gdLst/>
                <a:ahLst/>
                <a:cxnLst>
                  <a:cxn ang="0">
                    <a:pos x="11" y="114"/>
                  </a:cxn>
                  <a:cxn ang="0">
                    <a:pos x="17" y="96"/>
                  </a:cxn>
                  <a:cxn ang="0">
                    <a:pos x="23" y="78"/>
                  </a:cxn>
                  <a:cxn ang="0">
                    <a:pos x="53" y="42"/>
                  </a:cxn>
                  <a:cxn ang="0">
                    <a:pos x="101" y="18"/>
                  </a:cxn>
                  <a:cxn ang="0">
                    <a:pos x="155" y="6"/>
                  </a:cxn>
                  <a:cxn ang="0">
                    <a:pos x="161" y="0"/>
                  </a:cxn>
                  <a:cxn ang="0">
                    <a:pos x="95" y="12"/>
                  </a:cxn>
                  <a:cxn ang="0">
                    <a:pos x="47" y="36"/>
                  </a:cxn>
                  <a:cxn ang="0">
                    <a:pos x="11" y="72"/>
                  </a:cxn>
                  <a:cxn ang="0">
                    <a:pos x="5" y="90"/>
                  </a:cxn>
                  <a:cxn ang="0">
                    <a:pos x="0" y="114"/>
                  </a:cxn>
                  <a:cxn ang="0">
                    <a:pos x="11" y="150"/>
                  </a:cxn>
                  <a:cxn ang="0">
                    <a:pos x="23" y="168"/>
                  </a:cxn>
                  <a:cxn ang="0">
                    <a:pos x="41" y="186"/>
                  </a:cxn>
                  <a:cxn ang="0">
                    <a:pos x="65" y="186"/>
                  </a:cxn>
                  <a:cxn ang="0">
                    <a:pos x="41" y="168"/>
                  </a:cxn>
                  <a:cxn ang="0">
                    <a:pos x="23" y="150"/>
                  </a:cxn>
                  <a:cxn ang="0">
                    <a:pos x="17" y="132"/>
                  </a:cxn>
                  <a:cxn ang="0">
                    <a:pos x="11" y="114"/>
                  </a:cxn>
                  <a:cxn ang="0">
                    <a:pos x="11" y="114"/>
                  </a:cxn>
                </a:cxnLst>
                <a:rect l="0" t="0" r="r" b="b"/>
                <a:pathLst>
                  <a:path w="161" h="186">
                    <a:moveTo>
                      <a:pt x="11" y="114"/>
                    </a:moveTo>
                    <a:lnTo>
                      <a:pt x="17" y="96"/>
                    </a:lnTo>
                    <a:lnTo>
                      <a:pt x="23" y="78"/>
                    </a:lnTo>
                    <a:lnTo>
                      <a:pt x="53" y="42"/>
                    </a:lnTo>
                    <a:lnTo>
                      <a:pt x="101" y="18"/>
                    </a:lnTo>
                    <a:lnTo>
                      <a:pt x="155" y="6"/>
                    </a:lnTo>
                    <a:lnTo>
                      <a:pt x="161" y="0"/>
                    </a:lnTo>
                    <a:lnTo>
                      <a:pt x="95" y="12"/>
                    </a:lnTo>
                    <a:lnTo>
                      <a:pt x="47" y="36"/>
                    </a:lnTo>
                    <a:lnTo>
                      <a:pt x="11" y="72"/>
                    </a:lnTo>
                    <a:lnTo>
                      <a:pt x="5" y="90"/>
                    </a:lnTo>
                    <a:lnTo>
                      <a:pt x="0" y="114"/>
                    </a:lnTo>
                    <a:lnTo>
                      <a:pt x="11" y="150"/>
                    </a:lnTo>
                    <a:lnTo>
                      <a:pt x="23" y="168"/>
                    </a:lnTo>
                    <a:lnTo>
                      <a:pt x="41" y="186"/>
                    </a:lnTo>
                    <a:lnTo>
                      <a:pt x="65" y="186"/>
                    </a:lnTo>
                    <a:lnTo>
                      <a:pt x="41" y="168"/>
                    </a:lnTo>
                    <a:lnTo>
                      <a:pt x="23" y="150"/>
                    </a:lnTo>
                    <a:lnTo>
                      <a:pt x="17" y="132"/>
                    </a:lnTo>
                    <a:lnTo>
                      <a:pt x="11" y="114"/>
                    </a:lnTo>
                    <a:lnTo>
                      <a:pt x="11" y="114"/>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sp>
            <p:nvSpPr>
              <p:cNvPr id="25660" name="Freeform 60"/>
              <p:cNvSpPr>
                <a:spLocks/>
              </p:cNvSpPr>
              <p:nvPr/>
            </p:nvSpPr>
            <p:spPr bwMode="hidden">
              <a:xfrm>
                <a:off x="5489" y="3042"/>
                <a:ext cx="186" cy="210"/>
              </a:xfrm>
              <a:custGeom>
                <a:avLst/>
                <a:gdLst/>
                <a:ahLst/>
                <a:cxnLst>
                  <a:cxn ang="0">
                    <a:pos x="0" y="6"/>
                  </a:cxn>
                  <a:cxn ang="0">
                    <a:pos x="66" y="12"/>
                  </a:cxn>
                  <a:cxn ang="0">
                    <a:pos x="119" y="36"/>
                  </a:cxn>
                  <a:cxn ang="0">
                    <a:pos x="155" y="72"/>
                  </a:cxn>
                  <a:cxn ang="0">
                    <a:pos x="161" y="90"/>
                  </a:cxn>
                  <a:cxn ang="0">
                    <a:pos x="167" y="114"/>
                  </a:cxn>
                  <a:cxn ang="0">
                    <a:pos x="161" y="138"/>
                  </a:cxn>
                  <a:cxn ang="0">
                    <a:pos x="149" y="162"/>
                  </a:cxn>
                  <a:cxn ang="0">
                    <a:pos x="119" y="180"/>
                  </a:cxn>
                  <a:cxn ang="0">
                    <a:pos x="90" y="198"/>
                  </a:cxn>
                  <a:cxn ang="0">
                    <a:pos x="96" y="210"/>
                  </a:cxn>
                  <a:cxn ang="0">
                    <a:pos x="131" y="192"/>
                  </a:cxn>
                  <a:cxn ang="0">
                    <a:pos x="161" y="168"/>
                  </a:cxn>
                  <a:cxn ang="0">
                    <a:pos x="179" y="144"/>
                  </a:cxn>
                  <a:cxn ang="0">
                    <a:pos x="185" y="114"/>
                  </a:cxn>
                  <a:cxn ang="0">
                    <a:pos x="179" y="90"/>
                  </a:cxn>
                  <a:cxn ang="0">
                    <a:pos x="173" y="66"/>
                  </a:cxn>
                  <a:cxn ang="0">
                    <a:pos x="155" y="48"/>
                  </a:cxn>
                  <a:cxn ang="0">
                    <a:pos x="131" y="30"/>
                  </a:cxn>
                  <a:cxn ang="0">
                    <a:pos x="72" y="6"/>
                  </a:cxn>
                  <a:cxn ang="0">
                    <a:pos x="0" y="0"/>
                  </a:cxn>
                  <a:cxn ang="0">
                    <a:pos x="0" y="6"/>
                  </a:cxn>
                  <a:cxn ang="0">
                    <a:pos x="0" y="6"/>
                  </a:cxn>
                  <a:cxn ang="0">
                    <a:pos x="0" y="6"/>
                  </a:cxn>
                </a:cxnLst>
                <a:rect l="0" t="0" r="r" b="b"/>
                <a:pathLst>
                  <a:path w="185" h="210">
                    <a:moveTo>
                      <a:pt x="0" y="6"/>
                    </a:moveTo>
                    <a:lnTo>
                      <a:pt x="66" y="12"/>
                    </a:lnTo>
                    <a:lnTo>
                      <a:pt x="119" y="36"/>
                    </a:lnTo>
                    <a:lnTo>
                      <a:pt x="155" y="72"/>
                    </a:lnTo>
                    <a:lnTo>
                      <a:pt x="161" y="90"/>
                    </a:lnTo>
                    <a:lnTo>
                      <a:pt x="167" y="114"/>
                    </a:lnTo>
                    <a:lnTo>
                      <a:pt x="161" y="138"/>
                    </a:lnTo>
                    <a:lnTo>
                      <a:pt x="149" y="162"/>
                    </a:lnTo>
                    <a:lnTo>
                      <a:pt x="119" y="180"/>
                    </a:lnTo>
                    <a:lnTo>
                      <a:pt x="90" y="198"/>
                    </a:lnTo>
                    <a:lnTo>
                      <a:pt x="96" y="210"/>
                    </a:lnTo>
                    <a:lnTo>
                      <a:pt x="131" y="192"/>
                    </a:lnTo>
                    <a:lnTo>
                      <a:pt x="161" y="168"/>
                    </a:lnTo>
                    <a:lnTo>
                      <a:pt x="179" y="144"/>
                    </a:lnTo>
                    <a:lnTo>
                      <a:pt x="185" y="114"/>
                    </a:lnTo>
                    <a:lnTo>
                      <a:pt x="179" y="90"/>
                    </a:lnTo>
                    <a:lnTo>
                      <a:pt x="173" y="66"/>
                    </a:lnTo>
                    <a:lnTo>
                      <a:pt x="155" y="48"/>
                    </a:lnTo>
                    <a:lnTo>
                      <a:pt x="131" y="30"/>
                    </a:lnTo>
                    <a:lnTo>
                      <a:pt x="72" y="6"/>
                    </a:lnTo>
                    <a:lnTo>
                      <a:pt x="0" y="0"/>
                    </a:lnTo>
                    <a:lnTo>
                      <a:pt x="0" y="6"/>
                    </a:lnTo>
                    <a:lnTo>
                      <a:pt x="0" y="6"/>
                    </a:lnTo>
                    <a:lnTo>
                      <a:pt x="0" y="6"/>
                    </a:lnTo>
                    <a:close/>
                  </a:path>
                </a:pathLst>
              </a:custGeom>
              <a:gradFill rotWithShape="0">
                <a:gsLst>
                  <a:gs pos="0">
                    <a:schemeClr val="bg1"/>
                  </a:gs>
                  <a:gs pos="100000">
                    <a:schemeClr val="accent2"/>
                  </a:gs>
                </a:gsLst>
                <a:lin ang="5400000" scaled="1"/>
              </a:gradFill>
              <a:ln w="9525">
                <a:noFill/>
                <a:round/>
                <a:headEnd/>
                <a:tailEnd/>
              </a:ln>
            </p:spPr>
            <p:txBody>
              <a:bodyPr/>
              <a:lstStyle/>
              <a:p>
                <a:pPr>
                  <a:defRPr/>
                </a:pPr>
                <a:endParaRPr lang="en-US" sz="1800"/>
              </a:p>
            </p:txBody>
          </p:sp>
          <p:sp>
            <p:nvSpPr>
              <p:cNvPr id="25661" name="Freeform 61"/>
              <p:cNvSpPr>
                <a:spLocks noEditPoints="1"/>
              </p:cNvSpPr>
              <p:nvPr/>
            </p:nvSpPr>
            <p:spPr bwMode="hidden">
              <a:xfrm>
                <a:off x="5345" y="3058"/>
                <a:ext cx="299" cy="186"/>
              </a:xfrm>
              <a:custGeom>
                <a:avLst/>
                <a:gdLst/>
                <a:ahLst/>
                <a:cxnLst>
                  <a:cxn ang="0">
                    <a:pos x="150" y="0"/>
                  </a:cxn>
                  <a:cxn ang="0">
                    <a:pos x="90" y="6"/>
                  </a:cxn>
                  <a:cxn ang="0">
                    <a:pos x="42" y="30"/>
                  </a:cxn>
                  <a:cxn ang="0">
                    <a:pos x="12" y="54"/>
                  </a:cxn>
                  <a:cxn ang="0">
                    <a:pos x="6" y="72"/>
                  </a:cxn>
                  <a:cxn ang="0">
                    <a:pos x="0" y="90"/>
                  </a:cxn>
                  <a:cxn ang="0">
                    <a:pos x="6" y="108"/>
                  </a:cxn>
                  <a:cxn ang="0">
                    <a:pos x="12" y="126"/>
                  </a:cxn>
                  <a:cxn ang="0">
                    <a:pos x="42" y="156"/>
                  </a:cxn>
                  <a:cxn ang="0">
                    <a:pos x="90" y="180"/>
                  </a:cxn>
                  <a:cxn ang="0">
                    <a:pos x="150" y="186"/>
                  </a:cxn>
                  <a:cxn ang="0">
                    <a:pos x="209" y="180"/>
                  </a:cxn>
                  <a:cxn ang="0">
                    <a:pos x="257" y="156"/>
                  </a:cxn>
                  <a:cxn ang="0">
                    <a:pos x="287" y="126"/>
                  </a:cxn>
                  <a:cxn ang="0">
                    <a:pos x="299" y="108"/>
                  </a:cxn>
                  <a:cxn ang="0">
                    <a:pos x="299" y="90"/>
                  </a:cxn>
                  <a:cxn ang="0">
                    <a:pos x="299" y="72"/>
                  </a:cxn>
                  <a:cxn ang="0">
                    <a:pos x="287" y="54"/>
                  </a:cxn>
                  <a:cxn ang="0">
                    <a:pos x="257" y="30"/>
                  </a:cxn>
                  <a:cxn ang="0">
                    <a:pos x="209" y="6"/>
                  </a:cxn>
                  <a:cxn ang="0">
                    <a:pos x="150" y="0"/>
                  </a:cxn>
                  <a:cxn ang="0">
                    <a:pos x="150" y="0"/>
                  </a:cxn>
                  <a:cxn ang="0">
                    <a:pos x="150" y="180"/>
                  </a:cxn>
                  <a:cxn ang="0">
                    <a:pos x="96" y="174"/>
                  </a:cxn>
                  <a:cxn ang="0">
                    <a:pos x="48" y="156"/>
                  </a:cxn>
                  <a:cxn ang="0">
                    <a:pos x="18" y="126"/>
                  </a:cxn>
                  <a:cxn ang="0">
                    <a:pos x="12" y="108"/>
                  </a:cxn>
                  <a:cxn ang="0">
                    <a:pos x="6" y="90"/>
                  </a:cxn>
                  <a:cxn ang="0">
                    <a:pos x="12" y="72"/>
                  </a:cxn>
                  <a:cxn ang="0">
                    <a:pos x="18" y="54"/>
                  </a:cxn>
                  <a:cxn ang="0">
                    <a:pos x="48" y="30"/>
                  </a:cxn>
                  <a:cxn ang="0">
                    <a:pos x="96" y="12"/>
                  </a:cxn>
                  <a:cxn ang="0">
                    <a:pos x="150" y="6"/>
                  </a:cxn>
                  <a:cxn ang="0">
                    <a:pos x="203" y="12"/>
                  </a:cxn>
                  <a:cxn ang="0">
                    <a:pos x="251" y="30"/>
                  </a:cxn>
                  <a:cxn ang="0">
                    <a:pos x="281" y="54"/>
                  </a:cxn>
                  <a:cxn ang="0">
                    <a:pos x="293" y="72"/>
                  </a:cxn>
                  <a:cxn ang="0">
                    <a:pos x="293" y="90"/>
                  </a:cxn>
                  <a:cxn ang="0">
                    <a:pos x="293" y="108"/>
                  </a:cxn>
                  <a:cxn ang="0">
                    <a:pos x="281" y="126"/>
                  </a:cxn>
                  <a:cxn ang="0">
                    <a:pos x="251" y="156"/>
                  </a:cxn>
                  <a:cxn ang="0">
                    <a:pos x="203" y="174"/>
                  </a:cxn>
                  <a:cxn ang="0">
                    <a:pos x="150" y="180"/>
                  </a:cxn>
                  <a:cxn ang="0">
                    <a:pos x="150" y="180"/>
                  </a:cxn>
                </a:cxnLst>
                <a:rect l="0" t="0" r="r" b="b"/>
                <a:pathLst>
                  <a:path w="299" h="186">
                    <a:moveTo>
                      <a:pt x="150" y="0"/>
                    </a:moveTo>
                    <a:lnTo>
                      <a:pt x="90" y="6"/>
                    </a:lnTo>
                    <a:lnTo>
                      <a:pt x="42" y="30"/>
                    </a:lnTo>
                    <a:lnTo>
                      <a:pt x="12" y="54"/>
                    </a:lnTo>
                    <a:lnTo>
                      <a:pt x="6" y="72"/>
                    </a:lnTo>
                    <a:lnTo>
                      <a:pt x="0" y="90"/>
                    </a:lnTo>
                    <a:lnTo>
                      <a:pt x="6" y="108"/>
                    </a:lnTo>
                    <a:lnTo>
                      <a:pt x="12" y="126"/>
                    </a:lnTo>
                    <a:lnTo>
                      <a:pt x="42" y="156"/>
                    </a:lnTo>
                    <a:lnTo>
                      <a:pt x="90" y="180"/>
                    </a:lnTo>
                    <a:lnTo>
                      <a:pt x="150" y="186"/>
                    </a:lnTo>
                    <a:lnTo>
                      <a:pt x="209" y="180"/>
                    </a:lnTo>
                    <a:lnTo>
                      <a:pt x="257" y="156"/>
                    </a:lnTo>
                    <a:lnTo>
                      <a:pt x="287" y="126"/>
                    </a:lnTo>
                    <a:lnTo>
                      <a:pt x="299" y="108"/>
                    </a:lnTo>
                    <a:lnTo>
                      <a:pt x="299" y="90"/>
                    </a:lnTo>
                    <a:lnTo>
                      <a:pt x="299" y="72"/>
                    </a:lnTo>
                    <a:lnTo>
                      <a:pt x="287" y="54"/>
                    </a:lnTo>
                    <a:lnTo>
                      <a:pt x="257" y="30"/>
                    </a:lnTo>
                    <a:lnTo>
                      <a:pt x="209" y="6"/>
                    </a:lnTo>
                    <a:lnTo>
                      <a:pt x="150" y="0"/>
                    </a:lnTo>
                    <a:lnTo>
                      <a:pt x="150" y="0"/>
                    </a:lnTo>
                    <a:close/>
                    <a:moveTo>
                      <a:pt x="150" y="180"/>
                    </a:moveTo>
                    <a:lnTo>
                      <a:pt x="96" y="174"/>
                    </a:lnTo>
                    <a:lnTo>
                      <a:pt x="48" y="156"/>
                    </a:lnTo>
                    <a:lnTo>
                      <a:pt x="18" y="126"/>
                    </a:lnTo>
                    <a:lnTo>
                      <a:pt x="12" y="108"/>
                    </a:lnTo>
                    <a:lnTo>
                      <a:pt x="6" y="90"/>
                    </a:lnTo>
                    <a:lnTo>
                      <a:pt x="12" y="72"/>
                    </a:lnTo>
                    <a:lnTo>
                      <a:pt x="18" y="54"/>
                    </a:lnTo>
                    <a:lnTo>
                      <a:pt x="48" y="30"/>
                    </a:lnTo>
                    <a:lnTo>
                      <a:pt x="96" y="12"/>
                    </a:lnTo>
                    <a:lnTo>
                      <a:pt x="150" y="6"/>
                    </a:lnTo>
                    <a:lnTo>
                      <a:pt x="203" y="12"/>
                    </a:lnTo>
                    <a:lnTo>
                      <a:pt x="251" y="30"/>
                    </a:lnTo>
                    <a:lnTo>
                      <a:pt x="281" y="54"/>
                    </a:lnTo>
                    <a:lnTo>
                      <a:pt x="293" y="72"/>
                    </a:lnTo>
                    <a:lnTo>
                      <a:pt x="293" y="90"/>
                    </a:lnTo>
                    <a:lnTo>
                      <a:pt x="293" y="108"/>
                    </a:lnTo>
                    <a:lnTo>
                      <a:pt x="281" y="126"/>
                    </a:lnTo>
                    <a:lnTo>
                      <a:pt x="251" y="156"/>
                    </a:lnTo>
                    <a:lnTo>
                      <a:pt x="203" y="174"/>
                    </a:lnTo>
                    <a:lnTo>
                      <a:pt x="150" y="180"/>
                    </a:lnTo>
                    <a:lnTo>
                      <a:pt x="150" y="180"/>
                    </a:lnTo>
                    <a:close/>
                  </a:path>
                </a:pathLst>
              </a:custGeom>
              <a:gradFill rotWithShape="0">
                <a:gsLst>
                  <a:gs pos="0">
                    <a:schemeClr val="accent2"/>
                  </a:gs>
                  <a:gs pos="100000">
                    <a:schemeClr val="bg1"/>
                  </a:gs>
                </a:gsLst>
                <a:lin ang="5400000" scaled="1"/>
              </a:gradFill>
              <a:ln w="9525">
                <a:noFill/>
                <a:round/>
                <a:headEnd/>
                <a:tailEnd/>
              </a:ln>
            </p:spPr>
            <p:txBody>
              <a:bodyPr/>
              <a:lstStyle/>
              <a:p>
                <a:pPr>
                  <a:defRPr/>
                </a:pPr>
                <a:endParaRPr lang="en-US" sz="1800"/>
              </a:p>
            </p:txBody>
          </p:sp>
          <p:grpSp>
            <p:nvGrpSpPr>
              <p:cNvPr id="1045" name="Group 62"/>
              <p:cNvGrpSpPr>
                <a:grpSpLocks/>
              </p:cNvGrpSpPr>
              <p:nvPr/>
            </p:nvGrpSpPr>
            <p:grpSpPr bwMode="auto">
              <a:xfrm>
                <a:off x="5381" y="3085"/>
                <a:ext cx="227" cy="132"/>
                <a:chOff x="5381" y="3085"/>
                <a:chExt cx="227" cy="132"/>
              </a:xfrm>
            </p:grpSpPr>
            <p:sp>
              <p:nvSpPr>
                <p:cNvPr id="25663" name="Oval 63"/>
                <p:cNvSpPr>
                  <a:spLocks noChangeArrowheads="1"/>
                </p:cNvSpPr>
                <p:nvPr userDrawn="1"/>
              </p:nvSpPr>
              <p:spPr bwMode="hidden">
                <a:xfrm>
                  <a:off x="5381" y="3085"/>
                  <a:ext cx="227" cy="132"/>
                </a:xfrm>
                <a:prstGeom prst="ellipse">
                  <a:avLst/>
                </a:prstGeom>
                <a:gradFill rotWithShape="0">
                  <a:gsLst>
                    <a:gs pos="0">
                      <a:schemeClr val="bg1"/>
                    </a:gs>
                    <a:gs pos="100000">
                      <a:schemeClr val="accent2"/>
                    </a:gs>
                  </a:gsLst>
                  <a:lin ang="5400000" scaled="1"/>
                </a:gradFill>
                <a:ln w="9525">
                  <a:noFill/>
                  <a:round/>
                  <a:headEnd/>
                  <a:tailEnd/>
                </a:ln>
                <a:effectLst/>
              </p:spPr>
              <p:txBody>
                <a:bodyPr/>
                <a:lstStyle/>
                <a:p>
                  <a:pPr>
                    <a:defRPr/>
                  </a:pPr>
                  <a:endParaRPr lang="en-US" sz="1800"/>
                </a:p>
              </p:txBody>
            </p:sp>
            <p:sp>
              <p:nvSpPr>
                <p:cNvPr id="25664" name="Oval 64"/>
                <p:cNvSpPr>
                  <a:spLocks noChangeArrowheads="1"/>
                </p:cNvSpPr>
                <p:nvPr userDrawn="1"/>
              </p:nvSpPr>
              <p:spPr bwMode="hidden">
                <a:xfrm>
                  <a:off x="5403" y="3099"/>
                  <a:ext cx="182" cy="102"/>
                </a:xfrm>
                <a:prstGeom prst="ellipse">
                  <a:avLst/>
                </a:prstGeom>
                <a:gradFill rotWithShape="0">
                  <a:gsLst>
                    <a:gs pos="0">
                      <a:schemeClr val="accent2"/>
                    </a:gs>
                    <a:gs pos="100000">
                      <a:schemeClr val="bg1"/>
                    </a:gs>
                  </a:gsLst>
                  <a:lin ang="5400000" scaled="1"/>
                </a:gradFill>
                <a:ln w="9525">
                  <a:noFill/>
                  <a:round/>
                  <a:headEnd/>
                  <a:tailEnd/>
                </a:ln>
                <a:effectLst/>
              </p:spPr>
              <p:txBody>
                <a:bodyPr/>
                <a:lstStyle/>
                <a:p>
                  <a:pPr>
                    <a:defRPr/>
                  </a:pPr>
                  <a:endParaRPr lang="en-US" sz="1800"/>
                </a:p>
              </p:txBody>
            </p:sp>
            <p:sp>
              <p:nvSpPr>
                <p:cNvPr id="25665" name="Oval 65"/>
                <p:cNvSpPr>
                  <a:spLocks noChangeArrowheads="1"/>
                </p:cNvSpPr>
                <p:nvPr userDrawn="1"/>
              </p:nvSpPr>
              <p:spPr bwMode="hidden">
                <a:xfrm>
                  <a:off x="5431" y="3109"/>
                  <a:ext cx="125" cy="82"/>
                </a:xfrm>
                <a:prstGeom prst="ellipse">
                  <a:avLst/>
                </a:prstGeom>
                <a:gradFill rotWithShape="0">
                  <a:gsLst>
                    <a:gs pos="0">
                      <a:schemeClr val="bg1"/>
                    </a:gs>
                    <a:gs pos="100000">
                      <a:schemeClr val="accent2"/>
                    </a:gs>
                  </a:gsLst>
                  <a:lin ang="5400000" scaled="1"/>
                </a:gradFill>
                <a:ln w="9525">
                  <a:noFill/>
                  <a:round/>
                  <a:headEnd/>
                  <a:tailEnd/>
                </a:ln>
                <a:effectLst/>
              </p:spPr>
              <p:txBody>
                <a:bodyPr/>
                <a:lstStyle/>
                <a:p>
                  <a:pPr>
                    <a:defRPr/>
                  </a:pPr>
                  <a:endParaRPr lang="en-US" sz="1800"/>
                </a:p>
              </p:txBody>
            </p:sp>
            <p:sp>
              <p:nvSpPr>
                <p:cNvPr id="25666" name="Oval 66"/>
                <p:cNvSpPr>
                  <a:spLocks noChangeArrowheads="1"/>
                </p:cNvSpPr>
                <p:nvPr userDrawn="1"/>
              </p:nvSpPr>
              <p:spPr bwMode="hidden">
                <a:xfrm>
                  <a:off x="5458" y="3125"/>
                  <a:ext cx="73" cy="47"/>
                </a:xfrm>
                <a:prstGeom prst="ellipse">
                  <a:avLst/>
                </a:prstGeom>
                <a:gradFill rotWithShape="0">
                  <a:gsLst>
                    <a:gs pos="0">
                      <a:schemeClr val="accent2"/>
                    </a:gs>
                    <a:gs pos="100000">
                      <a:schemeClr val="bg1"/>
                    </a:gs>
                  </a:gsLst>
                  <a:lin ang="5400000" scaled="1"/>
                </a:gradFill>
                <a:ln w="9525">
                  <a:noFill/>
                  <a:round/>
                  <a:headEnd/>
                  <a:tailEnd/>
                </a:ln>
                <a:effectLst/>
              </p:spPr>
              <p:txBody>
                <a:bodyPr/>
                <a:lstStyle/>
                <a:p>
                  <a:pPr>
                    <a:defRPr/>
                  </a:pPr>
                  <a:endParaRPr lang="en-US" sz="1800"/>
                </a:p>
              </p:txBody>
            </p:sp>
          </p:grpSp>
        </p:grpSp>
      </p:grpSp>
      <p:sp>
        <p:nvSpPr>
          <p:cNvPr id="25667" name="Rectangle 67"/>
          <p:cNvSpPr>
            <a:spLocks noGrp="1" noChangeArrowheads="1"/>
          </p:cNvSpPr>
          <p:nvPr>
            <p:ph type="title"/>
          </p:nvPr>
        </p:nvSpPr>
        <p:spPr bwMode="auto">
          <a:xfrm>
            <a:off x="609600" y="277814"/>
            <a:ext cx="109728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en-US"/>
              <a:t>Click to edit Master title style</a:t>
            </a:r>
          </a:p>
        </p:txBody>
      </p:sp>
      <p:sp>
        <p:nvSpPr>
          <p:cNvPr id="25668" name="Rectangle 68"/>
          <p:cNvSpPr>
            <a:spLocks noGrp="1" noChangeArrowheads="1"/>
          </p:cNvSpPr>
          <p:nvPr>
            <p:ph type="body" idx="1"/>
          </p:nvPr>
        </p:nvSpPr>
        <p:spPr bwMode="auto">
          <a:xfrm>
            <a:off x="609600" y="1600201"/>
            <a:ext cx="109728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669" name="Rectangle 69"/>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defRPr>
            </a:lvl1pPr>
          </a:lstStyle>
          <a:p>
            <a:pPr>
              <a:defRPr/>
            </a:pPr>
            <a:endParaRPr lang="en-US"/>
          </a:p>
        </p:txBody>
      </p:sp>
      <p:sp>
        <p:nvSpPr>
          <p:cNvPr id="25670" name="Rectangle 70"/>
          <p:cNvSpPr>
            <a:spLocks noGrp="1" noChangeArrowheads="1"/>
          </p:cNvSpPr>
          <p:nvPr>
            <p:ph type="ftr" sz="quarter" idx="3"/>
          </p:nvPr>
        </p:nvSpPr>
        <p:spPr bwMode="auto">
          <a:xfrm>
            <a:off x="3860800" y="6245225"/>
            <a:ext cx="47752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defRPr>
            </a:lvl1pPr>
          </a:lstStyle>
          <a:p>
            <a:pPr>
              <a:defRPr/>
            </a:pPr>
            <a:r>
              <a:rPr lang="en-US" dirty="0"/>
              <a:t>Requirements Engineering 3rd Edition, Lecture 7</a:t>
            </a:r>
          </a:p>
        </p:txBody>
      </p:sp>
      <p:sp>
        <p:nvSpPr>
          <p:cNvPr id="25671" name="Rectangle 71"/>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defRPr>
            </a:lvl1pPr>
          </a:lstStyle>
          <a:p>
            <a:pPr>
              <a:defRPr/>
            </a:pPr>
            <a:fld id="{1A838125-9256-4997-A6CE-AE8721E6BBF7}" type="slidenum">
              <a:rPr lang="en-US"/>
              <a:pPr>
                <a:defRPr/>
              </a:pPr>
              <a:t>‹#›</a:t>
            </a:fld>
            <a:endParaRPr lang="en-US"/>
          </a:p>
        </p:txBody>
      </p:sp>
    </p:spTree>
    <p:extLst>
      <p:ext uri="{BB962C8B-B14F-4D97-AF65-F5344CB8AC3E}">
        <p14:creationId xmlns:p14="http://schemas.microsoft.com/office/powerpoint/2010/main" val="2239378025"/>
      </p:ext>
    </p:extLst>
  </p:cSld>
  <p:clrMap bg1="dk2" tx1="lt1" bg2="dk1" tx2="lt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hf hdr="0" dt="0"/>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defRPr>
      </a:lvl9pPr>
    </p:titleStyle>
    <p:bodyStyle>
      <a:lvl1pPr marL="342900" indent="-342900" algn="l" rtl="0" eaLnBrk="0" fontAlgn="base" hangingPunct="0">
        <a:spcBef>
          <a:spcPct val="20000"/>
        </a:spcBef>
        <a:spcAft>
          <a:spcPct val="0"/>
        </a:spcAft>
        <a:buClr>
          <a:schemeClr val="hlink"/>
        </a:buClr>
        <a:buSzPct val="80000"/>
        <a:buFont typeface="Wingdings" pitchFamily="2" charset="2"/>
        <a:buChar char="Ø"/>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50000"/>
        <a:buFont typeface="Wingdings" pitchFamily="2" charset="2"/>
        <a:buChar char="l"/>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accent2"/>
        </a:buClr>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50000"/>
        <a:buFont typeface="Wingdings" pitchFamily="2" charset="2"/>
        <a:buChar char="l"/>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25D435-878F-41C6-956A-1DFD63D7F89A}" type="datetime1">
              <a:rPr lang="en-US" smtClean="0"/>
              <a:t>11/27/2024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02611B-C7D4-401B-B615-A1AB963424CC}" type="slidenum">
              <a:rPr lang="en-US" smtClean="0"/>
              <a:t>‹#›</a:t>
            </a:fld>
            <a:endParaRPr lang="en-US"/>
          </a:p>
        </p:txBody>
      </p:sp>
    </p:spTree>
    <p:extLst>
      <p:ext uri="{BB962C8B-B14F-4D97-AF65-F5344CB8AC3E}">
        <p14:creationId xmlns:p14="http://schemas.microsoft.com/office/powerpoint/2010/main" val="2222205311"/>
      </p:ext>
    </p:extLst>
  </p:cSld>
  <p:clrMap bg1="lt1" tx1="dk1" bg2="lt2" tx2="dk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sz="1800">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r>
              <a:rPr lang="en-US"/>
              <a:t>Object-Oriented Testing</a:t>
            </a:r>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a:defRPr/>
            </a:pPr>
            <a:fld id="{E5006BCD-9AE8-4860-B78E-6DAC73DDCF86}" type="slidenum">
              <a:rPr lang="en-US" smtClean="0"/>
              <a:pPr>
                <a:defRPr/>
              </a:pPr>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sz="1800"/>
            </a:p>
          </p:txBody>
        </p:sp>
      </p:grpSp>
    </p:spTree>
    <p:extLst>
      <p:ext uri="{BB962C8B-B14F-4D97-AF65-F5344CB8AC3E}">
        <p14:creationId xmlns:p14="http://schemas.microsoft.com/office/powerpoint/2010/main" val="861174732"/>
      </p:ext>
    </p:extLst>
  </p:cSld>
  <p:clrMap bg1="lt1" tx1="dk1" bg2="lt2" tx2="dk2" accent1="accent1" accent2="accent2" accent3="accent3" accent4="accent4" accent5="accent5" accent6="accent6" hlink="hlink" folHlink="folHlink"/>
  <p:sldLayoutIdLst>
    <p:sldLayoutId id="2147483973" r:id="rId1"/>
    <p:sldLayoutId id="2147483974" r:id="rId2"/>
    <p:sldLayoutId id="2147483975" r:id="rId3"/>
    <p:sldLayoutId id="2147483976" r:id="rId4"/>
    <p:sldLayoutId id="2147483977" r:id="rId5"/>
    <p:sldLayoutId id="2147483978" r:id="rId6"/>
    <p:sldLayoutId id="2147483979" r:id="rId7"/>
    <p:sldLayoutId id="2147483980" r:id="rId8"/>
    <p:sldLayoutId id="2147483981" r:id="rId9"/>
    <p:sldLayoutId id="2147483982" r:id="rId10"/>
    <p:sldLayoutId id="2147483983" r:id="rId11"/>
  </p:sldLayoutIdLst>
  <p:hf hd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7.jpeg"/><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Layout" Target="../slideLayouts/slideLayout2.xml"/><Relationship Id="rId5" Type="http://schemas.openxmlformats.org/officeDocument/2006/relationships/image" Target="../media/image2.png"/><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0.jpeg"/><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2.jpeg"/><Relationship Id="rId5" Type="http://schemas.microsoft.com/office/2007/relationships/hdphoto" Target="../media/hdphoto1.wdp"/><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4.xml"/></Relationships>
</file>

<file path=ppt/slides/_rels/slide4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3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8.xml"/><Relationship Id="rId1" Type="http://schemas.openxmlformats.org/officeDocument/2006/relationships/slideLayout" Target="../slideLayouts/slideLayout4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35.xml"/><Relationship Id="rId4"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14.xml"/><Relationship Id="rId1" Type="http://schemas.openxmlformats.org/officeDocument/2006/relationships/slideLayout" Target="../slideLayouts/slideLayout4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5.xml"/></Relationships>
</file>

<file path=ppt/slides/_rels/slide7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75.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package" Target="../embeddings/Microsoft_PowerPoint_Slide.sldx"/><Relationship Id="rId1" Type="http://schemas.openxmlformats.org/officeDocument/2006/relationships/slideLayout" Target="../slideLayouts/slideLayout3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9.xml.rels><?xml version="1.0" encoding="UTF-8" standalone="yes"?>
<Relationships xmlns="http://schemas.openxmlformats.org/package/2006/relationships"><Relationship Id="rId2" Type="http://schemas.openxmlformats.org/officeDocument/2006/relationships/image" Target="../media/image37.gif"/><Relationship Id="rId1" Type="http://schemas.openxmlformats.org/officeDocument/2006/relationships/slideLayout" Target="../slideLayouts/slideLayout3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5.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5.xml"/></Relationships>
</file>

<file path=ppt/slides/_rels/slide83.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3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46.xml"/></Relationships>
</file>

<file path=ppt/slides/_rels/slide86.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oleObject" Target="../embeddings/oleObject1.bin"/><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3" Type="http://schemas.openxmlformats.org/officeDocument/2006/relationships/image" Target="../media/image49.emf"/><Relationship Id="rId2" Type="http://schemas.openxmlformats.org/officeDocument/2006/relationships/oleObject" Target="../embeddings/oleObject2.bin"/><Relationship Id="rId1"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oleObject" Target="../embeddings/oleObject3.bin"/><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p:cNvSpPr>
            <a:spLocks noGrp="1"/>
          </p:cNvSpPr>
          <p:nvPr>
            <p:ph type="ctrTitle" sz="quarter"/>
          </p:nvPr>
        </p:nvSpPr>
        <p:spPr>
          <a:xfrm>
            <a:off x="6556100" y="1360493"/>
            <a:ext cx="4972511" cy="3106732"/>
          </a:xfrm>
        </p:spPr>
        <p:txBody>
          <a:bodyPr anchor="b">
            <a:normAutofit/>
          </a:bodyPr>
          <a:lstStyle/>
          <a:p>
            <a:pPr algn="ctr"/>
            <a:r>
              <a:rPr lang="en-US" sz="6100" dirty="0">
                <a:latin typeface="Calibri" panose="020F0502020204030204" pitchFamily="34" charset="0"/>
                <a:cs typeface="Calibri" panose="020F0502020204030204" pitchFamily="34" charset="0"/>
              </a:rPr>
              <a:t>Software Engineering</a:t>
            </a:r>
            <a:br>
              <a:rPr lang="en-US" sz="6100" dirty="0">
                <a:latin typeface="Calibri" panose="020F0502020204030204" pitchFamily="34" charset="0"/>
                <a:cs typeface="Calibri" panose="020F0502020204030204" pitchFamily="34" charset="0"/>
              </a:rPr>
            </a:br>
            <a:r>
              <a:rPr lang="en-US" sz="6100" dirty="0">
                <a:latin typeface="Calibri" panose="020F0502020204030204" pitchFamily="34" charset="0"/>
                <a:cs typeface="Calibri" panose="020F0502020204030204" pitchFamily="34" charset="0"/>
              </a:rPr>
              <a:t>CS-UH 2012, FALL 2024 </a:t>
            </a:r>
            <a:endParaRPr lang="en-US" sz="6100" dirty="0"/>
          </a:p>
        </p:txBody>
      </p:sp>
      <p:sp>
        <p:nvSpPr>
          <p:cNvPr id="5" name="Subtitle 4"/>
          <p:cNvSpPr>
            <a:spLocks noGrp="1"/>
          </p:cNvSpPr>
          <p:nvPr>
            <p:ph type="subTitle" sz="quarter" idx="1"/>
          </p:nvPr>
        </p:nvSpPr>
        <p:spPr>
          <a:xfrm>
            <a:off x="6556100" y="4687316"/>
            <a:ext cx="4972512" cy="1517088"/>
          </a:xfrm>
        </p:spPr>
        <p:txBody>
          <a:bodyPr>
            <a:normAutofit/>
          </a:bodyPr>
          <a:lstStyle/>
          <a:p>
            <a:pPr algn="ctr"/>
            <a:r>
              <a:rPr lang="en-US" b="1" dirty="0"/>
              <a:t>Final Course Review</a:t>
            </a:r>
          </a:p>
          <a:p>
            <a:r>
              <a:rPr lang="en-US" dirty="0"/>
              <a:t>Dr. Mohamad Kassab, m.kassab@nyu.edu</a:t>
            </a:r>
          </a:p>
        </p:txBody>
      </p:sp>
      <p:sp>
        <p:nvSpPr>
          <p:cNvPr id="44" name="Freeform: Shape 43">
            <a:extLst>
              <a:ext uri="{FF2B5EF4-FFF2-40B4-BE49-F238E27FC236}">
                <a16:creationId xmlns:a16="http://schemas.microsoft.com/office/drawing/2014/main" id="{14A1598B-1957-47CF-AAF4-F7A36DA0E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Video 6" descr="A white gears in a circle&#10;&#10;Description automatically generated">
            <a:extLst>
              <a:ext uri="{FF2B5EF4-FFF2-40B4-BE49-F238E27FC236}">
                <a16:creationId xmlns:a16="http://schemas.microsoft.com/office/drawing/2014/main" id="{4694D9F2-7F32-C331-7163-755981700F5D}"/>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r="1" b="285"/>
          <a:stretch/>
        </p:blipFill>
        <p:spPr>
          <a:xfrm>
            <a:off x="663388" y="2377424"/>
            <a:ext cx="3749586" cy="2103151"/>
          </a:xfrm>
          <a:prstGeom prst="rect">
            <a:avLst/>
          </a:prstGeom>
        </p:spPr>
      </p:pic>
    </p:spTree>
    <p:extLst>
      <p:ext uri="{BB962C8B-B14F-4D97-AF65-F5344CB8AC3E}">
        <p14:creationId xmlns:p14="http://schemas.microsoft.com/office/powerpoint/2010/main" val="1921954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5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mute="1">
                <p:cTn id="12" repeatCount="indefinite" fill="hold" display="0">
                  <p:stCondLst>
                    <p:cond delay="indefinite"/>
                  </p:stCondLst>
                </p:cTn>
                <p:tgtEl>
                  <p:spTgt spid="7"/>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6" name="Rectangle 35">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7" name="Rectangle 36">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38" name="Group 37">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39" name="Oval 38">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40" name="Oval 39">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sp useBgFill="1">
        <p:nvSpPr>
          <p:cNvPr id="41" name="Rectangle 40">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E0D85C-B6B1-7BFA-ADCF-657F236C4B5E}"/>
              </a:ext>
            </a:extLst>
          </p:cNvPr>
          <p:cNvSpPr>
            <a:spLocks noGrp="1"/>
          </p:cNvSpPr>
          <p:nvPr>
            <p:ph type="title"/>
          </p:nvPr>
        </p:nvSpPr>
        <p:spPr>
          <a:xfrm>
            <a:off x="6556100" y="1360493"/>
            <a:ext cx="4972511" cy="3106732"/>
          </a:xfrm>
        </p:spPr>
        <p:txBody>
          <a:bodyPr vert="horz" lIns="91440" tIns="45720" rIns="91440" bIns="45720" rtlCol="0" anchor="b">
            <a:normAutofit/>
          </a:bodyPr>
          <a:lstStyle/>
          <a:p>
            <a:pPr>
              <a:lnSpc>
                <a:spcPct val="80000"/>
              </a:lnSpc>
            </a:pPr>
            <a:r>
              <a:rPr lang="en-US" sz="7200" dirty="0">
                <a:blipFill dpi="0" rotWithShape="1">
                  <a:blip r:embed="rId4"/>
                  <a:srcRect/>
                  <a:tile tx="6350" ty="-127000" sx="65000" sy="64000" flip="none" algn="tl"/>
                </a:blipFill>
              </a:rPr>
              <a:t>Guidance to the final exam </a:t>
            </a:r>
          </a:p>
        </p:txBody>
      </p:sp>
      <p:pic>
        <p:nvPicPr>
          <p:cNvPr id="5" name="Picture 4" descr="Rescue buoy floating at sea">
            <a:extLst>
              <a:ext uri="{FF2B5EF4-FFF2-40B4-BE49-F238E27FC236}">
                <a16:creationId xmlns:a16="http://schemas.microsoft.com/office/drawing/2014/main" id="{45E1E392-36AE-80C2-8D23-5F33D27074D7}"/>
              </a:ext>
            </a:extLst>
          </p:cNvPr>
          <p:cNvPicPr>
            <a:picLocks noChangeAspect="1"/>
          </p:cNvPicPr>
          <p:nvPr/>
        </p:nvPicPr>
        <p:blipFill rotWithShape="1">
          <a:blip r:embed="rId6"/>
          <a:srcRect l="7405" r="33264" b="-1"/>
          <a:stretch/>
        </p:blipFill>
        <p:spPr>
          <a:xfrm>
            <a:off x="1" y="2"/>
            <a:ext cx="6095695" cy="6857997"/>
          </a:xfrm>
          <a:custGeom>
            <a:avLst/>
            <a:gdLst/>
            <a:ahLst/>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p:spPr>
      </p:pic>
      <p:sp>
        <p:nvSpPr>
          <p:cNvPr id="42" name="Freeform: Shape 41">
            <a:extLst>
              <a:ext uri="{FF2B5EF4-FFF2-40B4-BE49-F238E27FC236}">
                <a16:creationId xmlns:a16="http://schemas.microsoft.com/office/drawing/2014/main" id="{0060CE1A-A2ED-43AC-857D-05822177F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98"/>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blipFill dpi="0" rotWithShape="1">
            <a:blip r:embed="rId7">
              <a:alphaModFix amt="30000"/>
              <a:duotone>
                <a:prstClr val="black"/>
                <a:schemeClr val="accent1">
                  <a:tint val="45000"/>
                  <a:satMod val="400000"/>
                </a:schemeClr>
              </a:duotone>
              <a:extLst>
                <a:ext uri="{BEBA8EAE-BF5A-486C-A8C5-ECC9F3942E4B}">
                  <a14:imgProps xmlns:a14="http://schemas.microsoft.com/office/drawing/2010/main">
                    <a14:imgLayer r:embed="rId3">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4" name="Slide Number Placeholder 3">
            <a:extLst>
              <a:ext uri="{FF2B5EF4-FFF2-40B4-BE49-F238E27FC236}">
                <a16:creationId xmlns:a16="http://schemas.microsoft.com/office/drawing/2014/main" id="{37F0F67A-5D26-3E43-9DA9-3C16C55430C0}"/>
              </a:ext>
            </a:extLst>
          </p:cNvPr>
          <p:cNvSpPr>
            <a:spLocks noGrp="1"/>
          </p:cNvSpPr>
          <p:nvPr>
            <p:ph type="sldNum" sz="quarter" idx="12"/>
          </p:nvPr>
        </p:nvSpPr>
        <p:spPr>
          <a:xfrm>
            <a:off x="10334744" y="500322"/>
            <a:ext cx="1193868" cy="640080"/>
          </a:xfrm>
        </p:spPr>
        <p:txBody>
          <a:bodyPr vert="horz" lIns="91440" tIns="45720" rIns="91440" bIns="45720" rtlCol="0" anchor="ctr">
            <a:normAutofit/>
          </a:bodyPr>
          <a:lstStyle/>
          <a:p>
            <a:pPr algn="r" defTabSz="457200">
              <a:spcAft>
                <a:spcPts val="600"/>
              </a:spcAft>
            </a:pPr>
            <a:fld id="{4FAB73BC-B049-4115-A692-8D63A059BFB8}" type="slidenum">
              <a:rPr lang="en-US" sz="2800">
                <a:solidFill>
                  <a:schemeClr val="accent1"/>
                </a:solidFill>
              </a:rPr>
              <a:pPr algn="r" defTabSz="457200">
                <a:spcAft>
                  <a:spcPts val="600"/>
                </a:spcAft>
              </a:pPr>
              <a:t>2</a:t>
            </a:fld>
            <a:endParaRPr lang="en-US" sz="2800">
              <a:solidFill>
                <a:schemeClr val="accent1"/>
              </a:solidFill>
            </a:endParaRPr>
          </a:p>
        </p:txBody>
      </p:sp>
    </p:spTree>
    <p:extLst>
      <p:ext uri="{BB962C8B-B14F-4D97-AF65-F5344CB8AC3E}">
        <p14:creationId xmlns:p14="http://schemas.microsoft.com/office/powerpoint/2010/main" val="2326260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Illuminated technology network on a dark background">
            <a:extLst>
              <a:ext uri="{FF2B5EF4-FFF2-40B4-BE49-F238E27FC236}">
                <a16:creationId xmlns:a16="http://schemas.microsoft.com/office/drawing/2014/main" id="{71BA4D6B-A772-2C64-6F5E-09D1147573B5}"/>
              </a:ext>
            </a:extLst>
          </p:cNvPr>
          <p:cNvPicPr>
            <a:picLocks noChangeAspect="1"/>
          </p:cNvPicPr>
          <p:nvPr/>
        </p:nvPicPr>
        <p:blipFill rotWithShape="1">
          <a:blip r:embed="rId2"/>
          <a:srcRect/>
          <a:stretch/>
        </p:blipFill>
        <p:spPr>
          <a:xfrm>
            <a:off x="20" y="10"/>
            <a:ext cx="12191980" cy="6857989"/>
          </a:xfrm>
          <a:prstGeom prst="rect">
            <a:avLst/>
          </a:prstGeom>
        </p:spPr>
      </p:pic>
      <p:sp>
        <p:nvSpPr>
          <p:cNvPr id="10" name="Rectangle 9">
            <a:extLst>
              <a:ext uri="{FF2B5EF4-FFF2-40B4-BE49-F238E27FC236}">
                <a16:creationId xmlns:a16="http://schemas.microsoft.com/office/drawing/2014/main" id="{F79FF99C-BAA9-404F-9C96-6DD456B4F7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9C44AFD-C72D-4D9C-84C6-73E615CED8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blipFill dpi="0" rotWithShape="1">
            <a:blip r:embed="rId3">
              <a:alphaModFix amt="30000"/>
              <a:duotone>
                <a:prstClr val="black"/>
                <a:schemeClr val="accent1">
                  <a:tint val="45000"/>
                  <a:satMod val="400000"/>
                </a:schemeClr>
              </a:duotone>
              <a:extLst>
                <a:ext uri="{BEBA8EAE-BF5A-486C-A8C5-ECC9F3942E4B}">
                  <a14:imgProps xmlns:a14="http://schemas.microsoft.com/office/drawing/2010/main">
                    <a14:imgLayer r:embed="rId4">
                      <a14:imgEffect>
                        <a14:sharpenSoften amount="61000"/>
                      </a14:imgEffect>
                      <a14:imgEffect>
                        <a14:brightnessContrast bright="-25000" contrast="20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17C90C-CA4B-924E-FC22-5D0F707EA97A}"/>
              </a:ext>
            </a:extLst>
          </p:cNvPr>
          <p:cNvSpPr>
            <a:spLocks noGrp="1"/>
          </p:cNvSpPr>
          <p:nvPr>
            <p:ph type="title"/>
          </p:nvPr>
        </p:nvSpPr>
        <p:spPr>
          <a:xfrm>
            <a:off x="1069848" y="484632"/>
            <a:ext cx="10058400" cy="1609344"/>
          </a:xfrm>
        </p:spPr>
        <p:txBody>
          <a:bodyPr anchor="ctr">
            <a:normAutofit/>
          </a:bodyPr>
          <a:lstStyle/>
          <a:p>
            <a:r>
              <a:rPr lang="en-US">
                <a:solidFill>
                  <a:schemeClr val="tx1"/>
                </a:solidFill>
              </a:rPr>
              <a:t>Areas we will review</a:t>
            </a:r>
          </a:p>
        </p:txBody>
      </p:sp>
      <p:sp>
        <p:nvSpPr>
          <p:cNvPr id="3" name="Content Placeholder 2">
            <a:extLst>
              <a:ext uri="{FF2B5EF4-FFF2-40B4-BE49-F238E27FC236}">
                <a16:creationId xmlns:a16="http://schemas.microsoft.com/office/drawing/2014/main" id="{CBFB098B-9464-A61C-913D-7153014E7737}"/>
              </a:ext>
            </a:extLst>
          </p:cNvPr>
          <p:cNvSpPr>
            <a:spLocks noGrp="1"/>
          </p:cNvSpPr>
          <p:nvPr>
            <p:ph idx="1"/>
          </p:nvPr>
        </p:nvSpPr>
        <p:spPr>
          <a:xfrm>
            <a:off x="1069848" y="2121408"/>
            <a:ext cx="10058400" cy="4050792"/>
          </a:xfrm>
        </p:spPr>
        <p:txBody>
          <a:bodyPr>
            <a:normAutofit/>
          </a:bodyPr>
          <a:lstStyle/>
          <a:p>
            <a:r>
              <a:rPr lang="en-US" dirty="0"/>
              <a:t>Software Development Life Cycles</a:t>
            </a:r>
          </a:p>
          <a:p>
            <a:r>
              <a:rPr lang="en-US" dirty="0"/>
              <a:t>Requirements Engineering</a:t>
            </a:r>
          </a:p>
          <a:p>
            <a:r>
              <a:rPr lang="en-US" dirty="0"/>
              <a:t>Software Design and Architecture</a:t>
            </a:r>
          </a:p>
          <a:p>
            <a:r>
              <a:rPr lang="en-US" dirty="0"/>
              <a:t>Software Construction</a:t>
            </a:r>
          </a:p>
          <a:p>
            <a:r>
              <a:rPr lang="en-US" dirty="0"/>
              <a:t>Software Testing</a:t>
            </a:r>
          </a:p>
        </p:txBody>
      </p:sp>
      <p:grpSp>
        <p:nvGrpSpPr>
          <p:cNvPr id="14" name="Group 13">
            <a:extLst>
              <a:ext uri="{FF2B5EF4-FFF2-40B4-BE49-F238E27FC236}">
                <a16:creationId xmlns:a16="http://schemas.microsoft.com/office/drawing/2014/main" id="{1D25B14F-36E0-41E8-956F-CABEF1ADD65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15" name="Oval 14">
              <a:extLst>
                <a:ext uri="{FF2B5EF4-FFF2-40B4-BE49-F238E27FC236}">
                  <a16:creationId xmlns:a16="http://schemas.microsoft.com/office/drawing/2014/main" id="{4AFB9EA5-DE4D-4E6B-A302-F55174E4B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5">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6" name="Oval 15">
              <a:extLst>
                <a:ext uri="{FF2B5EF4-FFF2-40B4-BE49-F238E27FC236}">
                  <a16:creationId xmlns:a16="http://schemas.microsoft.com/office/drawing/2014/main" id="{E44092F4-4D9B-4D0A-8832-C29E786F8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4" name="Slide Number Placeholder 3">
            <a:extLst>
              <a:ext uri="{FF2B5EF4-FFF2-40B4-BE49-F238E27FC236}">
                <a16:creationId xmlns:a16="http://schemas.microsoft.com/office/drawing/2014/main" id="{15665A0A-61CD-9BA8-D53E-8225A436CE1C}"/>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3</a:t>
            </a:fld>
            <a:endParaRPr lang="en-US"/>
          </a:p>
        </p:txBody>
      </p:sp>
    </p:spTree>
    <p:extLst>
      <p:ext uri="{BB962C8B-B14F-4D97-AF65-F5344CB8AC3E}">
        <p14:creationId xmlns:p14="http://schemas.microsoft.com/office/powerpoint/2010/main" val="3369065568"/>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6" name="Group 15">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8" name="Oval 17">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pic>
        <p:nvPicPr>
          <p:cNvPr id="6" name="Picture 5" descr="Close-up of shoots growing in stone cracks">
            <a:extLst>
              <a:ext uri="{FF2B5EF4-FFF2-40B4-BE49-F238E27FC236}">
                <a16:creationId xmlns:a16="http://schemas.microsoft.com/office/drawing/2014/main" id="{93B7F275-7FD5-8533-C918-26DEA5308FC2}"/>
              </a:ext>
            </a:extLst>
          </p:cNvPr>
          <p:cNvPicPr>
            <a:picLocks noChangeAspect="1"/>
          </p:cNvPicPr>
          <p:nvPr/>
        </p:nvPicPr>
        <p:blipFill rotWithShape="1">
          <a:blip r:embed="rId6"/>
          <a:srcRect t="15730"/>
          <a:stretch/>
        </p:blipFill>
        <p:spPr>
          <a:xfrm>
            <a:off x="-1" y="10"/>
            <a:ext cx="12191999" cy="6857990"/>
          </a:xfrm>
          <a:prstGeom prst="rect">
            <a:avLst/>
          </a:prstGeom>
        </p:spPr>
      </p:pic>
      <p:sp>
        <p:nvSpPr>
          <p:cNvPr id="20" name="Rectangle 19">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11129F1-0938-5EC7-CE8E-580B7EF5B1F1}"/>
              </a:ext>
            </a:extLst>
          </p:cNvPr>
          <p:cNvSpPr>
            <a:spLocks noGrp="1"/>
          </p:cNvSpPr>
          <p:nvPr>
            <p:ph type="title"/>
          </p:nvPr>
        </p:nvSpPr>
        <p:spPr>
          <a:xfrm>
            <a:off x="1173480" y="4277802"/>
            <a:ext cx="6022449" cy="1622451"/>
          </a:xfrm>
        </p:spPr>
        <p:txBody>
          <a:bodyPr vert="horz" lIns="91440" tIns="45720" rIns="91440" bIns="45720" rtlCol="0" anchor="ctr">
            <a:normAutofit/>
          </a:bodyPr>
          <a:lstStyle/>
          <a:p>
            <a:pPr algn="r">
              <a:lnSpc>
                <a:spcPct val="80000"/>
              </a:lnSpc>
            </a:pPr>
            <a:r>
              <a:rPr lang="en-US" sz="3800">
                <a:blipFill dpi="0" rotWithShape="1">
                  <a:blip r:embed="rId4"/>
                  <a:srcRect/>
                  <a:tile tx="6350" ty="-127000" sx="65000" sy="64000" flip="none" algn="tl"/>
                </a:blipFill>
              </a:rPr>
              <a:t>Software Development Life Cycles</a:t>
            </a:r>
            <a:br>
              <a:rPr lang="en-US" sz="3800">
                <a:blipFill dpi="0" rotWithShape="1">
                  <a:blip r:embed="rId4"/>
                  <a:srcRect/>
                  <a:tile tx="6350" ty="-127000" sx="65000" sy="64000" flip="none" algn="tl"/>
                </a:blipFill>
              </a:rPr>
            </a:br>
            <a:endParaRPr lang="en-US" sz="3800">
              <a:blipFill dpi="0" rotWithShape="1">
                <a:blip r:embed="rId4"/>
                <a:srcRect/>
                <a:tile tx="6350" ty="-127000" sx="65000" sy="64000" flip="none" algn="tl"/>
              </a:blipFill>
            </a:endParaRPr>
          </a:p>
        </p:txBody>
      </p:sp>
      <p:sp>
        <p:nvSpPr>
          <p:cNvPr id="24" name="Rectangle 23">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619CBFCF-91CE-E4BB-1162-387A3EE3E1E8}"/>
              </a:ext>
            </a:extLst>
          </p:cNvPr>
          <p:cNvSpPr>
            <a:spLocks noGrp="1"/>
          </p:cNvSpPr>
          <p:nvPr>
            <p:ph type="sldNum" sz="quarter" idx="12"/>
          </p:nvPr>
        </p:nvSpPr>
        <p:spPr>
          <a:xfrm>
            <a:off x="11237976" y="6132125"/>
            <a:ext cx="792347" cy="605872"/>
          </a:xfrm>
        </p:spPr>
        <p:txBody>
          <a:bodyPr vert="horz" lIns="91440" tIns="45720" rIns="91440" bIns="45720" rtlCol="0" anchor="ctr">
            <a:normAutofit/>
          </a:bodyPr>
          <a:lstStyle/>
          <a:p>
            <a:pPr defTabSz="457200">
              <a:spcAft>
                <a:spcPts val="600"/>
              </a:spcAft>
            </a:pPr>
            <a:fld id="{4FAB73BC-B049-4115-A692-8D63A059BFB8}" type="slidenum">
              <a:rPr lang="en-US" sz="2000"/>
              <a:pPr defTabSz="457200">
                <a:spcAft>
                  <a:spcPts val="600"/>
                </a:spcAft>
              </a:pPr>
              <a:t>4</a:t>
            </a:fld>
            <a:endParaRPr lang="en-US" sz="2000"/>
          </a:p>
        </p:txBody>
      </p:sp>
    </p:spTree>
    <p:extLst>
      <p:ext uri="{BB962C8B-B14F-4D97-AF65-F5344CB8AC3E}">
        <p14:creationId xmlns:p14="http://schemas.microsoft.com/office/powerpoint/2010/main" val="4064208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A0E4E09-FC02-4ADC-951A-3FFA90B6F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AE135-71B2-C4EF-7BD5-FF46F29AED96}"/>
              </a:ext>
            </a:extLst>
          </p:cNvPr>
          <p:cNvSpPr>
            <a:spLocks noGrp="1"/>
          </p:cNvSpPr>
          <p:nvPr>
            <p:ph type="title"/>
          </p:nvPr>
        </p:nvSpPr>
        <p:spPr>
          <a:xfrm>
            <a:off x="5992584" y="67564"/>
            <a:ext cx="4741963" cy="1971964"/>
          </a:xfrm>
        </p:spPr>
        <p:txBody>
          <a:bodyPr>
            <a:normAutofit/>
          </a:bodyPr>
          <a:lstStyle/>
          <a:p>
            <a:r>
              <a:rPr lang="en-US" sz="4400"/>
              <a:t>Software development processes</a:t>
            </a:r>
          </a:p>
        </p:txBody>
      </p:sp>
      <p:sp>
        <p:nvSpPr>
          <p:cNvPr id="13" name="Freeform: Shape 12">
            <a:extLst>
              <a:ext uri="{FF2B5EF4-FFF2-40B4-BE49-F238E27FC236}">
                <a16:creationId xmlns:a16="http://schemas.microsoft.com/office/drawing/2014/main" id="{E5821A2D-F010-4C2B-8819-23281D9C7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3"/>
            <a:ext cx="6095695" cy="6857997"/>
          </a:xfrm>
          <a:custGeom>
            <a:avLst/>
            <a:gdLst>
              <a:gd name="connsiteX0" fmla="*/ 3435036 w 6095695"/>
              <a:gd name="connsiteY0" fmla="*/ 0 h 6857997"/>
              <a:gd name="connsiteX1" fmla="*/ 4198562 w 6095695"/>
              <a:gd name="connsiteY1" fmla="*/ 0 h 6857997"/>
              <a:gd name="connsiteX2" fmla="*/ 4365987 w 6095695"/>
              <a:gd name="connsiteY2" fmla="*/ 128761 h 6857997"/>
              <a:gd name="connsiteX3" fmla="*/ 6095695 w 6095695"/>
              <a:gd name="connsiteY3" fmla="*/ 3718209 h 6857997"/>
              <a:gd name="connsiteX4" fmla="*/ 4860911 w 6095695"/>
              <a:gd name="connsiteY4" fmla="*/ 6845880 h 6857997"/>
              <a:gd name="connsiteX5" fmla="*/ 4849107 w 6095695"/>
              <a:gd name="connsiteY5" fmla="*/ 6857997 h 6857997"/>
              <a:gd name="connsiteX6" fmla="*/ 4253869 w 6095695"/>
              <a:gd name="connsiteY6" fmla="*/ 6857997 h 6857997"/>
              <a:gd name="connsiteX7" fmla="*/ 4409441 w 6095695"/>
              <a:gd name="connsiteY7" fmla="*/ 6719623 h 6857997"/>
              <a:gd name="connsiteX8" fmla="*/ 5679794 w 6095695"/>
              <a:gd name="connsiteY8" fmla="*/ 3718209 h 6857997"/>
              <a:gd name="connsiteX9" fmla="*/ 3591563 w 6095695"/>
              <a:gd name="connsiteY9" fmla="*/ 88079 h 6857997"/>
              <a:gd name="connsiteX10" fmla="*/ 0 w 6095695"/>
              <a:gd name="connsiteY10" fmla="*/ 0 h 6857997"/>
              <a:gd name="connsiteX11" fmla="*/ 3177466 w 6095695"/>
              <a:gd name="connsiteY11" fmla="*/ 0 h 6857997"/>
              <a:gd name="connsiteX12" fmla="*/ 3353291 w 6095695"/>
              <a:gd name="connsiteY12" fmla="*/ 88129 h 6857997"/>
              <a:gd name="connsiteX13" fmla="*/ 5560965 w 6095695"/>
              <a:gd name="connsiteY13" fmla="*/ 3718209 h 6857997"/>
              <a:gd name="connsiteX14" fmla="*/ 4325417 w 6095695"/>
              <a:gd name="connsiteY14" fmla="*/ 6637392 h 6857997"/>
              <a:gd name="connsiteX15" fmla="*/ 4077394 w 6095695"/>
              <a:gd name="connsiteY15" fmla="*/ 6857997 h 6857997"/>
              <a:gd name="connsiteX16" fmla="*/ 0 w 6095695"/>
              <a:gd name="connsiteY16" fmla="*/ 6857997 h 6857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695" h="6857997">
                <a:moveTo>
                  <a:pt x="3435036" y="0"/>
                </a:moveTo>
                <a:lnTo>
                  <a:pt x="4198562" y="0"/>
                </a:lnTo>
                <a:lnTo>
                  <a:pt x="4365987" y="128761"/>
                </a:lnTo>
                <a:cubicBezTo>
                  <a:pt x="5422363" y="981944"/>
                  <a:pt x="6095695" y="2273123"/>
                  <a:pt x="6095695" y="3718209"/>
                </a:cubicBezTo>
                <a:cubicBezTo>
                  <a:pt x="6095695" y="4922447"/>
                  <a:pt x="5628104" y="6019805"/>
                  <a:pt x="4860911" y="6845880"/>
                </a:cubicBezTo>
                <a:lnTo>
                  <a:pt x="4849107" y="6857997"/>
                </a:lnTo>
                <a:lnTo>
                  <a:pt x="4253869" y="6857997"/>
                </a:lnTo>
                <a:lnTo>
                  <a:pt x="4409441" y="6719623"/>
                </a:lnTo>
                <a:cubicBezTo>
                  <a:pt x="5194330" y="5951494"/>
                  <a:pt x="5679794" y="4890334"/>
                  <a:pt x="5679794" y="3718209"/>
                </a:cubicBezTo>
                <a:cubicBezTo>
                  <a:pt x="5679794" y="2179795"/>
                  <a:pt x="4843506" y="832535"/>
                  <a:pt x="3591563" y="88079"/>
                </a:cubicBezTo>
                <a:close/>
                <a:moveTo>
                  <a:pt x="0" y="0"/>
                </a:moveTo>
                <a:lnTo>
                  <a:pt x="3177466" y="0"/>
                </a:lnTo>
                <a:lnTo>
                  <a:pt x="3353291" y="88129"/>
                </a:lnTo>
                <a:cubicBezTo>
                  <a:pt x="4668281" y="787221"/>
                  <a:pt x="5560965" y="2150692"/>
                  <a:pt x="5560965" y="3718209"/>
                </a:cubicBezTo>
                <a:cubicBezTo>
                  <a:pt x="5560965" y="4858221"/>
                  <a:pt x="5088802" y="5890308"/>
                  <a:pt x="4325417" y="6637392"/>
                </a:cubicBezTo>
                <a:lnTo>
                  <a:pt x="4077394" y="6857997"/>
                </a:lnTo>
                <a:lnTo>
                  <a:pt x="0" y="6857997"/>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D18CC4A4-9460-21B6-43E9-7DDCB51AB37A}"/>
              </a:ext>
            </a:extLst>
          </p:cNvPr>
          <p:cNvPicPr>
            <a:picLocks noChangeAspect="1"/>
          </p:cNvPicPr>
          <p:nvPr/>
        </p:nvPicPr>
        <p:blipFill>
          <a:blip r:embed="rId3"/>
          <a:stretch>
            <a:fillRect/>
          </a:stretch>
        </p:blipFill>
        <p:spPr>
          <a:xfrm>
            <a:off x="823396" y="2674853"/>
            <a:ext cx="3573675" cy="1599219"/>
          </a:xfrm>
          <a:prstGeom prst="rect">
            <a:avLst/>
          </a:prstGeom>
        </p:spPr>
      </p:pic>
      <p:sp>
        <p:nvSpPr>
          <p:cNvPr id="3" name="Content Placeholder 2">
            <a:extLst>
              <a:ext uri="{FF2B5EF4-FFF2-40B4-BE49-F238E27FC236}">
                <a16:creationId xmlns:a16="http://schemas.microsoft.com/office/drawing/2014/main" id="{6D3B41CF-9296-AAC7-0238-B4D8052CDDF1}"/>
              </a:ext>
            </a:extLst>
          </p:cNvPr>
          <p:cNvSpPr>
            <a:spLocks noGrp="1"/>
          </p:cNvSpPr>
          <p:nvPr>
            <p:ph idx="1"/>
          </p:nvPr>
        </p:nvSpPr>
        <p:spPr>
          <a:xfrm>
            <a:off x="6386286" y="2456596"/>
            <a:ext cx="4741962" cy="4007704"/>
          </a:xfrm>
        </p:spPr>
        <p:txBody>
          <a:bodyPr>
            <a:normAutofit fontScale="85000" lnSpcReduction="20000"/>
          </a:bodyPr>
          <a:lstStyle/>
          <a:p>
            <a:r>
              <a:rPr lang="en-US" sz="2600" dirty="0"/>
              <a:t>Waterfall </a:t>
            </a:r>
          </a:p>
          <a:p>
            <a:r>
              <a:rPr lang="en-US" sz="2600" dirty="0"/>
              <a:t>Agile</a:t>
            </a:r>
          </a:p>
          <a:p>
            <a:pPr lvl="1"/>
            <a:r>
              <a:rPr lang="en-US" sz="2600" dirty="0"/>
              <a:t>Scrum</a:t>
            </a:r>
          </a:p>
          <a:p>
            <a:pPr marL="0" indent="0" algn="ctr">
              <a:buNone/>
            </a:pPr>
            <a:endParaRPr lang="en-US" sz="2600" dirty="0"/>
          </a:p>
          <a:p>
            <a:pPr marL="0" indent="0" algn="ctr">
              <a:buNone/>
            </a:pPr>
            <a:r>
              <a:rPr lang="en-US" sz="2600" dirty="0"/>
              <a:t>What are the roles of SCRUM team?</a:t>
            </a:r>
          </a:p>
          <a:p>
            <a:pPr marL="0" indent="0">
              <a:buNone/>
            </a:pPr>
            <a:endParaRPr lang="en-US" sz="2600" b="1"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600" b="1" kern="100" dirty="0">
                <a:effectLst/>
                <a:latin typeface="Times New Roman" panose="02020603050405020304" pitchFamily="18" charset="0"/>
                <a:ea typeface="Calibri" panose="020F0502020204030204" pitchFamily="34" charset="0"/>
                <a:cs typeface="Times New Roman" panose="02020603050405020304" pitchFamily="18" charset="0"/>
              </a:rPr>
              <a:t>The customer keeps making changes to the requirements, even during the design and development phases. What approach could you have employed (could employ) to try to mitigate this problem?</a:t>
            </a:r>
            <a:endParaRPr lang="en-US" sz="26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sz="2600" dirty="0"/>
          </a:p>
          <a:p>
            <a:endParaRPr lang="en-US" sz="900" dirty="0"/>
          </a:p>
        </p:txBody>
      </p:sp>
      <p:grpSp>
        <p:nvGrpSpPr>
          <p:cNvPr id="15" name="Group 14">
            <a:extLst>
              <a:ext uri="{FF2B5EF4-FFF2-40B4-BE49-F238E27FC236}">
                <a16:creationId xmlns:a16="http://schemas.microsoft.com/office/drawing/2014/main" id="{D68B9961-F007-40D1-AF51-61B6DE5106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2" name="Oval 21">
              <a:extLst>
                <a:ext uri="{FF2B5EF4-FFF2-40B4-BE49-F238E27FC236}">
                  <a16:creationId xmlns:a16="http://schemas.microsoft.com/office/drawing/2014/main" id="{E9FDF494-C7FB-47DF-BD39-1F65FA5508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23" name="Oval 22">
              <a:extLst>
                <a:ext uri="{FF2B5EF4-FFF2-40B4-BE49-F238E27FC236}">
                  <a16:creationId xmlns:a16="http://schemas.microsoft.com/office/drawing/2014/main" id="{3A822E1C-4C1A-4BEE-B19C-0FFB2D57BB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4" name="Slide Number Placeholder 3">
            <a:extLst>
              <a:ext uri="{FF2B5EF4-FFF2-40B4-BE49-F238E27FC236}">
                <a16:creationId xmlns:a16="http://schemas.microsoft.com/office/drawing/2014/main" id="{AE5E2236-B9E6-CC70-439B-70208FD114A4}"/>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5</a:t>
            </a:fld>
            <a:endParaRPr lang="en-US"/>
          </a:p>
        </p:txBody>
      </p:sp>
    </p:spTree>
    <p:extLst>
      <p:ext uri="{BB962C8B-B14F-4D97-AF65-F5344CB8AC3E}">
        <p14:creationId xmlns:p14="http://schemas.microsoft.com/office/powerpoint/2010/main" val="1659075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50AE69-AC86-4188-83E5-A856C4F1DC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EC4CA156-2C9D-4F0C-B229-88D8B5E17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D7361ED3-EBE5-4EFC-8DA3-D0CE4BF2F4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pSp>
        <p:nvGrpSpPr>
          <p:cNvPr id="16" name="Group 15">
            <a:extLst>
              <a:ext uri="{FF2B5EF4-FFF2-40B4-BE49-F238E27FC236}">
                <a16:creationId xmlns:a16="http://schemas.microsoft.com/office/drawing/2014/main" id="{85105087-7F16-4C94-837C-C4544511666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649215" y="4068923"/>
            <a:ext cx="1080904" cy="1080902"/>
            <a:chOff x="9685338" y="4460675"/>
            <a:chExt cx="1080904" cy="1080902"/>
          </a:xfrm>
        </p:grpSpPr>
        <p:sp>
          <p:nvSpPr>
            <p:cNvPr id="17" name="Oval 16">
              <a:extLst>
                <a:ext uri="{FF2B5EF4-FFF2-40B4-BE49-F238E27FC236}">
                  <a16:creationId xmlns:a16="http://schemas.microsoft.com/office/drawing/2014/main" id="{4F2F3467-E50F-4A91-B27D-E324936A66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US"/>
            </a:p>
          </p:txBody>
        </p:sp>
        <p:sp>
          <p:nvSpPr>
            <p:cNvPr id="18" name="Oval 17">
              <a:extLst>
                <a:ext uri="{FF2B5EF4-FFF2-40B4-BE49-F238E27FC236}">
                  <a16:creationId xmlns:a16="http://schemas.microsoft.com/office/drawing/2014/main" id="{D678BE03-AC84-4940-A7FD-5B143FE2D6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US"/>
            </a:p>
          </p:txBody>
        </p:sp>
      </p:grpSp>
      <p:pic>
        <p:nvPicPr>
          <p:cNvPr id="6" name="Picture 5" descr="A high angle view of a drawing compass and a ruler on a diagram">
            <a:extLst>
              <a:ext uri="{FF2B5EF4-FFF2-40B4-BE49-F238E27FC236}">
                <a16:creationId xmlns:a16="http://schemas.microsoft.com/office/drawing/2014/main" id="{72F28500-A6D4-E483-8A89-2AF545EA1262}"/>
              </a:ext>
            </a:extLst>
          </p:cNvPr>
          <p:cNvPicPr>
            <a:picLocks noChangeAspect="1"/>
          </p:cNvPicPr>
          <p:nvPr/>
        </p:nvPicPr>
        <p:blipFill rotWithShape="1">
          <a:blip r:embed="rId6"/>
          <a:srcRect b="15094"/>
          <a:stretch/>
        </p:blipFill>
        <p:spPr>
          <a:xfrm>
            <a:off x="-1" y="10"/>
            <a:ext cx="12191999" cy="6857990"/>
          </a:xfrm>
          <a:prstGeom prst="rect">
            <a:avLst/>
          </a:prstGeom>
        </p:spPr>
      </p:pic>
      <p:sp>
        <p:nvSpPr>
          <p:cNvPr id="20" name="Rectangle 19">
            <a:extLst>
              <a:ext uri="{FF2B5EF4-FFF2-40B4-BE49-F238E27FC236}">
                <a16:creationId xmlns:a16="http://schemas.microsoft.com/office/drawing/2014/main" id="{CD60390C-0E4C-4682-8246-AFA2E4985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83745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Rectangle 21">
            <a:extLst>
              <a:ext uri="{FF2B5EF4-FFF2-40B4-BE49-F238E27FC236}">
                <a16:creationId xmlns:a16="http://schemas.microsoft.com/office/drawing/2014/main" id="{CEBA87F4-FB8A-4D91-B3F3-DFA78E0CC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3981573"/>
            <a:ext cx="10222992" cy="2078335"/>
          </a:xfrm>
          <a:prstGeom prst="rect">
            <a:avLst/>
          </a:prstGeom>
          <a:blipFill dpi="0" rotWithShape="1">
            <a:blip r:embed="rId2">
              <a:alphaModFix amt="9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080B7CA-2AAD-21D0-4D3D-FB460AD8A9CA}"/>
              </a:ext>
            </a:extLst>
          </p:cNvPr>
          <p:cNvSpPr>
            <a:spLocks noGrp="1"/>
          </p:cNvSpPr>
          <p:nvPr>
            <p:ph type="title"/>
          </p:nvPr>
        </p:nvSpPr>
        <p:spPr>
          <a:xfrm>
            <a:off x="1173480" y="4277802"/>
            <a:ext cx="6022449" cy="1622451"/>
          </a:xfrm>
        </p:spPr>
        <p:txBody>
          <a:bodyPr vert="horz" lIns="91440" tIns="45720" rIns="91440" bIns="45720" rtlCol="0" anchor="ctr">
            <a:normAutofit/>
          </a:bodyPr>
          <a:lstStyle/>
          <a:p>
            <a:pPr algn="r">
              <a:lnSpc>
                <a:spcPct val="80000"/>
              </a:lnSpc>
            </a:pPr>
            <a:r>
              <a:rPr lang="en-US" sz="6000">
                <a:blipFill dpi="0" rotWithShape="1">
                  <a:blip r:embed="rId4"/>
                  <a:srcRect/>
                  <a:tile tx="6350" ty="-127000" sx="65000" sy="64000" flip="none" algn="tl"/>
                </a:blipFill>
              </a:rPr>
              <a:t>Requirements engineering</a:t>
            </a:r>
          </a:p>
        </p:txBody>
      </p:sp>
      <p:sp>
        <p:nvSpPr>
          <p:cNvPr id="24" name="Rectangle 23">
            <a:extLst>
              <a:ext uri="{FF2B5EF4-FFF2-40B4-BE49-F238E27FC236}">
                <a16:creationId xmlns:a16="http://schemas.microsoft.com/office/drawing/2014/main" id="{D012A90F-45C2-4C9B-BAF6-9CE1F546C7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128670"/>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Slide Number Placeholder 3">
            <a:extLst>
              <a:ext uri="{FF2B5EF4-FFF2-40B4-BE49-F238E27FC236}">
                <a16:creationId xmlns:a16="http://schemas.microsoft.com/office/drawing/2014/main" id="{9301D9E5-178A-AA24-2D2C-70DA5D59CDAB}"/>
              </a:ext>
            </a:extLst>
          </p:cNvPr>
          <p:cNvSpPr>
            <a:spLocks noGrp="1"/>
          </p:cNvSpPr>
          <p:nvPr>
            <p:ph type="sldNum" sz="quarter" idx="12"/>
          </p:nvPr>
        </p:nvSpPr>
        <p:spPr>
          <a:xfrm>
            <a:off x="11237976" y="6132125"/>
            <a:ext cx="792347" cy="605872"/>
          </a:xfrm>
        </p:spPr>
        <p:txBody>
          <a:bodyPr vert="horz" lIns="91440" tIns="45720" rIns="91440" bIns="45720" rtlCol="0" anchor="ctr">
            <a:normAutofit/>
          </a:bodyPr>
          <a:lstStyle/>
          <a:p>
            <a:pPr defTabSz="457200">
              <a:spcAft>
                <a:spcPts val="600"/>
              </a:spcAft>
            </a:pPr>
            <a:fld id="{4FAB73BC-B049-4115-A692-8D63A059BFB8}" type="slidenum">
              <a:rPr lang="en-US" sz="2000"/>
              <a:pPr defTabSz="457200">
                <a:spcAft>
                  <a:spcPts val="600"/>
                </a:spcAft>
              </a:pPr>
              <a:t>6</a:t>
            </a:fld>
            <a:endParaRPr lang="en-US" sz="2000"/>
          </a:p>
        </p:txBody>
      </p:sp>
    </p:spTree>
    <p:extLst>
      <p:ext uri="{BB962C8B-B14F-4D97-AF65-F5344CB8AC3E}">
        <p14:creationId xmlns:p14="http://schemas.microsoft.com/office/powerpoint/2010/main" val="996518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A194-9A26-A239-E9E5-62842704C984}"/>
              </a:ext>
            </a:extLst>
          </p:cNvPr>
          <p:cNvSpPr>
            <a:spLocks noGrp="1"/>
          </p:cNvSpPr>
          <p:nvPr>
            <p:ph type="title"/>
          </p:nvPr>
        </p:nvSpPr>
        <p:spPr/>
        <p:txBody>
          <a:bodyPr/>
          <a:lstStyle/>
          <a:p>
            <a:r>
              <a:rPr lang="en-US" dirty="0"/>
              <a:t>Requirements engineering</a:t>
            </a:r>
          </a:p>
        </p:txBody>
      </p:sp>
      <p:sp>
        <p:nvSpPr>
          <p:cNvPr id="3" name="Content Placeholder 2">
            <a:extLst>
              <a:ext uri="{FF2B5EF4-FFF2-40B4-BE49-F238E27FC236}">
                <a16:creationId xmlns:a16="http://schemas.microsoft.com/office/drawing/2014/main" id="{2BDB9234-E60D-ABB0-56B6-302C43E97EED}"/>
              </a:ext>
            </a:extLst>
          </p:cNvPr>
          <p:cNvSpPr>
            <a:spLocks noGrp="1"/>
          </p:cNvSpPr>
          <p:nvPr>
            <p:ph idx="1"/>
          </p:nvPr>
        </p:nvSpPr>
        <p:spPr/>
        <p:txBody>
          <a:bodyPr/>
          <a:lstStyle/>
          <a:p>
            <a:r>
              <a:rPr lang="en-US" dirty="0"/>
              <a:t>Elicitation Techniques</a:t>
            </a:r>
          </a:p>
          <a:p>
            <a:r>
              <a:rPr lang="en-US" dirty="0"/>
              <a:t>Requirements Documentation</a:t>
            </a:r>
          </a:p>
          <a:p>
            <a:pPr lvl="1"/>
            <a:r>
              <a:rPr lang="en-US" dirty="0"/>
              <a:t>Functional Requirements vs. Non-Functional Requirements.</a:t>
            </a:r>
          </a:p>
          <a:p>
            <a:pPr lvl="1"/>
            <a:r>
              <a:rPr lang="en-US" b="1" dirty="0"/>
              <a:t>Hazards</a:t>
            </a:r>
          </a:p>
          <a:p>
            <a:pPr lvl="1"/>
            <a:r>
              <a:rPr lang="en-US" dirty="0"/>
              <a:t>Requirements Qualities</a:t>
            </a:r>
          </a:p>
        </p:txBody>
      </p:sp>
      <p:sp>
        <p:nvSpPr>
          <p:cNvPr id="4" name="Slide Number Placeholder 3">
            <a:extLst>
              <a:ext uri="{FF2B5EF4-FFF2-40B4-BE49-F238E27FC236}">
                <a16:creationId xmlns:a16="http://schemas.microsoft.com/office/drawing/2014/main" id="{64EE036B-3D20-16BE-A824-C9D9AB81E485}"/>
              </a:ext>
            </a:extLst>
          </p:cNvPr>
          <p:cNvSpPr>
            <a:spLocks noGrp="1"/>
          </p:cNvSpPr>
          <p:nvPr>
            <p:ph type="sldNum" sz="quarter" idx="12"/>
          </p:nvPr>
        </p:nvSpPr>
        <p:spPr/>
        <p:txBody>
          <a:bodyPr/>
          <a:lstStyle/>
          <a:p>
            <a:fld id="{4FAB73BC-B049-4115-A692-8D63A059BFB8}" type="slidenum">
              <a:rPr lang="en-US" smtClean="0"/>
              <a:pPr/>
              <a:t>7</a:t>
            </a:fld>
            <a:endParaRPr lang="en-US" dirty="0"/>
          </a:p>
        </p:txBody>
      </p:sp>
    </p:spTree>
    <p:extLst>
      <p:ext uri="{BB962C8B-B14F-4D97-AF65-F5344CB8AC3E}">
        <p14:creationId xmlns:p14="http://schemas.microsoft.com/office/powerpoint/2010/main" val="2296022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IEEE Std 29148</a:t>
            </a:r>
          </a:p>
        </p:txBody>
      </p:sp>
      <p:sp>
        <p:nvSpPr>
          <p:cNvPr id="4" name="Slide Number Placeholder 3"/>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A97A682-319C-497E-8CA6-78F96D3139B4}" type="slidenum">
              <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8</a:t>
            </a:fld>
            <a:endPar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graphicFrame>
        <p:nvGraphicFramePr>
          <p:cNvPr id="7" name="Content Placeholder 4">
            <a:extLst>
              <a:ext uri="{FF2B5EF4-FFF2-40B4-BE49-F238E27FC236}">
                <a16:creationId xmlns:a16="http://schemas.microsoft.com/office/drawing/2014/main" id="{5AEE1E27-50C9-8D43-B664-4D40DC24F882}"/>
              </a:ext>
            </a:extLst>
          </p:cNvPr>
          <p:cNvGraphicFramePr>
            <a:graphicFrameLocks noGrp="1"/>
          </p:cNvGraphicFramePr>
          <p:nvPr>
            <p:ph idx="1"/>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88792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IEEE Std 29148</a:t>
            </a:r>
          </a:p>
        </p:txBody>
      </p:sp>
      <p:sp>
        <p:nvSpPr>
          <p:cNvPr id="3" name="Content Placeholder 2"/>
          <p:cNvSpPr>
            <a:spLocks noGrp="1"/>
          </p:cNvSpPr>
          <p:nvPr>
            <p:ph idx="1"/>
          </p:nvPr>
        </p:nvSpPr>
        <p:spPr>
          <a:xfrm>
            <a:off x="4810259" y="649480"/>
            <a:ext cx="6555347" cy="5546047"/>
          </a:xfrm>
        </p:spPr>
        <p:txBody>
          <a:bodyPr anchor="ctr">
            <a:normAutofit/>
          </a:bodyPr>
          <a:lstStyle/>
          <a:p>
            <a:r>
              <a:rPr lang="en-US" sz="3600" dirty="0"/>
              <a:t>For a set of requirements</a:t>
            </a:r>
          </a:p>
          <a:p>
            <a:pPr lvl="1"/>
            <a:r>
              <a:rPr lang="en-US" sz="3600" dirty="0"/>
              <a:t>Complete</a:t>
            </a:r>
          </a:p>
          <a:p>
            <a:pPr lvl="1"/>
            <a:r>
              <a:rPr lang="en-US" sz="3600" dirty="0"/>
              <a:t>Consistent</a:t>
            </a:r>
          </a:p>
          <a:p>
            <a:pPr lvl="1"/>
            <a:r>
              <a:rPr lang="en-US" sz="3600" dirty="0"/>
              <a:t>Bounded</a:t>
            </a:r>
          </a:p>
          <a:p>
            <a:pPr lvl="1"/>
            <a:r>
              <a:rPr lang="en-US" sz="3600" dirty="0"/>
              <a:t>Affordable</a:t>
            </a:r>
          </a:p>
          <a:p>
            <a:pPr lvl="1"/>
            <a:endParaRPr lang="en-US" sz="2000" dirty="0"/>
          </a:p>
        </p:txBody>
      </p:sp>
      <p:sp>
        <p:nvSpPr>
          <p:cNvPr id="5" name="Slide Number Placeholder 4"/>
          <p:cNvSpPr>
            <a:spLocks noGrp="1"/>
          </p:cNvSpPr>
          <p:nvPr>
            <p:ph type="sldNum" sz="quarter" idx="12"/>
          </p:nvPr>
        </p:nvSpPr>
        <p:spPr>
          <a:xfrm>
            <a:off x="11704320" y="6455664"/>
            <a:ext cx="448056"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9</a:t>
            </a:fld>
            <a:endParaRPr kumimoji="0" lang="en-US" sz="1100" b="0"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06316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Singular</a:t>
            </a:r>
          </a:p>
        </p:txBody>
      </p:sp>
      <p:sp>
        <p:nvSpPr>
          <p:cNvPr id="3" name="Content Placeholder 2"/>
          <p:cNvSpPr>
            <a:spLocks noGrp="1"/>
          </p:cNvSpPr>
          <p:nvPr>
            <p:ph idx="1"/>
          </p:nvPr>
        </p:nvSpPr>
        <p:spPr>
          <a:xfrm>
            <a:off x="838200" y="2057400"/>
            <a:ext cx="10515600" cy="3871762"/>
          </a:xfrm>
        </p:spPr>
        <p:txBody>
          <a:bodyPr>
            <a:normAutofit/>
          </a:bodyPr>
          <a:lstStyle/>
          <a:p>
            <a:r>
              <a:rPr lang="en-US" sz="2200"/>
              <a:t>Each requirement specifies a single and have no conjunctions. </a:t>
            </a:r>
          </a:p>
          <a:p>
            <a:pPr lvl="1"/>
            <a:r>
              <a:rPr lang="en-US" sz="2200"/>
              <a:t>3.1.1 The pump control unit shall start the submersible pump motors to prevent the wet well from running over and stop the pump motors before the wet well runs dry.</a:t>
            </a:r>
          </a:p>
          <a:p>
            <a:r>
              <a:rPr lang="en-US" sz="2200"/>
              <a:t>versus:</a:t>
            </a:r>
          </a:p>
          <a:p>
            <a:pPr lvl="1"/>
            <a:r>
              <a:rPr lang="en-US" sz="2200"/>
              <a:t>3.1.1.1 The pump control unit shall start the submersible pump motors to prevent the wet well from running over.</a:t>
            </a:r>
          </a:p>
          <a:p>
            <a:pPr lvl="1"/>
            <a:r>
              <a:rPr lang="en-US" sz="2200"/>
              <a:t>3.1.1.2 The pump control unit shall stop the pump motors before the wet well runs dry.</a:t>
            </a:r>
          </a:p>
          <a:p>
            <a:r>
              <a:rPr lang="en-US" sz="2200"/>
              <a:t>Conjunctions can be used if they describe a single behavior</a:t>
            </a:r>
          </a:p>
          <a:p>
            <a:pPr lvl="1"/>
            <a:r>
              <a:rPr lang="en-US" sz="2200"/>
              <a:t>3.2.6  The light emitted by the display shall be either red or yellow.</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47107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Feasible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that can be satisfied with current technology and cost constraints, </a:t>
            </a:r>
          </a:p>
          <a:p>
            <a:r>
              <a:rPr lang="en-US" sz="2400"/>
              <a:t>Not a ridiculous requirement.</a:t>
            </a:r>
          </a:p>
          <a:p>
            <a:r>
              <a:rPr lang="en-US" sz="2400"/>
              <a:t>Examples</a:t>
            </a:r>
          </a:p>
          <a:p>
            <a:pPr lvl="1"/>
            <a:r>
              <a:rPr lang="en-US" dirty="0"/>
              <a:t>The system shall consume no power.</a:t>
            </a:r>
          </a:p>
          <a:p>
            <a:pPr lvl="1"/>
            <a:r>
              <a:rPr lang="en-US" dirty="0"/>
              <a:t>The length of the beam shall be less than 0 feet. </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11</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6241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Unambiguous</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is unambiguous if it can have only one interpretation.</a:t>
            </a:r>
          </a:p>
          <a:p>
            <a:r>
              <a:rPr lang="en-US" sz="2400"/>
              <a:t>Example</a:t>
            </a:r>
          </a:p>
          <a:p>
            <a:pPr lvl="1"/>
            <a:r>
              <a:rPr lang="en-US" dirty="0"/>
              <a:t>If the valve is open and the drain is open, then it should be closed.</a:t>
            </a:r>
          </a:p>
          <a:p>
            <a:r>
              <a:rPr lang="en-US" sz="2400"/>
              <a:t>Conjunctions can cause ambiguity and that is why they should be avoided.</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225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Complete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is complete “to the extent that all of its parts are present and each part is fully developed.”</a:t>
            </a:r>
          </a:p>
          <a:p>
            <a:pPr lvl="1"/>
            <a:r>
              <a:rPr lang="en-US" dirty="0"/>
              <a:t>Switch 1 shall have two positions, one position is “on”.</a:t>
            </a:r>
          </a:p>
          <a:p>
            <a:r>
              <a:rPr lang="en-US" sz="2400"/>
              <a:t>Same property for a set of requirements</a:t>
            </a:r>
          </a:p>
          <a:p>
            <a:pPr lvl="1"/>
            <a:r>
              <a:rPr lang="en-US" dirty="0"/>
              <a:t>E.g. no “TBD”</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941210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Consistent</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requirement is consistent if it does not contradict itself (internal) or a prevailing standard or law (external).</a:t>
            </a:r>
          </a:p>
          <a:p>
            <a:pPr lvl="1"/>
            <a:r>
              <a:rPr lang="en-US" dirty="0"/>
              <a:t>If the lever is in position 1 then it shall open and close the valve.</a:t>
            </a:r>
          </a:p>
          <a:p>
            <a:r>
              <a:rPr lang="en-US" sz="2400"/>
              <a:t>Same for a set of requirements (e.g.)</a:t>
            </a:r>
          </a:p>
          <a:p>
            <a:pPr lvl="1"/>
            <a:r>
              <a:rPr lang="en-US" dirty="0"/>
              <a:t>3.1 If the lever is in position 1, then valve 1 is opened.</a:t>
            </a:r>
          </a:p>
          <a:p>
            <a:pPr lvl="1"/>
            <a:r>
              <a:rPr lang="en-US" dirty="0"/>
              <a:t>3.2 If the lever is in position 1, then valve 1 is closed.</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3626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Verifiable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Satisfaction of the requirement can be demonstrated</a:t>
            </a:r>
          </a:p>
          <a:p>
            <a:pPr lvl="1"/>
            <a:r>
              <a:rPr lang="en-US" dirty="0"/>
              <a:t>The system shall be user friendly </a:t>
            </a:r>
          </a:p>
          <a:p>
            <a:r>
              <a:rPr lang="en-US" sz="2400"/>
              <a:t>Usually needs metrics associated with the requirement</a:t>
            </a:r>
          </a:p>
          <a:p>
            <a:r>
              <a:rPr lang="en-US" sz="2400"/>
              <a:t>Important to always envision the acceptance test along with the requirement</a:t>
            </a:r>
          </a:p>
          <a:p>
            <a:r>
              <a:rPr lang="en-US" sz="2400"/>
              <a:t>Goal-question-metric paradigm useful</a:t>
            </a:r>
          </a:p>
          <a:p>
            <a:endParaRPr lang="en-US" sz="2400"/>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15</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71329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Traceable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Numbered or indexed somehow</a:t>
            </a:r>
          </a:p>
          <a:p>
            <a:r>
              <a:rPr lang="en-US" sz="2400"/>
              <a:t>Essential quality for effective communications ease of modification, and legal considerations.</a:t>
            </a:r>
          </a:p>
          <a:p>
            <a:r>
              <a:rPr lang="en-US" sz="2400"/>
              <a:t>Stored in a requirements management tool</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16</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6119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Bounded</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A set of requirements is bounded if it does not exceed the scope of the system intent.</a:t>
            </a:r>
          </a:p>
          <a:p>
            <a:r>
              <a:rPr lang="en-US" sz="2400"/>
              <a:t>Important to avoid scope creep.</a:t>
            </a:r>
          </a:p>
          <a:p>
            <a:r>
              <a:rPr lang="en-US" sz="2400"/>
              <a:t>Refer to mission statement (or conops) to avoid scope creep;</a:t>
            </a:r>
          </a:p>
          <a:p>
            <a:pPr lvl="1"/>
            <a:r>
              <a:rPr lang="en-US" dirty="0"/>
              <a:t>e.g. does this requirement fit the mission?</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17</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74109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Affordable</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For a set of requirements meets budgetary constraints.</a:t>
            </a:r>
          </a:p>
          <a:p>
            <a:r>
              <a:rPr lang="en-US" sz="2400"/>
              <a:t>Affordability analysis discussed later</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18</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2056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88333BA-AE6E-427A-9B16-A39C8073F4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F98ED85F-DCEE-4B50-802E-71A6E3E12B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bg1"/>
          </a:solidFill>
          <a:ln w="127000" cap="sq" cmpd="thinThick">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200" y="631825"/>
            <a:ext cx="10515600" cy="1325563"/>
          </a:xfrm>
        </p:spPr>
        <p:txBody>
          <a:bodyPr>
            <a:normAutofit/>
          </a:bodyPr>
          <a:lstStyle/>
          <a:p>
            <a:r>
              <a:rPr lang="en-US" dirty="0"/>
              <a:t>Ranked</a:t>
            </a:r>
          </a:p>
        </p:txBody>
      </p:sp>
      <p:sp>
        <p:nvSpPr>
          <p:cNvPr id="3" name="Content Placeholder 2"/>
          <p:cNvSpPr>
            <a:spLocks noGrp="1"/>
          </p:cNvSpPr>
          <p:nvPr>
            <p:ph idx="1"/>
          </p:nvPr>
        </p:nvSpPr>
        <p:spPr>
          <a:xfrm>
            <a:off x="838200" y="2057400"/>
            <a:ext cx="10515600" cy="3871762"/>
          </a:xfrm>
        </p:spPr>
        <p:txBody>
          <a:bodyPr>
            <a:normAutofit/>
          </a:bodyPr>
          <a:lstStyle/>
          <a:p>
            <a:r>
              <a:rPr lang="en-US" sz="2400"/>
              <a:t>Not a 29148 mandated quality, but…</a:t>
            </a:r>
          </a:p>
          <a:p>
            <a:r>
              <a:rPr lang="en-US" sz="2400"/>
              <a:t>Important for design decisions, tradeoff analysis, budget negotiations and more</a:t>
            </a:r>
          </a:p>
          <a:p>
            <a:r>
              <a:rPr lang="en-US" sz="2400"/>
              <a:t>Rank can be ordinal (1, 2, 3, …) or subjective (high, medium, low), or based on need (mandatory, desirable, optional)</a:t>
            </a:r>
          </a:p>
          <a:p>
            <a:r>
              <a:rPr lang="en-US" sz="2400"/>
              <a:t>Two requirements can hold the same rank</a:t>
            </a:r>
          </a:p>
          <a:p>
            <a:r>
              <a:rPr lang="en-US" sz="2400"/>
              <a:t>Ranking is part of the requirements agreement process</a:t>
            </a:r>
          </a:p>
        </p:txBody>
      </p:sp>
      <p:sp>
        <p:nvSpPr>
          <p:cNvPr id="5" name="Slide Number Placeholder 4"/>
          <p:cNvSpPr>
            <a:spLocks noGrp="1"/>
          </p:cNvSpPr>
          <p:nvPr>
            <p:ph type="sldNum" sz="quarter" idx="12"/>
          </p:nvPr>
        </p:nvSpPr>
        <p:spPr>
          <a:xfrm>
            <a:off x="8610600" y="6077585"/>
            <a:ext cx="2743200" cy="365125"/>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0B90B016-FD2A-45C3-8118-E7F5B434B504}" type="slidenum">
              <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19</a:t>
            </a:fld>
            <a:endParaRPr kumimoji="0" lang="en-US" sz="1200" b="0" i="0" u="none" strike="noStrike" kern="1200" cap="none" spc="0" normalizeH="0" baseline="0" noProof="0">
              <a:ln>
                <a:noFill/>
              </a:ln>
              <a:solidFill>
                <a:prstClr val="black">
                  <a:lumMod val="75000"/>
                  <a:lumOff val="2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97386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Working space background">
            <a:extLst>
              <a:ext uri="{FF2B5EF4-FFF2-40B4-BE49-F238E27FC236}">
                <a16:creationId xmlns:a16="http://schemas.microsoft.com/office/drawing/2014/main" id="{D5DD0725-07B3-B455-8C11-DF7F45D0A8DA}"/>
              </a:ext>
            </a:extLst>
          </p:cNvPr>
          <p:cNvPicPr>
            <a:picLocks noChangeAspect="1"/>
          </p:cNvPicPr>
          <p:nvPr/>
        </p:nvPicPr>
        <p:blipFill rotWithShape="1">
          <a:blip r:embed="rId2"/>
          <a:srcRect t="5743" b="9987"/>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DFD4BB-76E5-BEEC-CD97-F1B152341242}"/>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Writing Requirements as Use Cases</a:t>
            </a:r>
          </a:p>
        </p:txBody>
      </p:sp>
    </p:spTree>
    <p:extLst>
      <p:ext uri="{BB962C8B-B14F-4D97-AF65-F5344CB8AC3E}">
        <p14:creationId xmlns:p14="http://schemas.microsoft.com/office/powerpoint/2010/main" val="240833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80296" name="Rectangle 78029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0290" name="Rectangle 2"/>
          <p:cNvSpPr>
            <a:spLocks noGrp="1" noChangeArrowheads="1"/>
          </p:cNvSpPr>
          <p:nvPr>
            <p:ph type="title"/>
          </p:nvPr>
        </p:nvSpPr>
        <p:spPr>
          <a:xfrm>
            <a:off x="838200" y="365125"/>
            <a:ext cx="10515600" cy="1325563"/>
          </a:xfrm>
        </p:spPr>
        <p:txBody>
          <a:bodyPr>
            <a:normAutofit/>
          </a:bodyPr>
          <a:lstStyle/>
          <a:p>
            <a:r>
              <a:rPr lang="en-US" sz="5400"/>
              <a:t>Useful Use Case Guidelines</a:t>
            </a:r>
          </a:p>
        </p:txBody>
      </p:sp>
      <p:sp>
        <p:nvSpPr>
          <p:cNvPr id="78029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0291" name="Rectangle 3"/>
          <p:cNvSpPr>
            <a:spLocks noGrp="1" noChangeArrowheads="1"/>
          </p:cNvSpPr>
          <p:nvPr>
            <p:ph type="body" idx="1"/>
          </p:nvPr>
        </p:nvSpPr>
        <p:spPr>
          <a:xfrm>
            <a:off x="838200" y="1929384"/>
            <a:ext cx="10515600" cy="4251960"/>
          </a:xfrm>
        </p:spPr>
        <p:txBody>
          <a:bodyPr>
            <a:normAutofit/>
          </a:bodyPr>
          <a:lstStyle/>
          <a:p>
            <a:pPr marL="514350" indent="-514350">
              <a:buFont typeface="+mj-lt"/>
              <a:buAutoNum type="arabicPeriod"/>
            </a:pPr>
            <a:r>
              <a:rPr lang="en-US" sz="3000" dirty="0"/>
              <a:t>Complete Single Goal</a:t>
            </a:r>
          </a:p>
          <a:p>
            <a:pPr marL="514350" indent="-514350">
              <a:buFont typeface="+mj-lt"/>
              <a:buAutoNum type="arabicPeriod"/>
            </a:pPr>
            <a:r>
              <a:rPr lang="en-US" sz="3000" dirty="0"/>
              <a:t>Leveled Steps</a:t>
            </a:r>
          </a:p>
          <a:p>
            <a:pPr marL="514350" indent="-514350">
              <a:buFont typeface="+mj-lt"/>
              <a:buAutoNum type="arabicPeriod"/>
            </a:pPr>
            <a:r>
              <a:rPr lang="en-US" sz="3000" dirty="0"/>
              <a:t>Technology Neutral</a:t>
            </a:r>
          </a:p>
          <a:p>
            <a:pPr marL="514350" indent="-514350">
              <a:buFont typeface="+mj-lt"/>
              <a:buAutoNum type="arabicPeriod"/>
            </a:pPr>
            <a:r>
              <a:rPr lang="en-US" sz="3000" dirty="0"/>
              <a:t>Scenario Plus Fragments</a:t>
            </a:r>
          </a:p>
          <a:p>
            <a:pPr marL="514350" indent="-514350">
              <a:buFont typeface="+mj-lt"/>
              <a:buAutoNum type="arabicPeriod"/>
            </a:pPr>
            <a:r>
              <a:rPr lang="en-US" sz="3000" dirty="0"/>
              <a:t>Exhaustive Alternatives</a:t>
            </a:r>
          </a:p>
          <a:p>
            <a:pPr marL="514350" indent="-514350">
              <a:buFont typeface="+mj-lt"/>
              <a:buAutoNum type="arabicPeriod"/>
            </a:pPr>
            <a:r>
              <a:rPr lang="en-US" sz="3000" dirty="0"/>
              <a:t>Common Sub Behavior</a:t>
            </a:r>
          </a:p>
          <a:p>
            <a:pPr marL="514350" indent="-514350">
              <a:buFont typeface="+mj-lt"/>
              <a:buAutoNum type="arabicPeriod"/>
            </a:pPr>
            <a:r>
              <a:rPr lang="en-US" sz="3000" dirty="0"/>
              <a:t>Interrupts As Extensions</a:t>
            </a:r>
          </a:p>
        </p:txBody>
      </p:sp>
      <p:sp>
        <p:nvSpPr>
          <p:cNvPr id="4" name="Slide Number Placeholder 3"/>
          <p:cNvSpPr>
            <a:spLocks noGrp="1"/>
          </p:cNvSpPr>
          <p:nvPr>
            <p:ph type="sldNum" sz="quarter" idx="10"/>
          </p:nvPr>
        </p:nvSpPr>
        <p:spPr>
          <a:xfrm>
            <a:off x="8610600" y="6356350"/>
            <a:ext cx="2743200" cy="365125"/>
          </a:xfrm>
        </p:spPr>
        <p:txBody>
          <a:bodyPr>
            <a:norm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fld id="{7D89F08D-64F3-4BBE-B8B8-7C5C68143A1F}" type="slidenum">
              <a:rPr kumimoji="0" lang="de-DE"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600"/>
                </a:spcAft>
                <a:buClrTx/>
                <a:buSzTx/>
                <a:buFontTx/>
                <a:buNone/>
                <a:tabLst/>
                <a:defRPr/>
              </a:pPr>
              <a:t>21</a:t>
            </a:fld>
            <a:endParaRPr kumimoji="0" lang="de-DE"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ear with compass turning gears without">
            <a:extLst>
              <a:ext uri="{FF2B5EF4-FFF2-40B4-BE49-F238E27FC236}">
                <a16:creationId xmlns:a16="http://schemas.microsoft.com/office/drawing/2014/main" id="{6B7A88D2-B26D-4A6C-52AB-22133973A51C}"/>
              </a:ext>
            </a:extLst>
          </p:cNvPr>
          <p:cNvPicPr>
            <a:picLocks noChangeAspect="1"/>
          </p:cNvPicPr>
          <p:nvPr/>
        </p:nvPicPr>
        <p:blipFill rotWithShape="1">
          <a:blip r:embed="rId2"/>
          <a:srcRect l="86" r="15541" b="-1"/>
          <a:stretch/>
        </p:blipFill>
        <p:spPr>
          <a:xfrm>
            <a:off x="3523488" y="10"/>
            <a:ext cx="8668512" cy="6857990"/>
          </a:xfrm>
          <a:prstGeom prst="rect">
            <a:avLst/>
          </a:prstGeom>
        </p:spPr>
      </p:pic>
      <p:sp>
        <p:nvSpPr>
          <p:cNvPr id="10" name="Rectangle 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60F1DF8-7D8D-C3F5-1D30-BADF1F581D42}"/>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a:solidFill>
                  <a:schemeClr val="bg1"/>
                </a:solidFill>
              </a:rPr>
              <a:t>Requirements and Risk Management</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7982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3"/>
          <p:cNvSpPr>
            <a:spLocks noGrp="1" noChangeArrowheads="1"/>
          </p:cNvSpPr>
          <p:nvPr>
            <p:ph idx="1"/>
          </p:nvPr>
        </p:nvSpPr>
        <p:spPr>
          <a:noFill/>
        </p:spPr>
        <p:txBody>
          <a:bodyPr vert="horz" wrap="square" lIns="92075" tIns="46038" rIns="92075" bIns="46038" numCol="1" anchor="t" anchorCtr="0" compatLnSpc="1">
            <a:prstTxWarp prst="textNoShape">
              <a:avLst/>
            </a:prstTxWarp>
          </a:bodyPr>
          <a:lstStyle/>
          <a:p>
            <a:pPr eaLnBrk="1" hangingPunct="1"/>
            <a:r>
              <a:rPr lang="en-US" dirty="0"/>
              <a:t>Understand people’s expectations</a:t>
            </a:r>
          </a:p>
          <a:p>
            <a:pPr eaLnBrk="1" hangingPunct="1"/>
            <a:r>
              <a:rPr lang="en-US" dirty="0"/>
              <a:t>Set the ground rules up front</a:t>
            </a:r>
          </a:p>
          <a:p>
            <a:pPr eaLnBrk="1" hangingPunct="1"/>
            <a:r>
              <a:rPr lang="en-US" dirty="0"/>
              <a:t>Look for early successes</a:t>
            </a:r>
          </a:p>
          <a:p>
            <a:pPr eaLnBrk="1" hangingPunct="1"/>
            <a:r>
              <a:rPr lang="en-US" dirty="0"/>
              <a:t>Be sure to give a little</a:t>
            </a:r>
          </a:p>
          <a:p>
            <a:pPr eaLnBrk="1" hangingPunct="1"/>
            <a:r>
              <a:rPr lang="en-US" dirty="0"/>
              <a:t>Conclude negotiating only when all parties are satisfied</a:t>
            </a:r>
          </a:p>
        </p:txBody>
      </p:sp>
      <p:sp>
        <p:nvSpPr>
          <p:cNvPr id="39938" name="Slide Number Placeholder 5"/>
          <p:cNvSpPr>
            <a:spLocks noGrp="1"/>
          </p:cNvSpPr>
          <p:nvPr>
            <p:ph type="sldNum" sz="quarter" idx="12"/>
          </p:nvPr>
        </p:nvSpPr>
        <p:spPr>
          <a:noFill/>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4140942-FE49-4FE3-B269-5636D556AB32}"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
        <p:nvSpPr>
          <p:cNvPr id="39939" name="AutoShape 2"/>
          <p:cNvSpPr>
            <a:spLocks noGrp="1" noChangeArrowheads="1"/>
          </p:cNvSpPr>
          <p:nvPr>
            <p:ph type="title"/>
          </p:nvPr>
        </p:nvSpPr>
        <p:spPr>
          <a:noFill/>
        </p:spPr>
        <p:txBody>
          <a:bodyPr vert="horz" wrap="square" lIns="92075" tIns="46038" rIns="92075" bIns="46038" numCol="1" anchor="ctr" anchorCtr="1" compatLnSpc="1">
            <a:prstTxWarp prst="textNoShape">
              <a:avLst/>
            </a:prstTxWarp>
          </a:bodyPr>
          <a:lstStyle/>
          <a:p>
            <a:pPr eaLnBrk="1" hangingPunct="1"/>
            <a:r>
              <a:rPr lang="en-US" dirty="0"/>
              <a:t>Win-win negotiating</a:t>
            </a:r>
          </a:p>
        </p:txBody>
      </p:sp>
    </p:spTree>
    <p:extLst>
      <p:ext uri="{BB962C8B-B14F-4D97-AF65-F5344CB8AC3E}">
        <p14:creationId xmlns:p14="http://schemas.microsoft.com/office/powerpoint/2010/main" val="1351423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2800" dirty="0"/>
              <a:t>Always give a little</a:t>
            </a:r>
          </a:p>
          <a:p>
            <a:r>
              <a:rPr lang="en-US" sz="2800" dirty="0"/>
              <a:t>Never give anything away for free</a:t>
            </a:r>
          </a:p>
          <a:p>
            <a:r>
              <a:rPr lang="en-US" sz="2800" dirty="0"/>
              <a:t>Customers are often willing to shed requirements once they understand </a:t>
            </a:r>
          </a:p>
          <a:p>
            <a:pPr lvl="1"/>
            <a:r>
              <a:rPr lang="en-US" dirty="0"/>
              <a:t>the cost of implementing </a:t>
            </a:r>
          </a:p>
          <a:p>
            <a:pPr lvl="1"/>
            <a:r>
              <a:rPr lang="en-US" dirty="0"/>
              <a:t>the cost of testing the feature</a:t>
            </a:r>
          </a:p>
        </p:txBody>
      </p:sp>
      <p:sp>
        <p:nvSpPr>
          <p:cNvPr id="2" name="Title 1"/>
          <p:cNvSpPr>
            <a:spLocks noGrp="1"/>
          </p:cNvSpPr>
          <p:nvPr>
            <p:ph type="title"/>
          </p:nvPr>
        </p:nvSpPr>
        <p:spPr/>
        <p:txBody>
          <a:bodyPr/>
          <a:lstStyle/>
          <a:p>
            <a:r>
              <a:rPr lang="en-US" dirty="0"/>
              <a:t>Negotiating techniques</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119335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t>Trade schedule for cost</a:t>
            </a:r>
          </a:p>
          <a:p>
            <a:endParaRPr lang="en-US" dirty="0"/>
          </a:p>
          <a:p>
            <a:pPr>
              <a:buNone/>
            </a:pPr>
            <a:r>
              <a:rPr lang="en-US" dirty="0">
                <a:solidFill>
                  <a:srgbClr val="FF0000"/>
                </a:solidFill>
              </a:rPr>
              <a:t>	</a:t>
            </a:r>
            <a:r>
              <a:rPr lang="en-US" i="1" dirty="0"/>
              <a:t>Upon pressing the “launch missile button”, the system shall launch the missile within 40 ms.</a:t>
            </a:r>
          </a:p>
          <a:p>
            <a:pPr>
              <a:buNone/>
            </a:pPr>
            <a:endParaRPr lang="en-US" dirty="0"/>
          </a:p>
          <a:p>
            <a:pPr>
              <a:buNone/>
            </a:pPr>
            <a:r>
              <a:rPr lang="en-US" dirty="0"/>
              <a:t>	Cost: $75K, 2 staff months</a:t>
            </a:r>
          </a:p>
          <a:p>
            <a:pPr>
              <a:buNone/>
            </a:pPr>
            <a:endParaRPr lang="en-US" dirty="0"/>
          </a:p>
          <a:p>
            <a:r>
              <a:rPr lang="en-US" dirty="0"/>
              <a:t>Alternative: Maintain cost but relax schedule to 4 months.</a:t>
            </a:r>
          </a:p>
        </p:txBody>
      </p:sp>
      <p:sp>
        <p:nvSpPr>
          <p:cNvPr id="3" name="Title 2"/>
          <p:cNvSpPr>
            <a:spLocks noGrp="1"/>
          </p:cNvSpPr>
          <p:nvPr>
            <p:ph type="title"/>
          </p:nvPr>
        </p:nvSpPr>
        <p:spPr/>
        <p:txBody>
          <a:bodyPr/>
          <a:lstStyle/>
          <a:p>
            <a:r>
              <a:rPr lang="en-US" dirty="0"/>
              <a:t>Example 2</a:t>
            </a:r>
          </a:p>
        </p:txBody>
      </p:sp>
      <p:sp>
        <p:nvSpPr>
          <p:cNvPr id="6"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35740117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t>Trade cost for risk</a:t>
            </a:r>
          </a:p>
        </p:txBody>
      </p:sp>
      <p:sp>
        <p:nvSpPr>
          <p:cNvPr id="3" name="Title 2"/>
          <p:cNvSpPr>
            <a:spLocks noGrp="1"/>
          </p:cNvSpPr>
          <p:nvPr>
            <p:ph type="title"/>
          </p:nvPr>
        </p:nvSpPr>
        <p:spPr/>
        <p:txBody>
          <a:bodyPr/>
          <a:lstStyle/>
          <a:p>
            <a:r>
              <a:rPr lang="en-US" dirty="0"/>
              <a:t>Example 3</a:t>
            </a:r>
          </a:p>
        </p:txBody>
      </p:sp>
      <p:sp>
        <p:nvSpPr>
          <p:cNvPr id="4" name="Rectangle 3"/>
          <p:cNvSpPr/>
          <p:nvPr/>
        </p:nvSpPr>
        <p:spPr>
          <a:xfrm>
            <a:off x="2286000" y="2362201"/>
            <a:ext cx="8077200" cy="138499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1200" cap="none" spc="0" normalizeH="0" baseline="0" noProof="0" dirty="0">
                <a:ln>
                  <a:noFill/>
                </a:ln>
                <a:solidFill>
                  <a:srgbClr val="FFFFFF"/>
                </a:solidFill>
                <a:effectLst/>
                <a:uLnTx/>
                <a:uFillTx/>
                <a:latin typeface="Arial" charset="0"/>
                <a:ea typeface="+mn-ea"/>
                <a:cs typeface="+mn-cs"/>
              </a:rPr>
              <a:t>Upon pressing the “launch missile” button, the system shall launch the missile within 40 ms </a:t>
            </a:r>
            <a:r>
              <a:rPr kumimoji="0" lang="en-US" sz="2800" b="0" i="1" u="none" strike="noStrike" kern="1200" cap="none" spc="0" normalizeH="0" baseline="0" noProof="0" dirty="0">
                <a:ln>
                  <a:noFill/>
                </a:ln>
                <a:solidFill>
                  <a:srgbClr val="FFFF00"/>
                </a:solidFill>
                <a:effectLst/>
                <a:uLnTx/>
                <a:uFillTx/>
                <a:latin typeface="Arial" charset="0"/>
                <a:ea typeface="+mn-ea"/>
                <a:cs typeface="+mn-cs"/>
              </a:rPr>
              <a:t>with 99% certainty.</a:t>
            </a:r>
          </a:p>
        </p:txBody>
      </p:sp>
      <p:sp>
        <p:nvSpPr>
          <p:cNvPr id="5" name="Rectangle 4"/>
          <p:cNvSpPr/>
          <p:nvPr/>
        </p:nvSpPr>
        <p:spPr>
          <a:xfrm>
            <a:off x="2362200" y="4343401"/>
            <a:ext cx="7543800" cy="1384995"/>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rial" charset="0"/>
                <a:ea typeface="+mn-ea"/>
                <a:cs typeface="+mn-cs"/>
              </a:rPr>
              <a:t>Alternative: Recognize that hard schedulability guarantees are virtually impossible and expensive.</a:t>
            </a:r>
          </a:p>
        </p:txBody>
      </p:sp>
      <p:sp>
        <p:nvSpPr>
          <p:cNvPr id="8" name="Slide Number Placeholder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2258129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US" sz="2800" dirty="0"/>
              <a:t>Trade performance (accuracy) for cost</a:t>
            </a:r>
          </a:p>
        </p:txBody>
      </p:sp>
      <p:sp>
        <p:nvSpPr>
          <p:cNvPr id="3" name="Title 2"/>
          <p:cNvSpPr>
            <a:spLocks noGrp="1"/>
          </p:cNvSpPr>
          <p:nvPr>
            <p:ph type="title"/>
          </p:nvPr>
        </p:nvSpPr>
        <p:spPr/>
        <p:txBody>
          <a:bodyPr/>
          <a:lstStyle/>
          <a:p>
            <a:r>
              <a:rPr lang="en-US" dirty="0"/>
              <a:t>Example 4</a:t>
            </a:r>
          </a:p>
        </p:txBody>
      </p:sp>
      <p:sp>
        <p:nvSpPr>
          <p:cNvPr id="4" name="Rectangle 3"/>
          <p:cNvSpPr/>
          <p:nvPr/>
        </p:nvSpPr>
        <p:spPr>
          <a:xfrm>
            <a:off x="2286000" y="2209801"/>
            <a:ext cx="7848600" cy="95410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1" u="none" strike="noStrike" kern="1200" cap="none" spc="0" normalizeH="0" baseline="0" noProof="0" dirty="0">
                <a:ln>
                  <a:noFill/>
                </a:ln>
                <a:solidFill>
                  <a:srgbClr val="FFFFFF"/>
                </a:solidFill>
                <a:effectLst/>
                <a:uLnTx/>
                <a:uFillTx/>
                <a:latin typeface="Arial" charset="0"/>
                <a:ea typeface="+mn-ea"/>
                <a:cs typeface="+mn-cs"/>
              </a:rPr>
              <a:t>Upon pressing the “launch missile” button, the system shall launch the missile </a:t>
            </a:r>
            <a:r>
              <a:rPr kumimoji="0" lang="en-US" sz="2800" b="0" i="1" u="none" strike="noStrike" kern="1200" cap="none" spc="0" normalizeH="0" baseline="0" noProof="0" dirty="0">
                <a:ln>
                  <a:noFill/>
                </a:ln>
                <a:solidFill>
                  <a:srgbClr val="FFFF00"/>
                </a:solidFill>
                <a:effectLst/>
                <a:uLnTx/>
                <a:uFillTx/>
                <a:latin typeface="Arial" charset="0"/>
                <a:ea typeface="+mn-ea"/>
                <a:cs typeface="+mn-cs"/>
              </a:rPr>
              <a:t>within 100 ms.</a:t>
            </a:r>
          </a:p>
        </p:txBody>
      </p:sp>
      <p:sp>
        <p:nvSpPr>
          <p:cNvPr id="5" name="Rectangle 4"/>
          <p:cNvSpPr/>
          <p:nvPr/>
        </p:nvSpPr>
        <p:spPr>
          <a:xfrm>
            <a:off x="2286000" y="3962401"/>
            <a:ext cx="7543800" cy="954107"/>
          </a:xfrm>
          <a:prstGeom prst="rect">
            <a:avLst/>
          </a:prstGeom>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Arial" charset="0"/>
                <a:ea typeface="+mn-ea"/>
                <a:cs typeface="+mn-cs"/>
              </a:rPr>
              <a:t>Alternative: Relax time to launch in order to meet schedulability constraints.</a:t>
            </a:r>
          </a:p>
        </p:txBody>
      </p:sp>
      <p:sp>
        <p:nvSpPr>
          <p:cNvPr id="8" name="Slide Number Placeholder 7"/>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F95D0D4E-D10F-4CAA-B399-96C5B8683DE0}" type="slidenum">
              <a:rPr kumimoji="0" 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400" b="0" i="0" u="none" strike="noStrike" kern="1200" cap="none" spc="0" normalizeH="0" baseline="0" noProof="0" dirty="0">
              <a:ln>
                <a:noFill/>
              </a:ln>
              <a:solidFill>
                <a:srgbClr val="FFFFFF"/>
              </a:solidFill>
              <a:effectLst>
                <a:outerShdw blurRad="38100" dist="38100" dir="2700000" algn="tl">
                  <a:srgbClr val="000000"/>
                </a:outerShdw>
              </a:effectLst>
              <a:uLnTx/>
              <a:uFillTx/>
              <a:latin typeface="Arial" charset="0"/>
              <a:ea typeface="+mn-ea"/>
              <a:cs typeface="+mn-cs"/>
            </a:endParaRPr>
          </a:p>
        </p:txBody>
      </p:sp>
    </p:spTree>
    <p:extLst>
      <p:ext uri="{BB962C8B-B14F-4D97-AF65-F5344CB8AC3E}">
        <p14:creationId xmlns:p14="http://schemas.microsoft.com/office/powerpoint/2010/main" val="6251506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8FAC6-EDBD-F84B-D756-FC3BC759A1D5}"/>
              </a:ext>
            </a:extLst>
          </p:cNvPr>
          <p:cNvSpPr>
            <a:spLocks noGrp="1"/>
          </p:cNvSpPr>
          <p:nvPr>
            <p:ph type="title"/>
          </p:nvPr>
        </p:nvSpPr>
        <p:spPr/>
        <p:txBody>
          <a:bodyPr/>
          <a:lstStyle/>
          <a:p>
            <a:r>
              <a:rPr lang="en-US" dirty="0"/>
              <a:t>Win - Win</a:t>
            </a:r>
          </a:p>
        </p:txBody>
      </p:sp>
      <p:graphicFrame>
        <p:nvGraphicFramePr>
          <p:cNvPr id="13" name="Content Placeholder 2">
            <a:extLst>
              <a:ext uri="{FF2B5EF4-FFF2-40B4-BE49-F238E27FC236}">
                <a16:creationId xmlns:a16="http://schemas.microsoft.com/office/drawing/2014/main" id="{12ACD046-1E6C-523C-5BF3-BB1619DDCDB7}"/>
              </a:ext>
            </a:extLst>
          </p:cNvPr>
          <p:cNvGraphicFramePr>
            <a:graphicFrameLocks noGrp="1"/>
          </p:cNvGraphicFramePr>
          <p:nvPr>
            <p:ph idx="1"/>
            <p:extLst>
              <p:ext uri="{D42A27DB-BD31-4B8C-83A1-F6EECF244321}">
                <p14:modId xmlns:p14="http://schemas.microsoft.com/office/powerpoint/2010/main" val="875959431"/>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794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omputer code representation.">
            <a:extLst>
              <a:ext uri="{FF2B5EF4-FFF2-40B4-BE49-F238E27FC236}">
                <a16:creationId xmlns:a16="http://schemas.microsoft.com/office/drawing/2014/main" id="{69C41811-48B4-FBCC-4AAC-00EC6503ED2C}"/>
              </a:ext>
            </a:extLst>
          </p:cNvPr>
          <p:cNvPicPr>
            <a:picLocks noChangeAspect="1"/>
          </p:cNvPicPr>
          <p:nvPr/>
        </p:nvPicPr>
        <p:blipFill rotWithShape="1">
          <a:blip r:embed="rId2"/>
          <a:srcRect l="444"/>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AB709B-3E69-2D66-3584-420705BF326E}"/>
              </a:ext>
            </a:extLst>
          </p:cNvPr>
          <p:cNvSpPr>
            <a:spLocks noGrp="1"/>
          </p:cNvSpPr>
          <p:nvPr>
            <p:ph type="title"/>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Software Design</a:t>
            </a:r>
          </a:p>
        </p:txBody>
      </p:sp>
    </p:spTree>
    <p:extLst>
      <p:ext uri="{BB962C8B-B14F-4D97-AF65-F5344CB8AC3E}">
        <p14:creationId xmlns:p14="http://schemas.microsoft.com/office/powerpoint/2010/main" val="3050381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CE25BF-CD75-14F8-F705-214E5399899D}"/>
              </a:ext>
            </a:extLst>
          </p:cNvPr>
          <p:cNvSpPr>
            <a:spLocks noGrp="1"/>
          </p:cNvSpPr>
          <p:nvPr>
            <p:ph type="title"/>
          </p:nvPr>
        </p:nvSpPr>
        <p:spPr>
          <a:xfrm>
            <a:off x="838201" y="365125"/>
            <a:ext cx="5251316" cy="1807305"/>
          </a:xfrm>
        </p:spPr>
        <p:txBody>
          <a:bodyPr>
            <a:normAutofit/>
          </a:bodyPr>
          <a:lstStyle/>
          <a:p>
            <a:r>
              <a:rPr lang="en-US"/>
              <a:t>Object Oriented Design </a:t>
            </a:r>
          </a:p>
        </p:txBody>
      </p:sp>
      <p:sp>
        <p:nvSpPr>
          <p:cNvPr id="3" name="Content Placeholder 2">
            <a:extLst>
              <a:ext uri="{FF2B5EF4-FFF2-40B4-BE49-F238E27FC236}">
                <a16:creationId xmlns:a16="http://schemas.microsoft.com/office/drawing/2014/main" id="{3FFE55D1-5513-5763-43AB-97CB017EE8A2}"/>
              </a:ext>
            </a:extLst>
          </p:cNvPr>
          <p:cNvSpPr>
            <a:spLocks noGrp="1"/>
          </p:cNvSpPr>
          <p:nvPr>
            <p:ph idx="1"/>
          </p:nvPr>
        </p:nvSpPr>
        <p:spPr>
          <a:xfrm>
            <a:off x="838200" y="2333297"/>
            <a:ext cx="4619621" cy="3843666"/>
          </a:xfrm>
        </p:spPr>
        <p:txBody>
          <a:bodyPr>
            <a:noAutofit/>
          </a:bodyPr>
          <a:lstStyle/>
          <a:p>
            <a:pPr marL="0" indent="0">
              <a:buNone/>
            </a:pPr>
            <a:r>
              <a:rPr lang="en-US" sz="4000" dirty="0"/>
              <a:t>Use Cases </a:t>
            </a:r>
            <a:r>
              <a:rPr lang="en-US" sz="4000" dirty="0">
                <a:sym typeface="Wingdings" panose="05000000000000000000" pitchFamily="2" charset="2"/>
              </a:rPr>
              <a:t> System Sequence Diagrams  Domain Model  Operation Contract  Interaction Diagram  Class Diagram</a:t>
            </a:r>
            <a:endParaRPr lang="en-US" sz="4000" dirty="0"/>
          </a:p>
        </p:txBody>
      </p:sp>
      <p:pic>
        <p:nvPicPr>
          <p:cNvPr id="5" name="Picture 4" descr="Person writing on a notepad">
            <a:extLst>
              <a:ext uri="{FF2B5EF4-FFF2-40B4-BE49-F238E27FC236}">
                <a16:creationId xmlns:a16="http://schemas.microsoft.com/office/drawing/2014/main" id="{EE6D3B46-075D-07A4-CBE7-A528756C5AF3}"/>
              </a:ext>
            </a:extLst>
          </p:cNvPr>
          <p:cNvPicPr>
            <a:picLocks noChangeAspect="1"/>
          </p:cNvPicPr>
          <p:nvPr/>
        </p:nvPicPr>
        <p:blipFill rotWithShape="1">
          <a:blip r:embed="rId2"/>
          <a:srcRect l="19240" r="11855"/>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14809597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Isosceles Triangle 18">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EA979BB6-F81A-CF5D-B549-58AF7E52C8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30628"/>
            <a:ext cx="12004765" cy="6596743"/>
          </a:xfrm>
          <a:prstGeom prst="rect">
            <a:avLst/>
          </a:prstGeom>
          <a:ln>
            <a:noFill/>
          </a:ln>
        </p:spPr>
      </p:pic>
      <p:sp>
        <p:nvSpPr>
          <p:cNvPr id="21" name="Isosceles Triangle 20">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552436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25989-68EB-AEBC-BBEF-3E66077A3E69}"/>
              </a:ext>
            </a:extLst>
          </p:cNvPr>
          <p:cNvSpPr>
            <a:spLocks noGrp="1"/>
          </p:cNvSpPr>
          <p:nvPr>
            <p:ph type="title"/>
          </p:nvPr>
        </p:nvSpPr>
        <p:spPr/>
        <p:txBody>
          <a:bodyPr/>
          <a:lstStyle/>
          <a:p>
            <a:r>
              <a:rPr lang="en-US" dirty="0"/>
              <a:t>Software Architecture Design</a:t>
            </a:r>
          </a:p>
        </p:txBody>
      </p:sp>
      <p:sp>
        <p:nvSpPr>
          <p:cNvPr id="3" name="Content Placeholder 2">
            <a:extLst>
              <a:ext uri="{FF2B5EF4-FFF2-40B4-BE49-F238E27FC236}">
                <a16:creationId xmlns:a16="http://schemas.microsoft.com/office/drawing/2014/main" id="{D6D5CE73-313D-F475-F57A-BB6348878AD9}"/>
              </a:ext>
            </a:extLst>
          </p:cNvPr>
          <p:cNvSpPr>
            <a:spLocks noGrp="1"/>
          </p:cNvSpPr>
          <p:nvPr>
            <p:ph idx="1"/>
          </p:nvPr>
        </p:nvSpPr>
        <p:spPr/>
        <p:txBody>
          <a:bodyPr/>
          <a:lstStyle/>
          <a:p>
            <a:r>
              <a:rPr lang="en-US" dirty="0"/>
              <a:t>Software Architectural Patterns:</a:t>
            </a:r>
          </a:p>
          <a:p>
            <a:pPr lvl="1"/>
            <a:r>
              <a:rPr lang="en-US" dirty="0"/>
              <a:t>Layered</a:t>
            </a:r>
          </a:p>
          <a:p>
            <a:pPr lvl="1"/>
            <a:r>
              <a:rPr lang="en-US" dirty="0"/>
              <a:t>Broker</a:t>
            </a:r>
          </a:p>
          <a:p>
            <a:pPr lvl="1"/>
            <a:r>
              <a:rPr lang="en-US" dirty="0"/>
              <a:t>MVC</a:t>
            </a:r>
          </a:p>
          <a:p>
            <a:pPr lvl="1"/>
            <a:r>
              <a:rPr lang="en-US" dirty="0"/>
              <a:t>Client Server</a:t>
            </a:r>
          </a:p>
          <a:p>
            <a:pPr lvl="1"/>
            <a:r>
              <a:rPr lang="en-US" dirty="0"/>
              <a:t>Pipes – Filter</a:t>
            </a:r>
          </a:p>
          <a:p>
            <a:pPr lvl="1"/>
            <a:r>
              <a:rPr lang="en-US" dirty="0"/>
              <a:t>Publish Subscribe</a:t>
            </a:r>
          </a:p>
          <a:p>
            <a:endParaRPr lang="en-US" dirty="0"/>
          </a:p>
        </p:txBody>
      </p:sp>
    </p:spTree>
    <p:extLst>
      <p:ext uri="{BB962C8B-B14F-4D97-AF65-F5344CB8AC3E}">
        <p14:creationId xmlns:p14="http://schemas.microsoft.com/office/powerpoint/2010/main" val="40565701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 Pattern</a:t>
            </a:r>
            <a:r>
              <a:rPr lang="en-US" baseline="0" dirty="0"/>
              <a:t> Example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1664" y="2119314"/>
            <a:ext cx="8448675" cy="3397919"/>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41472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Broker Example</a:t>
            </a:r>
          </a:p>
        </p:txBody>
      </p:sp>
      <p:pic>
        <p:nvPicPr>
          <p:cNvPr id="3" name="Picture 2"/>
          <p:cNvPicPr>
            <a:picLocks noChangeAspect="1"/>
          </p:cNvPicPr>
          <p:nvPr/>
        </p:nvPicPr>
        <p:blipFill rotWithShape="1">
          <a:blip r:embed="rId2"/>
          <a:srcRect l="18741" t="16021" r="7230" b="45695"/>
          <a:stretch/>
        </p:blipFill>
        <p:spPr>
          <a:xfrm>
            <a:off x="2351584" y="1196753"/>
            <a:ext cx="8003882" cy="5354629"/>
          </a:xfrm>
          <a:prstGeom prst="rect">
            <a:avLst/>
          </a:prstGeom>
        </p:spPr>
      </p:pic>
    </p:spTree>
    <p:extLst>
      <p:ext uri="{BB962C8B-B14F-4D97-AF65-F5344CB8AC3E}">
        <p14:creationId xmlns:p14="http://schemas.microsoft.com/office/powerpoint/2010/main" val="17945987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MVC</a:t>
            </a:r>
            <a:r>
              <a:rPr lang="en-US" baseline="0" dirty="0"/>
              <a:t> Example</a:t>
            </a:r>
            <a:endParaRPr lang="en-US" dirty="0"/>
          </a:p>
        </p:txBody>
      </p:sp>
      <p:pic>
        <p:nvPicPr>
          <p:cNvPr id="5" name="Picture 4" descr="Description: Description: Description: http://java.sun.com/blueprints/patterns/images/mvc-structure-generic.gif"/>
          <p:cNvPicPr/>
          <p:nvPr/>
        </p:nvPicPr>
        <p:blipFill>
          <a:blip r:embed="rId2">
            <a:extLst>
              <a:ext uri="{28A0092B-C50C-407E-A947-70E740481C1C}">
                <a14:useLocalDpi xmlns:a14="http://schemas.microsoft.com/office/drawing/2010/main" val="0"/>
              </a:ext>
            </a:extLst>
          </a:blip>
          <a:srcRect/>
          <a:stretch>
            <a:fillRect/>
          </a:stretch>
        </p:blipFill>
        <p:spPr bwMode="auto">
          <a:xfrm>
            <a:off x="1919536" y="1328738"/>
            <a:ext cx="8208912" cy="5124599"/>
          </a:xfrm>
          <a:prstGeom prst="rect">
            <a:avLst/>
          </a:prstGeom>
          <a:noFill/>
          <a:ln>
            <a:noFill/>
          </a:ln>
        </p:spPr>
      </p:pic>
    </p:spTree>
    <p:extLst>
      <p:ext uri="{BB962C8B-B14F-4D97-AF65-F5344CB8AC3E}">
        <p14:creationId xmlns:p14="http://schemas.microsoft.com/office/powerpoint/2010/main" val="1364103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6853"/>
          </a:xfrm>
        </p:spPr>
        <p:txBody>
          <a:bodyPr>
            <a:normAutofit fontScale="90000"/>
          </a:bodyPr>
          <a:lstStyle/>
          <a:p>
            <a:r>
              <a:rPr lang="en-US" dirty="0"/>
              <a:t>Client-Server</a:t>
            </a:r>
            <a:r>
              <a:rPr lang="en-US" baseline="0" dirty="0"/>
              <a:t> Example</a:t>
            </a:r>
            <a:endParaRPr lang="en-US" dirty="0"/>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t="1" r="316" b="-1343"/>
          <a:stretch/>
        </p:blipFill>
        <p:spPr bwMode="auto">
          <a:xfrm>
            <a:off x="2423593" y="1196753"/>
            <a:ext cx="7393991" cy="51671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70627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Pipe and Filter</a:t>
            </a:r>
            <a:r>
              <a:rPr lang="en-US" baseline="0" dirty="0"/>
              <a:t> Example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536" y="1532936"/>
            <a:ext cx="8424936" cy="4776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5" name="Rectangle 4"/>
          <p:cNvSpPr/>
          <p:nvPr/>
        </p:nvSpPr>
        <p:spPr>
          <a:xfrm>
            <a:off x="8040216" y="5277352"/>
            <a:ext cx="1368152" cy="1031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6459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37165"/>
          </a:xfrm>
        </p:spPr>
        <p:txBody>
          <a:bodyPr/>
          <a:lstStyle/>
          <a:p>
            <a:r>
              <a:rPr lang="en-US" dirty="0"/>
              <a:t>Publish-Subscribe Example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8875" y="1196752"/>
            <a:ext cx="7334250" cy="52040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23918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82BD8-F3D9-B12E-4FEC-25D3B366DFC7}"/>
              </a:ext>
            </a:extLst>
          </p:cNvPr>
          <p:cNvSpPr>
            <a:spLocks noGrp="1"/>
          </p:cNvSpPr>
          <p:nvPr>
            <p:ph type="title"/>
          </p:nvPr>
        </p:nvSpPr>
        <p:spPr>
          <a:xfrm>
            <a:off x="762001" y="5074024"/>
            <a:ext cx="10109199" cy="598032"/>
          </a:xfrm>
        </p:spPr>
        <p:txBody>
          <a:bodyPr vert="horz" lIns="91440" tIns="45720" rIns="91440" bIns="45720" rtlCol="0" anchor="ctr">
            <a:normAutofit/>
          </a:bodyPr>
          <a:lstStyle/>
          <a:p>
            <a:r>
              <a:rPr lang="en-US" sz="3600"/>
              <a:t>Software Construction</a:t>
            </a:r>
          </a:p>
        </p:txBody>
      </p:sp>
      <p:pic>
        <p:nvPicPr>
          <p:cNvPr id="4" name="Picture 3" descr="A 3D rendering of a surface of an orange and blue reef">
            <a:extLst>
              <a:ext uri="{FF2B5EF4-FFF2-40B4-BE49-F238E27FC236}">
                <a16:creationId xmlns:a16="http://schemas.microsoft.com/office/drawing/2014/main" id="{EAFFA6F9-5337-75A6-C455-8D969B3978E7}"/>
              </a:ext>
            </a:extLst>
          </p:cNvPr>
          <p:cNvPicPr>
            <a:picLocks noChangeAspect="1"/>
          </p:cNvPicPr>
          <p:nvPr/>
        </p:nvPicPr>
        <p:blipFill rotWithShape="1">
          <a:blip r:embed="rId2"/>
          <a:srcRect t="29560" b="24806"/>
          <a:stretch/>
        </p:blipFill>
        <p:spPr>
          <a:xfrm>
            <a:off x="20" y="-39"/>
            <a:ext cx="12191980" cy="4172740"/>
          </a:xfrm>
          <a:prstGeom prst="rect">
            <a:avLst/>
          </a:prstGeom>
        </p:spPr>
      </p:pic>
      <p:cxnSp>
        <p:nvCxnSpPr>
          <p:cNvPr id="8" name="Straight Connector 7">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9888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ECBE1F1-D69B-4AFA-ABD5-8E41720EF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Computer script on a screen">
            <a:extLst>
              <a:ext uri="{FF2B5EF4-FFF2-40B4-BE49-F238E27FC236}">
                <a16:creationId xmlns:a16="http://schemas.microsoft.com/office/drawing/2014/main" id="{49BF29A4-1AC8-81ED-ACB9-0158AC930CDC}"/>
              </a:ext>
            </a:extLst>
          </p:cNvPr>
          <p:cNvPicPr>
            <a:picLocks noChangeAspect="1"/>
          </p:cNvPicPr>
          <p:nvPr/>
        </p:nvPicPr>
        <p:blipFill rotWithShape="1">
          <a:blip r:embed="rId2"/>
          <a:srcRect l="3784" r="43557" b="-2"/>
          <a:stretch/>
        </p:blipFill>
        <p:spPr>
          <a:xfrm>
            <a:off x="-1" y="-2"/>
            <a:ext cx="5410198" cy="6858002"/>
          </a:xfrm>
          <a:prstGeom prst="rect">
            <a:avLst/>
          </a:prstGeom>
        </p:spPr>
      </p:pic>
      <p:sp useBgFill="1">
        <p:nvSpPr>
          <p:cNvPr id="11" name="Rectangle 10">
            <a:extLst>
              <a:ext uri="{FF2B5EF4-FFF2-40B4-BE49-F238E27FC236}">
                <a16:creationId xmlns:a16="http://schemas.microsoft.com/office/drawing/2014/main" id="{603A6265-E10C-4B85-9C20-E75FCAF9C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197" y="-1"/>
            <a:ext cx="6781802" cy="2286000"/>
          </a:xfrm>
          <a:prstGeom prst="rect">
            <a:avLst/>
          </a:prstGeom>
          <a:ln>
            <a:noFill/>
          </a:ln>
          <a:effectLst>
            <a:outerShdw blurRad="355600" dist="152400" sx="95000" sy="95000" algn="t" rotWithShape="0">
              <a:srgbClr val="000000">
                <a:alpha val="2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4DCC9A-2D9B-DD7C-82B4-40E975F66003}"/>
              </a:ext>
            </a:extLst>
          </p:cNvPr>
          <p:cNvSpPr>
            <a:spLocks noGrp="1"/>
          </p:cNvSpPr>
          <p:nvPr>
            <p:ph type="title"/>
          </p:nvPr>
        </p:nvSpPr>
        <p:spPr>
          <a:xfrm>
            <a:off x="6115317" y="405685"/>
            <a:ext cx="5464968" cy="1559301"/>
          </a:xfrm>
        </p:spPr>
        <p:txBody>
          <a:bodyPr>
            <a:normAutofit/>
          </a:bodyPr>
          <a:lstStyle/>
          <a:p>
            <a:r>
              <a:rPr lang="en-US" sz="4000"/>
              <a:t>Software Construction</a:t>
            </a:r>
          </a:p>
        </p:txBody>
      </p:sp>
      <p:sp>
        <p:nvSpPr>
          <p:cNvPr id="3" name="Content Placeholder 2">
            <a:extLst>
              <a:ext uri="{FF2B5EF4-FFF2-40B4-BE49-F238E27FC236}">
                <a16:creationId xmlns:a16="http://schemas.microsoft.com/office/drawing/2014/main" id="{0A0972E0-21A3-0BD7-83FE-C8C95DBCE225}"/>
              </a:ext>
            </a:extLst>
          </p:cNvPr>
          <p:cNvSpPr>
            <a:spLocks noGrp="1"/>
          </p:cNvSpPr>
          <p:nvPr>
            <p:ph idx="1"/>
          </p:nvPr>
        </p:nvSpPr>
        <p:spPr>
          <a:xfrm>
            <a:off x="6115317" y="2743200"/>
            <a:ext cx="5247340" cy="3496878"/>
          </a:xfrm>
        </p:spPr>
        <p:txBody>
          <a:bodyPr anchor="ctr">
            <a:normAutofit/>
          </a:bodyPr>
          <a:lstStyle/>
          <a:p>
            <a:pPr marL="0" indent="0">
              <a:buNone/>
            </a:pPr>
            <a:endParaRPr lang="en-US" sz="2500" dirty="0"/>
          </a:p>
          <a:p>
            <a:r>
              <a:rPr lang="en-US" sz="2500" dirty="0"/>
              <a:t>Version Control</a:t>
            </a:r>
          </a:p>
          <a:p>
            <a:pPr marL="0" indent="0">
              <a:buNone/>
            </a:pPr>
            <a:endParaRPr lang="en-US" sz="2500" dirty="0"/>
          </a:p>
          <a:p>
            <a:r>
              <a:rPr lang="en-US" sz="2500" dirty="0"/>
              <a:t>Refactoring:</a:t>
            </a:r>
          </a:p>
          <a:p>
            <a:pPr lvl="1"/>
            <a:r>
              <a:rPr lang="en-US" sz="1600" dirty="0"/>
              <a:t>The primary goal is to </a:t>
            </a:r>
            <a:r>
              <a:rPr lang="en-US" sz="1400" kern="0" dirty="0">
                <a:solidFill>
                  <a:srgbClr val="2D3B45"/>
                </a:solidFill>
                <a:effectLst/>
                <a:latin typeface="Times New Roman" panose="02020603050405020304" pitchFamily="18" charset="0"/>
                <a:ea typeface="Times New Roman" panose="02020603050405020304" pitchFamily="18" charset="0"/>
              </a:rPr>
              <a:t>o improve the internal structure of the code without changing its external behavior.</a:t>
            </a:r>
            <a:endParaRPr lang="en-US" sz="1600" dirty="0"/>
          </a:p>
          <a:p>
            <a:endParaRPr lang="en-US" sz="2000" dirty="0"/>
          </a:p>
          <a:p>
            <a:endParaRPr lang="en-US" sz="2000" dirty="0"/>
          </a:p>
        </p:txBody>
      </p:sp>
    </p:spTree>
    <p:extLst>
      <p:ext uri="{BB962C8B-B14F-4D97-AF65-F5344CB8AC3E}">
        <p14:creationId xmlns:p14="http://schemas.microsoft.com/office/powerpoint/2010/main" val="1960914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01603C3-EBE0-98B6-DE86-23A75D89686A}"/>
              </a:ext>
            </a:extLst>
          </p:cNvPr>
          <p:cNvPicPr>
            <a:picLocks noChangeAspect="1"/>
          </p:cNvPicPr>
          <p:nvPr/>
        </p:nvPicPr>
        <p:blipFill>
          <a:blip r:embed="rId2"/>
          <a:stretch>
            <a:fillRect/>
          </a:stretch>
        </p:blipFill>
        <p:spPr>
          <a:xfrm>
            <a:off x="633999" y="1747019"/>
            <a:ext cx="5112461" cy="3374223"/>
          </a:xfrm>
          <a:prstGeom prst="rect">
            <a:avLst/>
          </a:prstGeom>
        </p:spPr>
      </p:pic>
      <p:sp>
        <p:nvSpPr>
          <p:cNvPr id="3" name="Content Placeholder 2">
            <a:extLst>
              <a:ext uri="{FF2B5EF4-FFF2-40B4-BE49-F238E27FC236}">
                <a16:creationId xmlns:a16="http://schemas.microsoft.com/office/drawing/2014/main" id="{3154E548-2999-315C-E343-7E290CA52484}"/>
              </a:ext>
            </a:extLst>
          </p:cNvPr>
          <p:cNvSpPr>
            <a:spLocks noGrp="1"/>
          </p:cNvSpPr>
          <p:nvPr>
            <p:ph idx="1"/>
          </p:nvPr>
        </p:nvSpPr>
        <p:spPr>
          <a:xfrm>
            <a:off x="6011543" y="678790"/>
            <a:ext cx="5939665" cy="4050792"/>
          </a:xfrm>
        </p:spPr>
        <p:txBody>
          <a:bodyPr>
            <a:noAutofit/>
          </a:bodyPr>
          <a:lstStyle/>
          <a:p>
            <a:pPr algn="just"/>
            <a:r>
              <a:rPr lang="en-US" sz="2800" b="0" i="0" dirty="0">
                <a:effectLst/>
                <a:latin typeface="Arial" panose="020B0604020202020204" pitchFamily="34" charset="0"/>
              </a:rPr>
              <a:t>A centralized VCS has a star topology with the shared repository at the center.</a:t>
            </a:r>
          </a:p>
          <a:p>
            <a:pPr algn="just"/>
            <a:r>
              <a:rPr lang="en-US" sz="2800" b="0" i="0" dirty="0">
                <a:effectLst/>
                <a:latin typeface="Arial" panose="020B0604020202020204" pitchFamily="34" charset="0"/>
              </a:rPr>
              <a:t>The main feature of a centralized VCS is its simplicity.  </a:t>
            </a:r>
          </a:p>
          <a:p>
            <a:pPr algn="just"/>
            <a:r>
              <a:rPr lang="en-US" sz="2800" b="0" i="0" dirty="0">
                <a:effectLst/>
                <a:latin typeface="Arial" panose="020B0604020202020204" pitchFamily="34" charset="0"/>
              </a:rPr>
              <a:t>There is only one repository and that is where the "golden" copy of the source is to be found.  </a:t>
            </a:r>
          </a:p>
          <a:p>
            <a:pPr algn="just"/>
            <a:r>
              <a:rPr lang="en-US" sz="2800" b="0" i="0" dirty="0">
                <a:effectLst/>
                <a:latin typeface="Arial" panose="020B0604020202020204" pitchFamily="34" charset="0"/>
              </a:rPr>
              <a:t>The usage commands are also simple: 1) commit my changes to the repository 2) update my working copy with changes from other team members.</a:t>
            </a:r>
            <a:endParaRPr lang="en-US" sz="2800" dirty="0"/>
          </a:p>
        </p:txBody>
      </p:sp>
      <p:sp>
        <p:nvSpPr>
          <p:cNvPr id="4" name="Slide Number Placeholder 3">
            <a:extLst>
              <a:ext uri="{FF2B5EF4-FFF2-40B4-BE49-F238E27FC236}">
                <a16:creationId xmlns:a16="http://schemas.microsoft.com/office/drawing/2014/main" id="{BEEA5BA2-D2EB-E0EB-821D-3AD0237452D6}"/>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41</a:t>
            </a:fld>
            <a:endParaRPr lang="en-US"/>
          </a:p>
        </p:txBody>
      </p:sp>
    </p:spTree>
    <p:extLst>
      <p:ext uri="{BB962C8B-B14F-4D97-AF65-F5344CB8AC3E}">
        <p14:creationId xmlns:p14="http://schemas.microsoft.com/office/powerpoint/2010/main" val="29611365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8C6C381-FF18-49C6-7550-628774B062E9}"/>
              </a:ext>
            </a:extLst>
          </p:cNvPr>
          <p:cNvPicPr>
            <a:picLocks noChangeAspect="1"/>
          </p:cNvPicPr>
          <p:nvPr/>
        </p:nvPicPr>
        <p:blipFill>
          <a:blip r:embed="rId2"/>
          <a:stretch>
            <a:fillRect/>
          </a:stretch>
        </p:blipFill>
        <p:spPr>
          <a:xfrm>
            <a:off x="633999" y="1491394"/>
            <a:ext cx="5112461" cy="4781389"/>
          </a:xfrm>
          <a:prstGeom prst="rect">
            <a:avLst/>
          </a:prstGeom>
        </p:spPr>
      </p:pic>
      <p:sp>
        <p:nvSpPr>
          <p:cNvPr id="3" name="Content Placeholder 2">
            <a:extLst>
              <a:ext uri="{FF2B5EF4-FFF2-40B4-BE49-F238E27FC236}">
                <a16:creationId xmlns:a16="http://schemas.microsoft.com/office/drawing/2014/main" id="{20E648D2-14B0-0E2F-6701-2C2F6BAB0A4B}"/>
              </a:ext>
            </a:extLst>
          </p:cNvPr>
          <p:cNvSpPr>
            <a:spLocks noGrp="1"/>
          </p:cNvSpPr>
          <p:nvPr>
            <p:ph idx="1"/>
          </p:nvPr>
        </p:nvSpPr>
        <p:spPr>
          <a:xfrm>
            <a:off x="6400799" y="771525"/>
            <a:ext cx="5299585" cy="5400675"/>
          </a:xfrm>
        </p:spPr>
        <p:txBody>
          <a:bodyPr>
            <a:normAutofit/>
          </a:bodyPr>
          <a:lstStyle/>
          <a:p>
            <a:pPr algn="just"/>
            <a:r>
              <a:rPr lang="en-US" sz="2800" b="0" i="0" dirty="0">
                <a:effectLst/>
                <a:latin typeface="Arial" panose="020B0604020202020204" pitchFamily="34" charset="0"/>
              </a:rPr>
              <a:t>A distributed VCS can have many topologies due to its distributed design.  Any repository may be considered "the" repository since each is a peer to the others.</a:t>
            </a:r>
          </a:p>
          <a:p>
            <a:pPr algn="just"/>
            <a:r>
              <a:rPr lang="en-US" sz="2800" b="0" i="0" dirty="0">
                <a:effectLst/>
                <a:latin typeface="Arial" panose="020B0604020202020204" pitchFamily="34" charset="0"/>
              </a:rPr>
              <a:t>The main feature of a distributed VCS is the support of workflows between different project members.  </a:t>
            </a:r>
          </a:p>
          <a:p>
            <a:pPr algn="just"/>
            <a:r>
              <a:rPr lang="en-US" sz="2800" b="0" i="0" dirty="0">
                <a:effectLst/>
                <a:latin typeface="Arial" panose="020B0604020202020204" pitchFamily="34" charset="0"/>
              </a:rPr>
              <a:t>This comes at the cost of having a two level commit and update process.</a:t>
            </a:r>
          </a:p>
          <a:p>
            <a:pPr marL="0" indent="0">
              <a:buNone/>
            </a:pPr>
            <a:endParaRPr lang="en-US" sz="1800" dirty="0"/>
          </a:p>
        </p:txBody>
      </p:sp>
      <p:sp>
        <p:nvSpPr>
          <p:cNvPr id="4" name="Slide Number Placeholder 3">
            <a:extLst>
              <a:ext uri="{FF2B5EF4-FFF2-40B4-BE49-F238E27FC236}">
                <a16:creationId xmlns:a16="http://schemas.microsoft.com/office/drawing/2014/main" id="{686E7A20-6F8E-4FB3-03AC-F0C12E3EADC4}"/>
              </a:ext>
            </a:extLst>
          </p:cNvPr>
          <p:cNvSpPr>
            <a:spLocks noGrp="1"/>
          </p:cNvSpPr>
          <p:nvPr>
            <p:ph type="sldNum" sz="quarter" idx="12"/>
          </p:nvPr>
        </p:nvSpPr>
        <p:spPr>
          <a:xfrm>
            <a:off x="11311128" y="6272784"/>
            <a:ext cx="640080" cy="365125"/>
          </a:xfrm>
        </p:spPr>
        <p:txBody>
          <a:bodyPr>
            <a:normAutofit/>
          </a:bodyPr>
          <a:lstStyle/>
          <a:p>
            <a:pPr>
              <a:spcAft>
                <a:spcPts val="600"/>
              </a:spcAft>
            </a:pPr>
            <a:fld id="{4FAB73BC-B049-4115-A692-8D63A059BFB8}" type="slidenum">
              <a:rPr lang="en-US" smtClean="0"/>
              <a:pPr>
                <a:spcAft>
                  <a:spcPts val="600"/>
                </a:spcAft>
              </a:pPr>
              <a:t>42</a:t>
            </a:fld>
            <a:endParaRPr lang="en-US"/>
          </a:p>
        </p:txBody>
      </p:sp>
    </p:spTree>
    <p:extLst>
      <p:ext uri="{BB962C8B-B14F-4D97-AF65-F5344CB8AC3E}">
        <p14:creationId xmlns:p14="http://schemas.microsoft.com/office/powerpoint/2010/main" val="4965662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7A603-4CF6-F58D-0F58-70F395E0AC90}"/>
              </a:ext>
            </a:extLst>
          </p:cNvPr>
          <p:cNvSpPr>
            <a:spLocks noGrp="1"/>
          </p:cNvSpPr>
          <p:nvPr>
            <p:ph type="title"/>
          </p:nvPr>
        </p:nvSpPr>
        <p:spPr>
          <a:xfrm>
            <a:off x="762001" y="5074024"/>
            <a:ext cx="10109199" cy="598032"/>
          </a:xfrm>
        </p:spPr>
        <p:txBody>
          <a:bodyPr vert="horz" lIns="91440" tIns="45720" rIns="91440" bIns="45720" rtlCol="0" anchor="ctr">
            <a:normAutofit/>
          </a:bodyPr>
          <a:lstStyle/>
          <a:p>
            <a:r>
              <a:rPr lang="en-US" sz="3600"/>
              <a:t>Software Testing</a:t>
            </a:r>
          </a:p>
        </p:txBody>
      </p:sp>
      <p:pic>
        <p:nvPicPr>
          <p:cNvPr id="4" name="Picture 3" descr="Pipette adding DNA sample to a petri dish">
            <a:extLst>
              <a:ext uri="{FF2B5EF4-FFF2-40B4-BE49-F238E27FC236}">
                <a16:creationId xmlns:a16="http://schemas.microsoft.com/office/drawing/2014/main" id="{19817529-8529-1588-7507-909CEBF55222}"/>
              </a:ext>
            </a:extLst>
          </p:cNvPr>
          <p:cNvPicPr>
            <a:picLocks noChangeAspect="1"/>
          </p:cNvPicPr>
          <p:nvPr/>
        </p:nvPicPr>
        <p:blipFill rotWithShape="1">
          <a:blip r:embed="rId2"/>
          <a:srcRect t="50661" b="3705"/>
          <a:stretch/>
        </p:blipFill>
        <p:spPr>
          <a:xfrm>
            <a:off x="20" y="-39"/>
            <a:ext cx="12191980" cy="4172740"/>
          </a:xfrm>
          <a:prstGeom prst="rect">
            <a:avLst/>
          </a:prstGeom>
        </p:spPr>
      </p:pic>
      <p:cxnSp>
        <p:nvCxnSpPr>
          <p:cNvPr id="8" name="Straight Connector 7">
            <a:extLst>
              <a:ext uri="{FF2B5EF4-FFF2-40B4-BE49-F238E27FC236}">
                <a16:creationId xmlns:a16="http://schemas.microsoft.com/office/drawing/2014/main" id="{7667AA61-5C27-F30F-D229-06CBE5709F3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1" y="4811517"/>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858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5F54E0A-3128-3031-79B3-8FB18D021272}"/>
              </a:ext>
            </a:extLst>
          </p:cNvPr>
          <p:cNvSpPr>
            <a:spLocks noGrp="1"/>
          </p:cNvSpPr>
          <p:nvPr>
            <p:ph type="title"/>
          </p:nvPr>
        </p:nvSpPr>
        <p:spPr>
          <a:xfrm>
            <a:off x="838200" y="1412488"/>
            <a:ext cx="2899189" cy="4363844"/>
          </a:xfrm>
        </p:spPr>
        <p:txBody>
          <a:bodyPr vert="horz" lIns="91440" tIns="45720" rIns="91440" bIns="45720" rtlCol="0" anchor="t">
            <a:normAutofit/>
          </a:bodyPr>
          <a:lstStyle/>
          <a:p>
            <a:r>
              <a:rPr lang="en-US" sz="4000" kern="1200">
                <a:solidFill>
                  <a:srgbClr val="FFFFFF"/>
                </a:solidFill>
                <a:latin typeface="+mj-lt"/>
                <a:ea typeface="+mj-ea"/>
                <a:cs typeface="+mj-cs"/>
              </a:rPr>
              <a:t>Software Testing</a:t>
            </a:r>
          </a:p>
        </p:txBody>
      </p:sp>
      <p:sp>
        <p:nvSpPr>
          <p:cNvPr id="3" name="Content Placeholder 2">
            <a:extLst>
              <a:ext uri="{FF2B5EF4-FFF2-40B4-BE49-F238E27FC236}">
                <a16:creationId xmlns:a16="http://schemas.microsoft.com/office/drawing/2014/main" id="{A335F667-6388-342A-2EBB-7356BE6CB4E5}"/>
              </a:ext>
            </a:extLst>
          </p:cNvPr>
          <p:cNvSpPr>
            <a:spLocks noGrp="1"/>
          </p:cNvSpPr>
          <p:nvPr>
            <p:ph idx="1"/>
          </p:nvPr>
        </p:nvSpPr>
        <p:spPr>
          <a:xfrm>
            <a:off x="4380855" y="1412489"/>
            <a:ext cx="3427283" cy="4363844"/>
          </a:xfrm>
        </p:spPr>
        <p:txBody>
          <a:bodyPr vert="horz" lIns="91440" tIns="45720" rIns="91440" bIns="45720" rtlCol="0">
            <a:normAutofit/>
          </a:bodyPr>
          <a:lstStyle/>
          <a:p>
            <a:r>
              <a:rPr lang="en-US" sz="2500" dirty="0"/>
              <a:t>Black Box Testing</a:t>
            </a:r>
          </a:p>
          <a:p>
            <a:r>
              <a:rPr lang="en-US" sz="2500" dirty="0"/>
              <a:t>White Box Testing</a:t>
            </a:r>
          </a:p>
          <a:p>
            <a:pPr lvl="1"/>
            <a:r>
              <a:rPr lang="en-US" sz="2500" dirty="0"/>
              <a:t>Control Flow Testing</a:t>
            </a:r>
          </a:p>
          <a:p>
            <a:pPr lvl="1"/>
            <a:r>
              <a:rPr lang="en-US" sz="2500" dirty="0"/>
              <a:t>Data Flow Testing</a:t>
            </a:r>
          </a:p>
          <a:p>
            <a:r>
              <a:rPr lang="en-US" sz="2500" dirty="0"/>
              <a:t>System Testing</a:t>
            </a:r>
          </a:p>
          <a:p>
            <a:r>
              <a:rPr lang="en-US" sz="2500" dirty="0"/>
              <a:t>System Testing Planning</a:t>
            </a:r>
          </a:p>
          <a:p>
            <a:r>
              <a:rPr lang="en-US" sz="2500" dirty="0"/>
              <a:t>System Testing Execution</a:t>
            </a:r>
          </a:p>
          <a:p>
            <a:pPr marL="0" indent="0">
              <a:buNone/>
            </a:pPr>
            <a:endParaRPr lang="en-US" sz="2500" dirty="0"/>
          </a:p>
        </p:txBody>
      </p:sp>
      <p:cxnSp>
        <p:nvCxnSpPr>
          <p:cNvPr id="12" name="Straight Connector 11">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499725B-F157-1ED1-7FC9-98A923A42907}"/>
              </a:ext>
            </a:extLst>
          </p:cNvPr>
          <p:cNvSpPr txBox="1"/>
          <p:nvPr/>
        </p:nvSpPr>
        <p:spPr>
          <a:xfrm>
            <a:off x="8451604" y="1412489"/>
            <a:ext cx="3197701" cy="4363844"/>
          </a:xfrm>
          <a:prstGeom prst="rect">
            <a:avLst/>
          </a:prstGeom>
        </p:spPr>
        <p:txBody>
          <a:bodyPr vert="horz" lIns="91440" tIns="45720" rIns="91440" bIns="45720" rtlCol="0">
            <a:normAutofit/>
          </a:bodyPr>
          <a:lstStyle/>
          <a:p>
            <a:pPr marR="0" lvl="0" algn="ctr">
              <a:lnSpc>
                <a:spcPct val="90000"/>
              </a:lnSpc>
              <a:spcBef>
                <a:spcPts val="0"/>
              </a:spcBef>
              <a:spcAft>
                <a:spcPts val="600"/>
              </a:spcAft>
            </a:pPr>
            <a:r>
              <a:rPr lang="en-US" sz="2000" b="1" dirty="0">
                <a:effectLst/>
              </a:rPr>
              <a:t>The primary objective of test case design for software is to create a set of tests that:</a:t>
            </a:r>
          </a:p>
          <a:p>
            <a:pPr marR="0" lvl="0" indent="-228600" algn="ctr">
              <a:lnSpc>
                <a:spcPct val="90000"/>
              </a:lnSpc>
              <a:spcBef>
                <a:spcPts val="0"/>
              </a:spcBef>
              <a:spcAft>
                <a:spcPts val="600"/>
              </a:spcAft>
              <a:buFont typeface="Arial" panose="020B0604020202020204" pitchFamily="34" charset="0"/>
              <a:buChar char="•"/>
            </a:pPr>
            <a:endParaRPr lang="en-US" sz="2000" dirty="0">
              <a:effectLst/>
            </a:endParaRPr>
          </a:p>
          <a:p>
            <a:pPr marR="0" lvl="0" algn="ctr">
              <a:lnSpc>
                <a:spcPct val="90000"/>
              </a:lnSpc>
              <a:spcBef>
                <a:spcPts val="0"/>
              </a:spcBef>
              <a:spcAft>
                <a:spcPts val="600"/>
              </a:spcAft>
              <a:buClr>
                <a:srgbClr val="2D3B45"/>
              </a:buClr>
            </a:pPr>
            <a:r>
              <a:rPr lang="en-US" sz="2000" dirty="0">
                <a:effectLst/>
              </a:rPr>
              <a:t>Are most likely to find defects.</a:t>
            </a:r>
          </a:p>
          <a:p>
            <a:pPr marR="0" lvl="0" algn="ctr">
              <a:lnSpc>
                <a:spcPct val="90000"/>
              </a:lnSpc>
              <a:spcBef>
                <a:spcPts val="0"/>
              </a:spcBef>
              <a:spcAft>
                <a:spcPts val="600"/>
              </a:spcAft>
              <a:buClr>
                <a:srgbClr val="2D3B45"/>
              </a:buClr>
            </a:pPr>
            <a:endParaRPr lang="en-US" sz="2000" dirty="0"/>
          </a:p>
          <a:p>
            <a:pPr marR="0" lvl="0" algn="ctr">
              <a:lnSpc>
                <a:spcPct val="107000"/>
              </a:lnSpc>
              <a:spcBef>
                <a:spcPts val="0"/>
              </a:spcBef>
              <a:spcAft>
                <a:spcPts val="0"/>
              </a:spcAft>
            </a:pPr>
            <a:r>
              <a:rPr lang="en-US" sz="1800" b="1" kern="100" dirty="0">
                <a:solidFill>
                  <a:srgbClr val="2D3B45"/>
                </a:solidFill>
                <a:effectLst/>
                <a:latin typeface="Times New Roman" panose="02020603050405020304" pitchFamily="18" charset="0"/>
                <a:ea typeface="Calibri" panose="020F0502020204030204" pitchFamily="34" charset="0"/>
                <a:cs typeface="Times New Roman" panose="02020603050405020304" pitchFamily="18" charset="0"/>
              </a:rPr>
              <a:t>The cost of fixing a fault:</a:t>
            </a:r>
          </a:p>
          <a:p>
            <a:pPr marR="0" lvl="0" algn="just">
              <a:lnSpc>
                <a:spcPct val="107000"/>
              </a:lnSpc>
              <a:spcBef>
                <a:spcPts val="0"/>
              </a:spcBef>
              <a:spcAft>
                <a:spcPts val="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228600" marR="0" algn="ctr">
              <a:lnSpc>
                <a:spcPct val="107000"/>
              </a:lnSpc>
              <a:spcBef>
                <a:spcPts val="0"/>
              </a:spcBef>
              <a:spcAft>
                <a:spcPts val="0"/>
              </a:spcAft>
            </a:pPr>
            <a:r>
              <a:rPr lang="en-US" sz="1800" kern="100" dirty="0">
                <a:solidFill>
                  <a:srgbClr val="2D3B45"/>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Increases as we move the product towards live use.</a:t>
            </a: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R="0" lvl="0" algn="ctr">
              <a:lnSpc>
                <a:spcPct val="90000"/>
              </a:lnSpc>
              <a:spcBef>
                <a:spcPts val="0"/>
              </a:spcBef>
              <a:spcAft>
                <a:spcPts val="600"/>
              </a:spcAft>
              <a:buClr>
                <a:srgbClr val="2D3B45"/>
              </a:buClr>
            </a:pPr>
            <a:endParaRPr lang="en-US" sz="2000" dirty="0">
              <a:effectLst/>
            </a:endParaRPr>
          </a:p>
        </p:txBody>
      </p:sp>
    </p:spTree>
    <p:extLst>
      <p:ext uri="{BB962C8B-B14F-4D97-AF65-F5344CB8AC3E}">
        <p14:creationId xmlns:p14="http://schemas.microsoft.com/office/powerpoint/2010/main" val="35380957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DD77B92-CB36-4B20-A59A-59625E0F0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3172E-06FC-42AF-B6D6-E8FB294468B9}"/>
              </a:ext>
            </a:extLst>
          </p:cNvPr>
          <p:cNvSpPr>
            <a:spLocks noGrp="1"/>
          </p:cNvSpPr>
          <p:nvPr>
            <p:ph type="title"/>
          </p:nvPr>
        </p:nvSpPr>
        <p:spPr>
          <a:xfrm>
            <a:off x="645065" y="1463040"/>
            <a:ext cx="3796306" cy="2690949"/>
          </a:xfrm>
        </p:spPr>
        <p:txBody>
          <a:bodyPr anchor="t">
            <a:normAutofit/>
          </a:bodyPr>
          <a:lstStyle/>
          <a:p>
            <a:r>
              <a:rPr lang="en-US" sz="4800"/>
              <a:t>White Box Testing Techniques</a:t>
            </a:r>
          </a:p>
        </p:txBody>
      </p:sp>
      <p:grpSp>
        <p:nvGrpSpPr>
          <p:cNvPr id="11" name="Group 10">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5" name="Rectangle 1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20D1FC48-390F-4AAB-B6DE-E1C94BF153AB}"/>
              </a:ext>
            </a:extLst>
          </p:cNvPr>
          <p:cNvGraphicFramePr>
            <a:graphicFrameLocks noGrp="1"/>
          </p:cNvGraphicFramePr>
          <p:nvPr>
            <p:ph idx="1"/>
          </p:nvPr>
        </p:nvGraphicFramePr>
        <p:xfrm>
          <a:off x="5407705" y="1014154"/>
          <a:ext cx="5962720" cy="49793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a:extLst>
              <a:ext uri="{FF2B5EF4-FFF2-40B4-BE49-F238E27FC236}">
                <a16:creationId xmlns:a16="http://schemas.microsoft.com/office/drawing/2014/main" id="{97378FE9-C66A-47BE-8A31-EEF8CD1762F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14738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 name="Picture 9" descr="Computer script on a screen">
            <a:extLst>
              <a:ext uri="{FF2B5EF4-FFF2-40B4-BE49-F238E27FC236}">
                <a16:creationId xmlns:a16="http://schemas.microsoft.com/office/drawing/2014/main" id="{F19A579C-9AD7-4BCF-8241-9F2A69EA5522}"/>
              </a:ext>
            </a:extLst>
          </p:cNvPr>
          <p:cNvPicPr>
            <a:picLocks noChangeAspect="1"/>
          </p:cNvPicPr>
          <p:nvPr/>
        </p:nvPicPr>
        <p:blipFill rotWithShape="1">
          <a:blip r:embed="rId2"/>
          <a:srcRect t="3697" r="37017" b="5393"/>
          <a:stretch/>
        </p:blipFill>
        <p:spPr>
          <a:xfrm>
            <a:off x="6473364" y="584908"/>
            <a:ext cx="5718636" cy="5509675"/>
          </a:xfrm>
          <a:custGeom>
            <a:avLst/>
            <a:gdLst/>
            <a:ahLst/>
            <a:cxnLst/>
            <a:rect l="l" t="t" r="r" b="b"/>
            <a:pathLst>
              <a:path w="5718636" h="5509675">
                <a:moveTo>
                  <a:pt x="3045815" y="0"/>
                </a:moveTo>
                <a:lnTo>
                  <a:pt x="5718636" y="0"/>
                </a:lnTo>
                <a:lnTo>
                  <a:pt x="5718636" y="5509036"/>
                </a:lnTo>
                <a:lnTo>
                  <a:pt x="5215794" y="5509036"/>
                </a:lnTo>
                <a:lnTo>
                  <a:pt x="5215794" y="5509675"/>
                </a:lnTo>
                <a:lnTo>
                  <a:pt x="0" y="5509675"/>
                </a:lnTo>
                <a:lnTo>
                  <a:pt x="2542974" y="639"/>
                </a:lnTo>
                <a:lnTo>
                  <a:pt x="3045520" y="639"/>
                </a:lnTo>
                <a:close/>
              </a:path>
            </a:pathLst>
          </a:custGeom>
        </p:spPr>
      </p:pic>
      <p:sp>
        <p:nvSpPr>
          <p:cNvPr id="26" name="Freeform: Shape 25">
            <a:extLst>
              <a:ext uri="{FF2B5EF4-FFF2-40B4-BE49-F238E27FC236}">
                <a16:creationId xmlns:a16="http://schemas.microsoft.com/office/drawing/2014/main" id="{17CDB40A-75BB-4498-A20B-59C3984A3A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5526"/>
            <a:ext cx="8349381" cy="5509038"/>
          </a:xfrm>
          <a:custGeom>
            <a:avLst/>
            <a:gdLst>
              <a:gd name="connsiteX0" fmla="*/ 0 w 8349381"/>
              <a:gd name="connsiteY0" fmla="*/ 0 h 5509038"/>
              <a:gd name="connsiteX1" fmla="*/ 8349381 w 8349381"/>
              <a:gd name="connsiteY1" fmla="*/ 0 h 5509038"/>
              <a:gd name="connsiteX2" fmla="*/ 5806407 w 8349381"/>
              <a:gd name="connsiteY2" fmla="*/ 5509038 h 5509038"/>
              <a:gd name="connsiteX3" fmla="*/ 0 w 8349381"/>
              <a:gd name="connsiteY3" fmla="*/ 5509038 h 5509038"/>
            </a:gdLst>
            <a:ahLst/>
            <a:cxnLst>
              <a:cxn ang="0">
                <a:pos x="connsiteX0" y="connsiteY0"/>
              </a:cxn>
              <a:cxn ang="0">
                <a:pos x="connsiteX1" y="connsiteY1"/>
              </a:cxn>
              <a:cxn ang="0">
                <a:pos x="connsiteX2" y="connsiteY2"/>
              </a:cxn>
              <a:cxn ang="0">
                <a:pos x="connsiteX3" y="connsiteY3"/>
              </a:cxn>
            </a:cxnLst>
            <a:rect l="l" t="t" r="r" b="b"/>
            <a:pathLst>
              <a:path w="8349381" h="5509038">
                <a:moveTo>
                  <a:pt x="0" y="0"/>
                </a:moveTo>
                <a:lnTo>
                  <a:pt x="8349381" y="0"/>
                </a:lnTo>
                <a:lnTo>
                  <a:pt x="5806407" y="5509038"/>
                </a:lnTo>
                <a:lnTo>
                  <a:pt x="0" y="5509038"/>
                </a:lnTo>
                <a:close/>
              </a:path>
            </a:pathLst>
          </a:cu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lumMod val="95000"/>
                </a:prstClr>
              </a:solidFill>
              <a:effectLst/>
              <a:uLnTx/>
              <a:uFillTx/>
              <a:latin typeface="Calibri" panose="020F0502020204030204"/>
              <a:ea typeface="+mn-ea"/>
              <a:cs typeface="+mn-cs"/>
            </a:endParaRPr>
          </a:p>
        </p:txBody>
      </p:sp>
      <p:sp>
        <p:nvSpPr>
          <p:cNvPr id="8" name="Subtitle 7">
            <a:extLst>
              <a:ext uri="{FF2B5EF4-FFF2-40B4-BE49-F238E27FC236}">
                <a16:creationId xmlns:a16="http://schemas.microsoft.com/office/drawing/2014/main" id="{D1AA1FD2-90CB-4AD7-9555-182BBF93A3AD}"/>
              </a:ext>
            </a:extLst>
          </p:cNvPr>
          <p:cNvSpPr>
            <a:spLocks noGrp="1"/>
          </p:cNvSpPr>
          <p:nvPr>
            <p:ph type="subTitle" idx="1"/>
          </p:nvPr>
        </p:nvSpPr>
        <p:spPr>
          <a:xfrm>
            <a:off x="841249" y="3651047"/>
            <a:ext cx="5254752" cy="911117"/>
          </a:xfrm>
        </p:spPr>
        <p:txBody>
          <a:bodyPr>
            <a:normAutofit/>
          </a:bodyPr>
          <a:lstStyle/>
          <a:p>
            <a:endParaRPr lang="en-US" sz="2000" b="1" dirty="0">
              <a:solidFill>
                <a:srgbClr val="FFFFFF"/>
              </a:solidFill>
            </a:endParaRPr>
          </a:p>
        </p:txBody>
      </p:sp>
      <p:sp>
        <p:nvSpPr>
          <p:cNvPr id="4" name="Title 3">
            <a:extLst>
              <a:ext uri="{FF2B5EF4-FFF2-40B4-BE49-F238E27FC236}">
                <a16:creationId xmlns:a16="http://schemas.microsoft.com/office/drawing/2014/main" id="{2346BFAC-99EE-4F06-80D0-F95008AB4444}"/>
              </a:ext>
            </a:extLst>
          </p:cNvPr>
          <p:cNvSpPr>
            <a:spLocks noGrp="1"/>
          </p:cNvSpPr>
          <p:nvPr>
            <p:ph type="ctrTitle"/>
          </p:nvPr>
        </p:nvSpPr>
        <p:spPr>
          <a:xfrm>
            <a:off x="841248" y="1408814"/>
            <a:ext cx="5729673" cy="2235277"/>
          </a:xfrm>
        </p:spPr>
        <p:txBody>
          <a:bodyPr>
            <a:normAutofit/>
          </a:bodyPr>
          <a:lstStyle/>
          <a:p>
            <a:pPr algn="l"/>
            <a:r>
              <a:rPr lang="en-US" sz="5000" dirty="0">
                <a:solidFill>
                  <a:srgbClr val="FFFFFF"/>
                </a:solidFill>
              </a:rPr>
              <a:t>Control Flow Testing</a:t>
            </a:r>
          </a:p>
        </p:txBody>
      </p:sp>
      <p:sp>
        <p:nvSpPr>
          <p:cNvPr id="2" name="Slide Number Placeholder 1">
            <a:extLst>
              <a:ext uri="{FF2B5EF4-FFF2-40B4-BE49-F238E27FC236}">
                <a16:creationId xmlns:a16="http://schemas.microsoft.com/office/drawing/2014/main" id="{CE50DC9B-9D54-4DAD-AD25-97A30B7558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6641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0274" name="Rectangle 2"/>
          <p:cNvSpPr>
            <a:spLocks noGrp="1" noChangeArrowheads="1"/>
          </p:cNvSpPr>
          <p:nvPr>
            <p:ph type="title"/>
          </p:nvPr>
        </p:nvSpPr>
        <p:spPr>
          <a:xfrm>
            <a:off x="838200" y="556995"/>
            <a:ext cx="10515600" cy="1133693"/>
          </a:xfrm>
        </p:spPr>
        <p:txBody>
          <a:bodyPr>
            <a:normAutofit/>
          </a:bodyPr>
          <a:lstStyle/>
          <a:p>
            <a:r>
              <a:rPr lang="en-US" sz="5200" dirty="0">
                <a:latin typeface="Times New Roman" pitchFamily="18" charset="0"/>
              </a:rPr>
              <a:t>Control Flow Testing: Basic Idea</a:t>
            </a:r>
          </a:p>
        </p:txBody>
      </p:sp>
      <p:sp>
        <p:nvSpPr>
          <p:cNvPr id="4" name="Rectangle 19"/>
          <p:cNvSpPr>
            <a:spLocks noGrp="1" noChangeArrowheads="1"/>
          </p:cNvSpPr>
          <p:nvPr>
            <p:ph type="sldNum" sz="quarter" idx="12"/>
          </p:nvPr>
        </p:nvSpPr>
        <p:spPr>
          <a:xfrm>
            <a:off x="8610600" y="6356350"/>
            <a:ext cx="2743200"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3F5527CF-A0A0-4D41-9901-A0456573CBEA}" type="slidenum">
              <a:rPr kumimoji="0" lang="en-US" sz="1200" b="1" i="0" u="none" strike="noStrike" kern="1200" cap="none" spc="0" normalizeH="0" baseline="0" noProof="0">
                <a:ln>
                  <a:noFill/>
                </a:ln>
                <a:solidFill>
                  <a:prstClr val="black">
                    <a:tint val="75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47</a:t>
            </a:fld>
            <a:endParaRPr kumimoji="0" lang="en-US" sz="1200" b="1" i="0" u="none" strike="noStrike" kern="1200" cap="none" spc="0" normalizeH="0" baseline="0" noProof="0">
              <a:ln>
                <a:noFill/>
              </a:ln>
              <a:solidFill>
                <a:prstClr val="black">
                  <a:tint val="75000"/>
                </a:prstClr>
              </a:solidFill>
              <a:effectLst/>
              <a:uLnTx/>
              <a:uFillTx/>
              <a:latin typeface="Times New Roman" pitchFamily="18" charset="0"/>
              <a:ea typeface="+mn-ea"/>
              <a:cs typeface="+mn-cs"/>
            </a:endParaRPr>
          </a:p>
        </p:txBody>
      </p:sp>
      <p:graphicFrame>
        <p:nvGraphicFramePr>
          <p:cNvPr id="310279" name="Rectangle 3">
            <a:extLst>
              <a:ext uri="{FF2B5EF4-FFF2-40B4-BE49-F238E27FC236}">
                <a16:creationId xmlns:a16="http://schemas.microsoft.com/office/drawing/2014/main" id="{51962A9C-0D72-4096-A951-8B201A72058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604" name="Rectangle 3"/>
          <p:cNvSpPr>
            <a:spLocks noGrp="1" noChangeArrowheads="1"/>
          </p:cNvSpPr>
          <p:nvPr>
            <p:ph type="body" idx="1"/>
          </p:nvPr>
        </p:nvSpPr>
        <p:spPr>
          <a:xfrm>
            <a:off x="630936" y="2807208"/>
            <a:ext cx="3429000" cy="3410712"/>
          </a:xfrm>
        </p:spPr>
        <p:txBody>
          <a:bodyPr anchor="t">
            <a:normAutofit/>
          </a:bodyPr>
          <a:lstStyle/>
          <a:p>
            <a:pPr>
              <a:buFont typeface="Wingdings" pitchFamily="2" charset="2"/>
              <a:buNone/>
            </a:pPr>
            <a:r>
              <a:rPr lang="en-US" altLang="en-US" sz="2200"/>
              <a:t>read(a,b,c,d);</a:t>
            </a:r>
          </a:p>
          <a:p>
            <a:pPr>
              <a:buFont typeface="Wingdings" pitchFamily="2" charset="2"/>
              <a:buNone/>
            </a:pPr>
            <a:r>
              <a:rPr lang="en-US" altLang="en-US" sz="2200"/>
              <a:t>if a &lt; b then if c &gt; d then x := 1 else if c = d then x := 2</a:t>
            </a:r>
          </a:p>
          <a:p>
            <a:pPr>
              <a:buFont typeface="Wingdings" pitchFamily="2" charset="2"/>
              <a:buNone/>
            </a:pPr>
            <a:r>
              <a:rPr lang="en-US" altLang="en-US" sz="2200"/>
              <a:t>else x := 3 else if a = b then x := 4 else if c = d then x := 5</a:t>
            </a:r>
          </a:p>
          <a:p>
            <a:pPr>
              <a:buFont typeface="Wingdings" pitchFamily="2" charset="2"/>
              <a:buNone/>
            </a:pPr>
            <a:r>
              <a:rPr lang="en-US" altLang="en-US" sz="2200"/>
              <a:t>else x := 6;</a:t>
            </a:r>
          </a:p>
          <a:p>
            <a:pPr>
              <a:buFont typeface="Wingdings" pitchFamily="2" charset="2"/>
              <a:buNone/>
            </a:pPr>
            <a:r>
              <a:rPr lang="en-US" altLang="en-US" sz="2200"/>
              <a:t>write(x);</a:t>
            </a:r>
          </a:p>
        </p:txBody>
      </p:sp>
      <p:pic>
        <p:nvPicPr>
          <p:cNvPr id="7" name="Picture 7">
            <a:extLst>
              <a:ext uri="{FF2B5EF4-FFF2-40B4-BE49-F238E27FC236}">
                <a16:creationId xmlns:a16="http://schemas.microsoft.com/office/drawing/2014/main" id="{7A984D01-3D07-4500-B8E8-54B6972644B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03214" y="875820"/>
            <a:ext cx="6903720" cy="5298604"/>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2" name="灯片编号占位符 5"/>
          <p:cNvSpPr>
            <a:spLocks noGrp="1"/>
          </p:cNvSpPr>
          <p:nvPr>
            <p:ph type="sldNum" sz="quarter" idx="12"/>
          </p:nvPr>
        </p:nvSpPr>
        <p:spPr>
          <a:xfrm>
            <a:off x="8610600" y="635635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71C540F3-9746-461E-86EA-4973D3ABD5D3}" type="slidenum">
              <a:rPr kumimoji="0" lang="en-CA" altLang="zh-CN" sz="1200" b="1" i="0" u="none" strike="noStrike" kern="1200" cap="none" spc="0" normalizeH="0" baseline="0" noProof="0">
                <a:ln>
                  <a:noFill/>
                </a:ln>
                <a:solidFill>
                  <a:prstClr val="black"/>
                </a:solidFill>
                <a:effectLst/>
                <a:uLnTx/>
                <a:uFillTx/>
                <a:latin typeface="Arial" pitchFamily="34" charset="0"/>
                <a:ea typeface="SimSun" pitchFamily="2" charset="-122"/>
                <a:cs typeface="+mn-cs"/>
              </a:rPr>
              <a:pPr marL="0" marR="0" lvl="0" indent="0" algn="r" defTabSz="914400" rtl="0" eaLnBrk="1" fontAlgn="base" latinLnBrk="0" hangingPunct="1">
                <a:lnSpc>
                  <a:spcPct val="100000"/>
                </a:lnSpc>
                <a:spcBef>
                  <a:spcPct val="0"/>
                </a:spcBef>
                <a:spcAft>
                  <a:spcPts val="600"/>
                </a:spcAft>
                <a:buClrTx/>
                <a:buSzTx/>
                <a:buFontTx/>
                <a:buNone/>
                <a:tabLst/>
                <a:defRPr/>
              </a:pPr>
              <a:t>48</a:t>
            </a:fld>
            <a:endParaRPr kumimoji="0" lang="en-CA" altLang="zh-CN" sz="1200" b="1" i="0" u="none" strike="noStrike" kern="1200" cap="none" spc="0" normalizeH="0" baseline="0" noProof="0">
              <a:ln>
                <a:noFill/>
              </a:ln>
              <a:solidFill>
                <a:prstClr val="black"/>
              </a:solidFill>
              <a:effectLst/>
              <a:uLnTx/>
              <a:uFillTx/>
              <a:latin typeface="Arial" pitchFamily="34" charset="0"/>
              <a:ea typeface="SimSun" pitchFamily="2" charset="-122"/>
              <a:cs typeface="+mn-cs"/>
            </a:endParaRPr>
          </a:p>
        </p:txBody>
      </p:sp>
      <p:sp>
        <p:nvSpPr>
          <p:cNvPr id="14" name="Rectangle 3">
            <a:extLst>
              <a:ext uri="{FF2B5EF4-FFF2-40B4-BE49-F238E27FC236}">
                <a16:creationId xmlns:a16="http://schemas.microsoft.com/office/drawing/2014/main" id="{29C8933E-46F2-4BF5-938E-CA462EB559D9}"/>
              </a:ext>
            </a:extLst>
          </p:cNvPr>
          <p:cNvSpPr txBox="1">
            <a:spLocks noChangeArrowheads="1"/>
          </p:cNvSpPr>
          <p:nvPr/>
        </p:nvSpPr>
        <p:spPr>
          <a:xfrm>
            <a:off x="496841" y="392542"/>
            <a:ext cx="5523815" cy="4832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Wingdings" pitchFamily="2" charset="2"/>
              <a:buNone/>
              <a:tabLst/>
              <a:defRPr/>
            </a:pPr>
            <a:r>
              <a:rPr kumimoji="0" lang="en-US" altLang="en-US" sz="2800" b="1" i="0" u="none" strike="noStrike" kern="1200" cap="none" spc="0" normalizeH="0" baseline="0" noProof="0" dirty="0">
                <a:ln>
                  <a:noFill/>
                </a:ln>
                <a:solidFill>
                  <a:prstClr val="black"/>
                </a:solidFill>
                <a:effectLst/>
                <a:uLnTx/>
                <a:uFillTx/>
                <a:latin typeface="Calibri" panose="020F0502020204030204"/>
                <a:ea typeface="+mn-ea"/>
                <a:cs typeface="+mn-cs"/>
              </a:rPr>
              <a:t>Control Flow Testing: Basic Idea</a:t>
            </a:r>
          </a:p>
        </p:txBody>
      </p:sp>
      <p:sp>
        <p:nvSpPr>
          <p:cNvPr id="18" name="Text Box 1046">
            <a:extLst>
              <a:ext uri="{FF2B5EF4-FFF2-40B4-BE49-F238E27FC236}">
                <a16:creationId xmlns:a16="http://schemas.microsoft.com/office/drawing/2014/main" id="{24DBD860-B0A3-45B4-B81C-4FA78035ACC1}"/>
              </a:ext>
            </a:extLst>
          </p:cNvPr>
          <p:cNvSpPr txBox="1">
            <a:spLocks noChangeArrowheads="1"/>
          </p:cNvSpPr>
          <p:nvPr/>
        </p:nvSpPr>
        <p:spPr bwMode="auto">
          <a:xfrm>
            <a:off x="9390580" y="370210"/>
            <a:ext cx="1963220" cy="400110"/>
          </a:xfrm>
          <a:prstGeom prst="rect">
            <a:avLst/>
          </a:prstGeom>
          <a:solidFill>
            <a:srgbClr val="FFFF00"/>
          </a:solidFill>
          <a:ln w="9525">
            <a:solidFill>
              <a:schemeClr val="tx1"/>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rPr>
              <a:t> Start node</a:t>
            </a:r>
          </a:p>
        </p:txBody>
      </p:sp>
      <p:cxnSp>
        <p:nvCxnSpPr>
          <p:cNvPr id="5" name="Straight Connector 4">
            <a:extLst>
              <a:ext uri="{FF2B5EF4-FFF2-40B4-BE49-F238E27FC236}">
                <a16:creationId xmlns:a16="http://schemas.microsoft.com/office/drawing/2014/main" id="{C45B5572-6D5D-43B9-A277-4898346B3702}"/>
              </a:ext>
            </a:extLst>
          </p:cNvPr>
          <p:cNvCxnSpPr>
            <a:stCxn id="18" idx="1"/>
          </p:cNvCxnSpPr>
          <p:nvPr/>
        </p:nvCxnSpPr>
        <p:spPr>
          <a:xfrm flipH="1">
            <a:off x="8293629" y="570265"/>
            <a:ext cx="1096951" cy="541843"/>
          </a:xfrm>
          <a:prstGeom prst="line">
            <a:avLst/>
          </a:prstGeom>
        </p:spPr>
        <p:style>
          <a:lnRef idx="1">
            <a:schemeClr val="accent2"/>
          </a:lnRef>
          <a:fillRef idx="0">
            <a:schemeClr val="accent2"/>
          </a:fillRef>
          <a:effectRef idx="0">
            <a:schemeClr val="accent2"/>
          </a:effectRef>
          <a:fontRef idx="minor">
            <a:schemeClr val="tx1"/>
          </a:fontRef>
        </p:style>
      </p:cxnSp>
      <p:sp>
        <p:nvSpPr>
          <p:cNvPr id="22" name="Text Box 1046">
            <a:extLst>
              <a:ext uri="{FF2B5EF4-FFF2-40B4-BE49-F238E27FC236}">
                <a16:creationId xmlns:a16="http://schemas.microsoft.com/office/drawing/2014/main" id="{5813C675-844B-412E-978E-EF312F1E790B}"/>
              </a:ext>
            </a:extLst>
          </p:cNvPr>
          <p:cNvSpPr txBox="1">
            <a:spLocks noChangeArrowheads="1"/>
          </p:cNvSpPr>
          <p:nvPr/>
        </p:nvSpPr>
        <p:spPr bwMode="auto">
          <a:xfrm>
            <a:off x="3960873" y="5989478"/>
            <a:ext cx="2347459" cy="400110"/>
          </a:xfrm>
          <a:prstGeom prst="rect">
            <a:avLst/>
          </a:prstGeom>
          <a:solidFill>
            <a:srgbClr val="FFFF00"/>
          </a:solidFill>
          <a:ln w="9525">
            <a:solidFill>
              <a:schemeClr val="tx1"/>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rPr>
              <a:t>Terminal node</a:t>
            </a:r>
          </a:p>
        </p:txBody>
      </p:sp>
      <p:cxnSp>
        <p:nvCxnSpPr>
          <p:cNvPr id="23" name="Straight Connector 22">
            <a:extLst>
              <a:ext uri="{FF2B5EF4-FFF2-40B4-BE49-F238E27FC236}">
                <a16:creationId xmlns:a16="http://schemas.microsoft.com/office/drawing/2014/main" id="{FB771284-5D11-4C6F-9FB4-382690AF98B3}"/>
              </a:ext>
            </a:extLst>
          </p:cNvPr>
          <p:cNvCxnSpPr>
            <a:cxnSpLocks/>
          </p:cNvCxnSpPr>
          <p:nvPr/>
        </p:nvCxnSpPr>
        <p:spPr>
          <a:xfrm flipH="1">
            <a:off x="6292923" y="6061753"/>
            <a:ext cx="1196938" cy="156167"/>
          </a:xfrm>
          <a:prstGeom prst="line">
            <a:avLst/>
          </a:prstGeom>
        </p:spPr>
        <p:style>
          <a:lnRef idx="1">
            <a:schemeClr val="accent2"/>
          </a:lnRef>
          <a:fillRef idx="0">
            <a:schemeClr val="accent2"/>
          </a:fillRef>
          <a:effectRef idx="0">
            <a:schemeClr val="accent2"/>
          </a:effectRef>
          <a:fontRef idx="minor">
            <a:schemeClr val="tx1"/>
          </a:fontRef>
        </p:style>
      </p:cxnSp>
      <p:sp>
        <p:nvSpPr>
          <p:cNvPr id="27" name="Text Box 1050">
            <a:extLst>
              <a:ext uri="{FF2B5EF4-FFF2-40B4-BE49-F238E27FC236}">
                <a16:creationId xmlns:a16="http://schemas.microsoft.com/office/drawing/2014/main" id="{289070E6-33A8-4437-ADF6-FD192CD56463}"/>
              </a:ext>
            </a:extLst>
          </p:cNvPr>
          <p:cNvSpPr txBox="1">
            <a:spLocks noChangeArrowheads="1"/>
          </p:cNvSpPr>
          <p:nvPr/>
        </p:nvSpPr>
        <p:spPr bwMode="auto">
          <a:xfrm>
            <a:off x="9729627" y="1253598"/>
            <a:ext cx="2169840" cy="400110"/>
          </a:xfrm>
          <a:prstGeom prst="rect">
            <a:avLst/>
          </a:prstGeom>
          <a:solidFill>
            <a:srgbClr val="FFFF00"/>
          </a:solidFill>
          <a:ln w="9525">
            <a:solidFill>
              <a:schemeClr val="tx1"/>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rPr>
              <a:t>Procedure node</a:t>
            </a:r>
          </a:p>
        </p:txBody>
      </p:sp>
      <p:cxnSp>
        <p:nvCxnSpPr>
          <p:cNvPr id="28" name="Straight Connector 27">
            <a:extLst>
              <a:ext uri="{FF2B5EF4-FFF2-40B4-BE49-F238E27FC236}">
                <a16:creationId xmlns:a16="http://schemas.microsoft.com/office/drawing/2014/main" id="{7E95747C-6AA2-4FB2-B696-8D0C8C3E760E}"/>
              </a:ext>
            </a:extLst>
          </p:cNvPr>
          <p:cNvCxnSpPr>
            <a:cxnSpLocks/>
          </p:cNvCxnSpPr>
          <p:nvPr/>
        </p:nvCxnSpPr>
        <p:spPr>
          <a:xfrm flipH="1">
            <a:off x="8989888" y="1595386"/>
            <a:ext cx="739739" cy="1833614"/>
          </a:xfrm>
          <a:prstGeom prst="line">
            <a:avLst/>
          </a:prstGeom>
        </p:spPr>
        <p:style>
          <a:lnRef idx="1">
            <a:schemeClr val="accent2"/>
          </a:lnRef>
          <a:fillRef idx="0">
            <a:schemeClr val="accent2"/>
          </a:fillRef>
          <a:effectRef idx="0">
            <a:schemeClr val="accent2"/>
          </a:effectRef>
          <a:fontRef idx="minor">
            <a:schemeClr val="tx1"/>
          </a:fontRef>
        </p:style>
      </p:cxnSp>
      <p:cxnSp>
        <p:nvCxnSpPr>
          <p:cNvPr id="31" name="Straight Connector 30">
            <a:extLst>
              <a:ext uri="{FF2B5EF4-FFF2-40B4-BE49-F238E27FC236}">
                <a16:creationId xmlns:a16="http://schemas.microsoft.com/office/drawing/2014/main" id="{D81BC3C4-7405-4A06-87F7-762B5E95AE5C}"/>
              </a:ext>
            </a:extLst>
          </p:cNvPr>
          <p:cNvCxnSpPr>
            <a:cxnSpLocks/>
          </p:cNvCxnSpPr>
          <p:nvPr/>
        </p:nvCxnSpPr>
        <p:spPr>
          <a:xfrm>
            <a:off x="9728491" y="1646140"/>
            <a:ext cx="1672258" cy="2381330"/>
          </a:xfrm>
          <a:prstGeom prst="line">
            <a:avLst/>
          </a:prstGeom>
        </p:spPr>
        <p:style>
          <a:lnRef idx="1">
            <a:schemeClr val="accent2"/>
          </a:lnRef>
          <a:fillRef idx="0">
            <a:schemeClr val="accent2"/>
          </a:fillRef>
          <a:effectRef idx="0">
            <a:schemeClr val="accent2"/>
          </a:effectRef>
          <a:fontRef idx="minor">
            <a:schemeClr val="tx1"/>
          </a:fontRef>
        </p:style>
      </p:cxnSp>
      <p:sp>
        <p:nvSpPr>
          <p:cNvPr id="36" name="Text Box 1050">
            <a:extLst>
              <a:ext uri="{FF2B5EF4-FFF2-40B4-BE49-F238E27FC236}">
                <a16:creationId xmlns:a16="http://schemas.microsoft.com/office/drawing/2014/main" id="{7589F8AB-378E-4BAA-BAA1-18A7EB38DB64}"/>
              </a:ext>
            </a:extLst>
          </p:cNvPr>
          <p:cNvSpPr txBox="1">
            <a:spLocks noChangeArrowheads="1"/>
          </p:cNvSpPr>
          <p:nvPr/>
        </p:nvSpPr>
        <p:spPr bwMode="auto">
          <a:xfrm>
            <a:off x="5011080" y="1356561"/>
            <a:ext cx="2169840" cy="400110"/>
          </a:xfrm>
          <a:prstGeom prst="rect">
            <a:avLst/>
          </a:prstGeom>
          <a:solidFill>
            <a:srgbClr val="FFFF00"/>
          </a:solidFill>
          <a:ln w="9525">
            <a:solidFill>
              <a:schemeClr val="tx1"/>
            </a:solidFill>
            <a:miter lim="800000"/>
            <a:headEnd/>
            <a:tailEnd/>
          </a:ln>
        </p:spPr>
        <p:txBody>
          <a:bodyPr wrap="squar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dirty="0">
                <a:ln>
                  <a:noFill/>
                </a:ln>
                <a:solidFill>
                  <a:prstClr val="black"/>
                </a:solidFill>
                <a:effectLst/>
                <a:uLnTx/>
                <a:uFillTx/>
                <a:latin typeface="Arial" pitchFamily="34" charset="0"/>
                <a:ea typeface="+mn-ea"/>
                <a:cs typeface="+mn-cs"/>
              </a:rPr>
              <a:t>Decision node</a:t>
            </a:r>
          </a:p>
        </p:txBody>
      </p:sp>
      <p:cxnSp>
        <p:nvCxnSpPr>
          <p:cNvPr id="37" name="Straight Connector 36">
            <a:extLst>
              <a:ext uri="{FF2B5EF4-FFF2-40B4-BE49-F238E27FC236}">
                <a16:creationId xmlns:a16="http://schemas.microsoft.com/office/drawing/2014/main" id="{BC38DF7D-3C9C-469E-8593-5DC53A80D99C}"/>
              </a:ext>
            </a:extLst>
          </p:cNvPr>
          <p:cNvCxnSpPr>
            <a:cxnSpLocks/>
            <a:endCxn id="36" idx="3"/>
          </p:cNvCxnSpPr>
          <p:nvPr/>
        </p:nvCxnSpPr>
        <p:spPr>
          <a:xfrm flipH="1" flipV="1">
            <a:off x="7180920" y="1556616"/>
            <a:ext cx="637714" cy="344103"/>
          </a:xfrm>
          <a:prstGeom prst="line">
            <a:avLst/>
          </a:prstGeom>
        </p:spPr>
        <p:style>
          <a:lnRef idx="1">
            <a:schemeClr val="accent2"/>
          </a:lnRef>
          <a:fillRef idx="0">
            <a:schemeClr val="accent2"/>
          </a:fillRef>
          <a:effectRef idx="0">
            <a:schemeClr val="accent2"/>
          </a:effectRef>
          <a:fontRef idx="minor">
            <a:schemeClr val="tx1"/>
          </a:fontRef>
        </p:style>
      </p:cxnSp>
      <p:cxnSp>
        <p:nvCxnSpPr>
          <p:cNvPr id="40" name="Straight Connector 39">
            <a:extLst>
              <a:ext uri="{FF2B5EF4-FFF2-40B4-BE49-F238E27FC236}">
                <a16:creationId xmlns:a16="http://schemas.microsoft.com/office/drawing/2014/main" id="{6C0A185D-A742-442E-AD16-843C0E0E9D02}"/>
              </a:ext>
            </a:extLst>
          </p:cNvPr>
          <p:cNvCxnSpPr>
            <a:cxnSpLocks/>
          </p:cNvCxnSpPr>
          <p:nvPr/>
        </p:nvCxnSpPr>
        <p:spPr>
          <a:xfrm flipV="1">
            <a:off x="6513816" y="1756671"/>
            <a:ext cx="563013" cy="755522"/>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7003609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1000"/>
                                        <p:tgtEl>
                                          <p:spTgt spid="18"/>
                                        </p:tgtEl>
                                      </p:cBhvr>
                                    </p:animEffect>
                                    <p:anim calcmode="lin" valueType="num">
                                      <p:cBhvr>
                                        <p:cTn id="12" dur="1000" fill="hold"/>
                                        <p:tgtEl>
                                          <p:spTgt spid="18"/>
                                        </p:tgtEl>
                                        <p:attrNameLst>
                                          <p:attrName>ppt_x</p:attrName>
                                        </p:attrNameLst>
                                      </p:cBhvr>
                                      <p:tavLst>
                                        <p:tav tm="0">
                                          <p:val>
                                            <p:strVal val="#ppt_x"/>
                                          </p:val>
                                        </p:tav>
                                        <p:tav tm="100000">
                                          <p:val>
                                            <p:strVal val="#ppt_x"/>
                                          </p:val>
                                        </p:tav>
                                      </p:tavLst>
                                    </p:anim>
                                    <p:anim calcmode="lin" valueType="num">
                                      <p:cBhvr>
                                        <p:cTn id="13" dur="1000" fill="hold"/>
                                        <p:tgtEl>
                                          <p:spTgt spid="18"/>
                                        </p:tgtEl>
                                        <p:attrNameLst>
                                          <p:attrName>ppt_y</p:attrName>
                                        </p:attrNameLst>
                                      </p:cBhvr>
                                      <p:tavLst>
                                        <p:tav tm="0">
                                          <p:val>
                                            <p:strVal val="#ppt_y+.1"/>
                                          </p:val>
                                        </p:tav>
                                        <p:tav tm="100000">
                                          <p:val>
                                            <p:strVal val="#ppt_y"/>
                                          </p:val>
                                        </p:tav>
                                      </p:tavLst>
                                    </p:anim>
                                  </p:childTnLst>
                                </p:cTn>
                              </p:par>
                              <p:par>
                                <p:cTn id="14" presetID="42"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1000"/>
                                        <p:tgtEl>
                                          <p:spTgt spid="22"/>
                                        </p:tgtEl>
                                      </p:cBhvr>
                                    </p:animEffect>
                                    <p:anim calcmode="lin" valueType="num">
                                      <p:cBhvr>
                                        <p:cTn id="24" dur="1000" fill="hold"/>
                                        <p:tgtEl>
                                          <p:spTgt spid="22"/>
                                        </p:tgtEl>
                                        <p:attrNameLst>
                                          <p:attrName>ppt_x</p:attrName>
                                        </p:attrNameLst>
                                      </p:cBhvr>
                                      <p:tavLst>
                                        <p:tav tm="0">
                                          <p:val>
                                            <p:strVal val="#ppt_x"/>
                                          </p:val>
                                        </p:tav>
                                        <p:tav tm="100000">
                                          <p:val>
                                            <p:strVal val="#ppt_x"/>
                                          </p:val>
                                        </p:tav>
                                      </p:tavLst>
                                    </p:anim>
                                    <p:anim calcmode="lin" valueType="num">
                                      <p:cBhvr>
                                        <p:cTn id="25" dur="1000" fill="hold"/>
                                        <p:tgtEl>
                                          <p:spTgt spid="22"/>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1000"/>
                                        <p:tgtEl>
                                          <p:spTgt spid="23"/>
                                        </p:tgtEl>
                                      </p:cBhvr>
                                    </p:animEffect>
                                    <p:anim calcmode="lin" valueType="num">
                                      <p:cBhvr>
                                        <p:cTn id="29" dur="1000" fill="hold"/>
                                        <p:tgtEl>
                                          <p:spTgt spid="23"/>
                                        </p:tgtEl>
                                        <p:attrNameLst>
                                          <p:attrName>ppt_x</p:attrName>
                                        </p:attrNameLst>
                                      </p:cBhvr>
                                      <p:tavLst>
                                        <p:tav tm="0">
                                          <p:val>
                                            <p:strVal val="#ppt_x"/>
                                          </p:val>
                                        </p:tav>
                                        <p:tav tm="100000">
                                          <p:val>
                                            <p:strVal val="#ppt_x"/>
                                          </p:val>
                                        </p:tav>
                                      </p:tavLst>
                                    </p:anim>
                                    <p:anim calcmode="lin" valueType="num">
                                      <p:cBhvr>
                                        <p:cTn id="3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1000"/>
                                        <p:tgtEl>
                                          <p:spTgt spid="27"/>
                                        </p:tgtEl>
                                      </p:cBhvr>
                                    </p:animEffect>
                                    <p:anim calcmode="lin" valueType="num">
                                      <p:cBhvr>
                                        <p:cTn id="36" dur="1000" fill="hold"/>
                                        <p:tgtEl>
                                          <p:spTgt spid="27"/>
                                        </p:tgtEl>
                                        <p:attrNameLst>
                                          <p:attrName>ppt_x</p:attrName>
                                        </p:attrNameLst>
                                      </p:cBhvr>
                                      <p:tavLst>
                                        <p:tav tm="0">
                                          <p:val>
                                            <p:strVal val="#ppt_x"/>
                                          </p:val>
                                        </p:tav>
                                        <p:tav tm="100000">
                                          <p:val>
                                            <p:strVal val="#ppt_x"/>
                                          </p:val>
                                        </p:tav>
                                      </p:tavLst>
                                    </p:anim>
                                    <p:anim calcmode="lin" valueType="num">
                                      <p:cBhvr>
                                        <p:cTn id="37" dur="1000" fill="hold"/>
                                        <p:tgtEl>
                                          <p:spTgt spid="27"/>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1000"/>
                                        <p:tgtEl>
                                          <p:spTgt spid="31"/>
                                        </p:tgtEl>
                                      </p:cBhvr>
                                    </p:animEffect>
                                    <p:anim calcmode="lin" valueType="num">
                                      <p:cBhvr>
                                        <p:cTn id="41" dur="1000" fill="hold"/>
                                        <p:tgtEl>
                                          <p:spTgt spid="31"/>
                                        </p:tgtEl>
                                        <p:attrNameLst>
                                          <p:attrName>ppt_x</p:attrName>
                                        </p:attrNameLst>
                                      </p:cBhvr>
                                      <p:tavLst>
                                        <p:tav tm="0">
                                          <p:val>
                                            <p:strVal val="#ppt_x"/>
                                          </p:val>
                                        </p:tav>
                                        <p:tav tm="100000">
                                          <p:val>
                                            <p:strVal val="#ppt_x"/>
                                          </p:val>
                                        </p:tav>
                                      </p:tavLst>
                                    </p:anim>
                                    <p:anim calcmode="lin" valueType="num">
                                      <p:cBhvr>
                                        <p:cTn id="42" dur="1000" fill="hold"/>
                                        <p:tgtEl>
                                          <p:spTgt spid="31"/>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1000"/>
                                        <p:tgtEl>
                                          <p:spTgt spid="28"/>
                                        </p:tgtEl>
                                      </p:cBhvr>
                                    </p:animEffect>
                                    <p:anim calcmode="lin" valueType="num">
                                      <p:cBhvr>
                                        <p:cTn id="46" dur="1000" fill="hold"/>
                                        <p:tgtEl>
                                          <p:spTgt spid="28"/>
                                        </p:tgtEl>
                                        <p:attrNameLst>
                                          <p:attrName>ppt_x</p:attrName>
                                        </p:attrNameLst>
                                      </p:cBhvr>
                                      <p:tavLst>
                                        <p:tav tm="0">
                                          <p:val>
                                            <p:strVal val="#ppt_x"/>
                                          </p:val>
                                        </p:tav>
                                        <p:tav tm="100000">
                                          <p:val>
                                            <p:strVal val="#ppt_x"/>
                                          </p:val>
                                        </p:tav>
                                      </p:tavLst>
                                    </p:anim>
                                    <p:anim calcmode="lin" valueType="num">
                                      <p:cBhvr>
                                        <p:cTn id="4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1000"/>
                                        <p:tgtEl>
                                          <p:spTgt spid="36"/>
                                        </p:tgtEl>
                                      </p:cBhvr>
                                    </p:animEffect>
                                    <p:anim calcmode="lin" valueType="num">
                                      <p:cBhvr>
                                        <p:cTn id="53" dur="1000" fill="hold"/>
                                        <p:tgtEl>
                                          <p:spTgt spid="36"/>
                                        </p:tgtEl>
                                        <p:attrNameLst>
                                          <p:attrName>ppt_x</p:attrName>
                                        </p:attrNameLst>
                                      </p:cBhvr>
                                      <p:tavLst>
                                        <p:tav tm="0">
                                          <p:val>
                                            <p:strVal val="#ppt_x"/>
                                          </p:val>
                                        </p:tav>
                                        <p:tav tm="100000">
                                          <p:val>
                                            <p:strVal val="#ppt_x"/>
                                          </p:val>
                                        </p:tav>
                                      </p:tavLst>
                                    </p:anim>
                                    <p:anim calcmode="lin" valueType="num">
                                      <p:cBhvr>
                                        <p:cTn id="54" dur="1000" fill="hold"/>
                                        <p:tgtEl>
                                          <p:spTgt spid="36"/>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1000"/>
                                        <p:tgtEl>
                                          <p:spTgt spid="37"/>
                                        </p:tgtEl>
                                      </p:cBhvr>
                                    </p:animEffect>
                                    <p:anim calcmode="lin" valueType="num">
                                      <p:cBhvr>
                                        <p:cTn id="58" dur="1000" fill="hold"/>
                                        <p:tgtEl>
                                          <p:spTgt spid="37"/>
                                        </p:tgtEl>
                                        <p:attrNameLst>
                                          <p:attrName>ppt_x</p:attrName>
                                        </p:attrNameLst>
                                      </p:cBhvr>
                                      <p:tavLst>
                                        <p:tav tm="0">
                                          <p:val>
                                            <p:strVal val="#ppt_x"/>
                                          </p:val>
                                        </p:tav>
                                        <p:tav tm="100000">
                                          <p:val>
                                            <p:strVal val="#ppt_x"/>
                                          </p:val>
                                        </p:tav>
                                      </p:tavLst>
                                    </p:anim>
                                    <p:anim calcmode="lin" valueType="num">
                                      <p:cBhvr>
                                        <p:cTn id="59" dur="1000" fill="hold"/>
                                        <p:tgtEl>
                                          <p:spTgt spid="37"/>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40"/>
                                        </p:tgtEl>
                                        <p:attrNameLst>
                                          <p:attrName>style.visibility</p:attrName>
                                        </p:attrNameLst>
                                      </p:cBhvr>
                                      <p:to>
                                        <p:strVal val="visible"/>
                                      </p:to>
                                    </p:set>
                                    <p:animEffect transition="in" filter="fade">
                                      <p:cBhvr>
                                        <p:cTn id="62" dur="1000"/>
                                        <p:tgtEl>
                                          <p:spTgt spid="40"/>
                                        </p:tgtEl>
                                      </p:cBhvr>
                                    </p:animEffect>
                                    <p:anim calcmode="lin" valueType="num">
                                      <p:cBhvr>
                                        <p:cTn id="63" dur="1000" fill="hold"/>
                                        <p:tgtEl>
                                          <p:spTgt spid="40"/>
                                        </p:tgtEl>
                                        <p:attrNameLst>
                                          <p:attrName>ppt_x</p:attrName>
                                        </p:attrNameLst>
                                      </p:cBhvr>
                                      <p:tavLst>
                                        <p:tav tm="0">
                                          <p:val>
                                            <p:strVal val="#ppt_x"/>
                                          </p:val>
                                        </p:tav>
                                        <p:tav tm="100000">
                                          <p:val>
                                            <p:strVal val="#ppt_x"/>
                                          </p:val>
                                        </p:tav>
                                      </p:tavLst>
                                    </p:anim>
                                    <p:anim calcmode="lin" valueType="num">
                                      <p:cBhvr>
                                        <p:cTn id="64"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2" grpId="0" animBg="1"/>
      <p:bldP spid="27" grpId="0" animBg="1"/>
      <p:bldP spid="3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 name="Rectangle 40">
            <a:extLst>
              <a:ext uri="{FF2B5EF4-FFF2-40B4-BE49-F238E27FC236}">
                <a16:creationId xmlns:a16="http://schemas.microsoft.com/office/drawing/2014/main" id="{4B6ECB93-D7FF-4F09-A8ED-D4588EE7C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EBF87945-A001-489F-9D9B-7D9435F0B9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191109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F2458EB-28A0-4405-B5FA-A346C7CEDE15}"/>
              </a:ext>
            </a:extLst>
          </p:cNvPr>
          <p:cNvSpPr>
            <a:spLocks noGrp="1"/>
          </p:cNvSpPr>
          <p:nvPr>
            <p:ph type="title"/>
          </p:nvPr>
        </p:nvSpPr>
        <p:spPr>
          <a:xfrm>
            <a:off x="838200" y="365760"/>
            <a:ext cx="10515600" cy="1325563"/>
          </a:xfrm>
        </p:spPr>
        <p:txBody>
          <a:bodyPr>
            <a:normAutofit/>
          </a:bodyPr>
          <a:lstStyle/>
          <a:p>
            <a:r>
              <a:rPr lang="en-US">
                <a:solidFill>
                  <a:schemeClr val="bg1"/>
                </a:solidFill>
              </a:rPr>
              <a:t>Program Path</a:t>
            </a:r>
          </a:p>
        </p:txBody>
      </p:sp>
      <p:sp>
        <p:nvSpPr>
          <p:cNvPr id="3" name="Content Placeholder 2">
            <a:extLst>
              <a:ext uri="{FF2B5EF4-FFF2-40B4-BE49-F238E27FC236}">
                <a16:creationId xmlns:a16="http://schemas.microsoft.com/office/drawing/2014/main" id="{4CA36C6B-6C03-425B-B2A2-35EC9A6C8255}"/>
              </a:ext>
            </a:extLst>
          </p:cNvPr>
          <p:cNvSpPr>
            <a:spLocks noGrp="1"/>
          </p:cNvSpPr>
          <p:nvPr>
            <p:ph idx="1"/>
          </p:nvPr>
        </p:nvSpPr>
        <p:spPr>
          <a:xfrm>
            <a:off x="82193" y="2057082"/>
            <a:ext cx="6013807" cy="4518379"/>
          </a:xfrm>
        </p:spPr>
        <p:txBody>
          <a:bodyPr anchor="ctr">
            <a:normAutofit fontScale="92500" lnSpcReduction="10000"/>
          </a:bodyPr>
          <a:lstStyle/>
          <a:p>
            <a:r>
              <a:rPr lang="en-US" sz="2400" dirty="0">
                <a:latin typeface="Times New Roman" pitchFamily="18" charset="0"/>
              </a:rPr>
              <a:t>A program path is a sequence of statements from entry to exit. </a:t>
            </a:r>
          </a:p>
          <a:p>
            <a:r>
              <a:rPr lang="en-US" sz="2400" dirty="0">
                <a:latin typeface="Times New Roman" pitchFamily="18" charset="0"/>
              </a:rPr>
              <a:t>There can be a large number of paths in a program.</a:t>
            </a:r>
          </a:p>
          <a:p>
            <a:r>
              <a:rPr lang="en-US" sz="2400" dirty="0">
                <a:latin typeface="Times New Roman" pitchFamily="18" charset="0"/>
              </a:rPr>
              <a:t>There is an (input, expected output) pair for each path.</a:t>
            </a:r>
          </a:p>
          <a:p>
            <a:r>
              <a:rPr lang="en-US" sz="2400" dirty="0">
                <a:latin typeface="Times New Roman" pitchFamily="18" charset="0"/>
              </a:rPr>
              <a:t>Executing a path requires invoking the program unit with the right test input.</a:t>
            </a:r>
          </a:p>
          <a:p>
            <a:r>
              <a:rPr lang="en-US" sz="2400" dirty="0">
                <a:latin typeface="Times New Roman" pitchFamily="18" charset="0"/>
              </a:rPr>
              <a:t>Paths are chosen by using the concepts of path </a:t>
            </a:r>
            <a:r>
              <a:rPr lang="en-US" sz="2400" u="sng" dirty="0">
                <a:latin typeface="Times New Roman" pitchFamily="18" charset="0"/>
              </a:rPr>
              <a:t>selection criteria</a:t>
            </a:r>
            <a:r>
              <a:rPr lang="en-US" sz="2400" dirty="0">
                <a:latin typeface="Times New Roman" pitchFamily="18" charset="0"/>
              </a:rPr>
              <a:t>.</a:t>
            </a:r>
          </a:p>
          <a:p>
            <a:endParaRPr lang="en-US" sz="2400" dirty="0">
              <a:latin typeface="Times New Roman" pitchFamily="18" charset="0"/>
            </a:endParaRPr>
          </a:p>
          <a:p>
            <a:r>
              <a:rPr lang="en-US" sz="2000" dirty="0">
                <a:latin typeface="Times New Roman" pitchFamily="18" charset="0"/>
              </a:rPr>
              <a:t>Tools: Automatically generate test inputs from program paths.</a:t>
            </a:r>
            <a:endParaRPr lang="en-US" sz="2000" dirty="0"/>
          </a:p>
          <a:p>
            <a:endParaRPr lang="en-US" sz="2000" dirty="0"/>
          </a:p>
        </p:txBody>
      </p:sp>
      <p:pic>
        <p:nvPicPr>
          <p:cNvPr id="6" name="Picture 7">
            <a:extLst>
              <a:ext uri="{FF2B5EF4-FFF2-40B4-BE49-F238E27FC236}">
                <a16:creationId xmlns:a16="http://schemas.microsoft.com/office/drawing/2014/main" id="{F70475B2-C090-4CD6-9A5A-1D8D21C414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1" r="1" b="1"/>
          <a:stretch/>
        </p:blipFill>
        <p:spPr bwMode="auto">
          <a:xfrm>
            <a:off x="6335270" y="2276857"/>
            <a:ext cx="5015484" cy="390010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a:extLst>
              <a:ext uri="{FF2B5EF4-FFF2-40B4-BE49-F238E27FC236}">
                <a16:creationId xmlns:a16="http://schemas.microsoft.com/office/drawing/2014/main" id="{4700B5FF-C511-4D81-9189-1991C03D02A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1719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28" name="Group 27">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9" name="Rectangle 2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33" name="Rectangle 32">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0F3654-5540-45F5-A26E-5F58F9BB78E5}"/>
              </a:ext>
            </a:extLst>
          </p:cNvPr>
          <p:cNvSpPr>
            <a:spLocks noGrp="1"/>
          </p:cNvSpPr>
          <p:nvPr>
            <p:ph type="title"/>
          </p:nvPr>
        </p:nvSpPr>
        <p:spPr>
          <a:xfrm>
            <a:off x="1043631" y="873940"/>
            <a:ext cx="5052369" cy="1035781"/>
          </a:xfrm>
        </p:spPr>
        <p:txBody>
          <a:bodyPr anchor="ctr">
            <a:normAutofit/>
          </a:bodyPr>
          <a:lstStyle/>
          <a:p>
            <a:r>
              <a:rPr lang="en-US" sz="3300"/>
              <a:t>Feasible vs. Infeasible Paths</a:t>
            </a:r>
          </a:p>
        </p:txBody>
      </p:sp>
      <p:sp>
        <p:nvSpPr>
          <p:cNvPr id="7" name="Content Placeholder 6">
            <a:extLst>
              <a:ext uri="{FF2B5EF4-FFF2-40B4-BE49-F238E27FC236}">
                <a16:creationId xmlns:a16="http://schemas.microsoft.com/office/drawing/2014/main" id="{59E428C9-0467-43FB-BC39-6B0E7A0DD618}"/>
              </a:ext>
            </a:extLst>
          </p:cNvPr>
          <p:cNvSpPr>
            <a:spLocks noGrp="1"/>
          </p:cNvSpPr>
          <p:nvPr>
            <p:ph idx="1"/>
          </p:nvPr>
        </p:nvSpPr>
        <p:spPr>
          <a:xfrm>
            <a:off x="267838" y="2378136"/>
            <a:ext cx="6175826" cy="4114093"/>
          </a:xfrm>
        </p:spPr>
        <p:txBody>
          <a:bodyPr anchor="ctr">
            <a:normAutofit/>
          </a:bodyPr>
          <a:lstStyle/>
          <a:p>
            <a:pPr marL="0" indent="0">
              <a:buNone/>
            </a:pPr>
            <a:r>
              <a:rPr lang="en-US" sz="2400" dirty="0">
                <a:latin typeface="Times New Roman" pitchFamily="18" charset="0"/>
              </a:rPr>
              <a:t>Two kinds of paths</a:t>
            </a:r>
          </a:p>
          <a:p>
            <a:pPr marL="0" indent="0">
              <a:buNone/>
            </a:pPr>
            <a:endParaRPr lang="en-US" sz="2400" dirty="0">
              <a:latin typeface="Times New Roman" pitchFamily="18" charset="0"/>
            </a:endParaRPr>
          </a:p>
          <a:p>
            <a:pPr marL="0" indent="0">
              <a:buNone/>
            </a:pPr>
            <a:r>
              <a:rPr lang="en-US" sz="2400" b="1" dirty="0">
                <a:latin typeface="Times New Roman" pitchFamily="18" charset="0"/>
              </a:rPr>
              <a:t>Executable path</a:t>
            </a:r>
            <a:r>
              <a:rPr lang="en-US" sz="2400" dirty="0">
                <a:latin typeface="Times New Roman" pitchFamily="18" charset="0"/>
              </a:rPr>
              <a:t>: There exists input so that the path is executed.</a:t>
            </a:r>
          </a:p>
          <a:p>
            <a:pPr marL="0" indent="0">
              <a:buNone/>
            </a:pPr>
            <a:r>
              <a:rPr lang="en-US" sz="2400" b="1" dirty="0">
                <a:latin typeface="Times New Roman" pitchFamily="18" charset="0"/>
              </a:rPr>
              <a:t>Infeasible path</a:t>
            </a:r>
            <a:r>
              <a:rPr lang="en-US" sz="2400" dirty="0">
                <a:latin typeface="Times New Roman" pitchFamily="18" charset="0"/>
              </a:rPr>
              <a:t>: There is no input to execute the path.</a:t>
            </a:r>
          </a:p>
          <a:p>
            <a:pPr lvl="2"/>
            <a:endParaRPr lang="en-US" sz="2400" dirty="0">
              <a:latin typeface="Times New Roman" pitchFamily="18" charset="0"/>
            </a:endParaRPr>
          </a:p>
          <a:p>
            <a:pPr marL="0" indent="0">
              <a:spcAft>
                <a:spcPts val="600"/>
              </a:spcAft>
              <a:buNone/>
            </a:pPr>
            <a:r>
              <a:rPr lang="en-US" sz="2400" dirty="0"/>
              <a:t>Consider the control flow graph shown where: A, B, J, C, D and K are computation nodes that do not affect the value of x. </a:t>
            </a:r>
            <a:endParaRPr lang="en-US" sz="1700" dirty="0"/>
          </a:p>
        </p:txBody>
      </p:sp>
      <p:sp>
        <p:nvSpPr>
          <p:cNvPr id="35" name="Rectangle 34">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E9FEF31-5081-4474-842B-EE0E7FE913F4}"/>
              </a:ext>
            </a:extLst>
          </p:cNvPr>
          <p:cNvPicPr>
            <a:picLocks noChangeAspect="1"/>
          </p:cNvPicPr>
          <p:nvPr/>
        </p:nvPicPr>
        <p:blipFill>
          <a:blip r:embed="rId2"/>
          <a:stretch>
            <a:fillRect/>
          </a:stretch>
        </p:blipFill>
        <p:spPr>
          <a:xfrm>
            <a:off x="7559727" y="901032"/>
            <a:ext cx="2964783" cy="5116220"/>
          </a:xfrm>
          <a:prstGeom prst="rect">
            <a:avLst/>
          </a:prstGeom>
        </p:spPr>
      </p:pic>
      <p:cxnSp>
        <p:nvCxnSpPr>
          <p:cNvPr id="37" name="Straight Connector 3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8AC077A-8E9D-471F-88FB-21996CDDA684}"/>
              </a:ext>
            </a:extLst>
          </p:cNvPr>
          <p:cNvSpPr txBox="1"/>
          <p:nvPr/>
        </p:nvSpPr>
        <p:spPr>
          <a:xfrm>
            <a:off x="267838" y="4314830"/>
            <a:ext cx="6175826" cy="1887014"/>
          </a:xfrm>
          <a:prstGeom prst="rect">
            <a:avLst/>
          </a:prstGeom>
        </p:spPr>
        <p:txBody>
          <a:bodyPr vert="horz" lIns="91440" tIns="45720" rIns="91440" bIns="45720" rtlCol="0" anchor="ctr">
            <a:normAutofit/>
          </a:bodyPr>
          <a:lstStyle/>
          <a:p>
            <a:pPr marL="0" marR="0" lvl="0" indent="0" algn="just" defTabSz="914400" rtl="0" eaLnBrk="1" fontAlgn="auto" latinLnBrk="0" hangingPunct="1">
              <a:lnSpc>
                <a:spcPct val="90000"/>
              </a:lnSpc>
              <a:spcBef>
                <a:spcPts val="0"/>
              </a:spcBef>
              <a:spcAft>
                <a:spcPts val="600"/>
              </a:spcAft>
              <a:buClrTx/>
              <a:buSzTx/>
              <a:buFontTx/>
              <a:buNone/>
              <a:tabLst/>
              <a:defRPr/>
            </a:pP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76CD19CD-BE54-45EE-B760-033B33E388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61771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2007325" y="0"/>
            <a:ext cx="8229600" cy="1143000"/>
          </a:xfrm>
        </p:spPr>
        <p:txBody>
          <a:bodyPr/>
          <a:lstStyle/>
          <a:p>
            <a:r>
              <a:rPr lang="en-US">
                <a:latin typeface="Times New Roman" pitchFamily="18" charset="0"/>
              </a:rPr>
              <a:t>Outline of Control Flow Testing</a:t>
            </a:r>
            <a:endParaRPr lang="en-US" dirty="0">
              <a:latin typeface="Times New Roman" pitchFamily="18" charset="0"/>
            </a:endParaRPr>
          </a:p>
        </p:txBody>
      </p:sp>
      <p:sp>
        <p:nvSpPr>
          <p:cNvPr id="313347" name="Rectangle 3"/>
          <p:cNvSpPr>
            <a:spLocks noGrp="1" noChangeArrowheads="1"/>
          </p:cNvSpPr>
          <p:nvPr>
            <p:ph type="body" orient="vert" idx="1"/>
          </p:nvPr>
        </p:nvSpPr>
        <p:spPr/>
        <p:txBody>
          <a:bodyPr/>
          <a:lstStyle/>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a:latin typeface="Times New Roman" pitchFamily="18" charset="0"/>
            </a:endParaRPr>
          </a:p>
          <a:p>
            <a:pPr>
              <a:buFontTx/>
              <a:buNone/>
            </a:pPr>
            <a:endParaRPr lang="en-US" dirty="0">
              <a:latin typeface="Times New Roman" pitchFamily="18" charset="0"/>
            </a:endParaRPr>
          </a:p>
        </p:txBody>
      </p:sp>
      <p:sp>
        <p:nvSpPr>
          <p:cNvPr id="6" name="Rectangle 19"/>
          <p:cNvSpPr>
            <a:spLocks noGrp="1" noChangeArrowheads="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6D2A39-4241-44F9-84E5-1BD2D39FD6A9}" type="slidenum">
              <a:rPr kumimoji="0" lang="en-US" sz="1200" b="1" i="0" u="none" strike="noStrike" kern="1200" cap="none" spc="0" normalizeH="0" baseline="0" noProof="0" smtClean="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pic>
        <p:nvPicPr>
          <p:cNvPr id="313348" name="Picture 4" descr="pathoutline"/>
          <p:cNvPicPr>
            <a:picLocks noChangeAspect="1" noChangeArrowheads="1"/>
          </p:cNvPicPr>
          <p:nvPr/>
        </p:nvPicPr>
        <p:blipFill>
          <a:blip r:embed="rId3" cstate="print"/>
          <a:srcRect/>
          <a:stretch>
            <a:fillRect/>
          </a:stretch>
        </p:blipFill>
        <p:spPr bwMode="auto">
          <a:xfrm>
            <a:off x="2393879" y="1124359"/>
            <a:ext cx="7941923" cy="4843462"/>
          </a:xfrm>
          <a:prstGeom prst="rect">
            <a:avLst/>
          </a:prstGeom>
          <a:noFill/>
        </p:spPr>
      </p:pic>
      <p:sp>
        <p:nvSpPr>
          <p:cNvPr id="313349" name="Text Box 5"/>
          <p:cNvSpPr txBox="1">
            <a:spLocks noChangeArrowheads="1"/>
          </p:cNvSpPr>
          <p:nvPr/>
        </p:nvSpPr>
        <p:spPr bwMode="auto">
          <a:xfrm>
            <a:off x="2854338" y="5967821"/>
            <a:ext cx="6830716" cy="400110"/>
          </a:xfrm>
          <a:prstGeom prst="rect">
            <a:avLst/>
          </a:prstGeom>
          <a:noFill/>
          <a:ln w="12700">
            <a:noFill/>
            <a:miter lim="800000"/>
            <a:headEnd type="none" w="sm" len="sm"/>
            <a:tailEnd type="none" w="sm" len="sm"/>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pitchFamily="18" charset="0"/>
                <a:ea typeface="+mn-ea"/>
                <a:cs typeface="+mn-cs"/>
              </a:rPr>
              <a:t>The process of generating test input data for control flow testing.</a:t>
            </a:r>
            <a:endParaRPr kumimoji="0" lang="en-US" sz="2000" b="0" i="0"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Rectangle 2"/>
          <p:cNvSpPr>
            <a:spLocks noGrp="1" noChangeArrowheads="1"/>
          </p:cNvSpPr>
          <p:nvPr>
            <p:ph type="title"/>
          </p:nvPr>
        </p:nvSpPr>
        <p:spPr/>
        <p:txBody>
          <a:bodyPr>
            <a:normAutofit/>
          </a:bodyPr>
          <a:lstStyle/>
          <a:p>
            <a:r>
              <a:rPr lang="en-US" dirty="0">
                <a:latin typeface="Times New Roman" pitchFamily="18" charset="0"/>
              </a:rPr>
              <a:t>Outline of Control Flow Testing*</a:t>
            </a:r>
          </a:p>
        </p:txBody>
      </p:sp>
      <p:sp>
        <p:nvSpPr>
          <p:cNvPr id="322563" name="Rectangle 3"/>
          <p:cNvSpPr>
            <a:spLocks noGrp="1" noChangeArrowheads="1"/>
          </p:cNvSpPr>
          <p:nvPr>
            <p:ph idx="1"/>
          </p:nvPr>
        </p:nvSpPr>
        <p:spPr/>
        <p:txBody>
          <a:bodyPr>
            <a:normAutofit fontScale="92500" lnSpcReduction="20000"/>
          </a:bodyPr>
          <a:lstStyle/>
          <a:p>
            <a:r>
              <a:rPr lang="en-US" dirty="0">
                <a:latin typeface="Times New Roman" pitchFamily="18" charset="0"/>
              </a:rPr>
              <a:t>Inputs to the test generation process</a:t>
            </a:r>
          </a:p>
          <a:p>
            <a:pPr lvl="1"/>
            <a:r>
              <a:rPr lang="en-US" dirty="0">
                <a:latin typeface="Times New Roman" pitchFamily="18" charset="0"/>
              </a:rPr>
              <a:t>Source code</a:t>
            </a:r>
          </a:p>
          <a:p>
            <a:pPr lvl="1"/>
            <a:r>
              <a:rPr lang="en-US" dirty="0">
                <a:latin typeface="Times New Roman" pitchFamily="18" charset="0"/>
              </a:rPr>
              <a:t>Path selection criteria: statement, branch, …</a:t>
            </a:r>
          </a:p>
          <a:p>
            <a:r>
              <a:rPr lang="en-US" dirty="0">
                <a:latin typeface="Times New Roman" pitchFamily="18" charset="0"/>
              </a:rPr>
              <a:t>Generation of control flow graph (CFG)</a:t>
            </a:r>
          </a:p>
          <a:p>
            <a:pPr lvl="1"/>
            <a:r>
              <a:rPr lang="en-US" dirty="0">
                <a:latin typeface="Times New Roman" pitchFamily="18" charset="0"/>
              </a:rPr>
              <a:t>A CFG is a graphical representation of a program unit.</a:t>
            </a:r>
          </a:p>
          <a:p>
            <a:pPr lvl="1"/>
            <a:r>
              <a:rPr lang="en-US" dirty="0">
                <a:latin typeface="Times New Roman" pitchFamily="18" charset="0"/>
              </a:rPr>
              <a:t>Compilers are modified to produce CFGs. (You can draw one by hand.)</a:t>
            </a:r>
          </a:p>
          <a:p>
            <a:r>
              <a:rPr lang="en-US" dirty="0">
                <a:latin typeface="Times New Roman" pitchFamily="18" charset="0"/>
              </a:rPr>
              <a:t>Selection of paths</a:t>
            </a:r>
          </a:p>
          <a:p>
            <a:pPr lvl="1"/>
            <a:r>
              <a:rPr lang="en-US" dirty="0">
                <a:latin typeface="Times New Roman" pitchFamily="18" charset="0"/>
              </a:rPr>
              <a:t>Enough entry/exit paths are selected to satisfy path selection criteria.</a:t>
            </a:r>
          </a:p>
          <a:p>
            <a:r>
              <a:rPr lang="en-US" dirty="0">
                <a:latin typeface="Times New Roman" pitchFamily="18" charset="0"/>
              </a:rPr>
              <a:t>Generation of test input data</a:t>
            </a:r>
          </a:p>
          <a:p>
            <a:pPr lvl="1"/>
            <a:r>
              <a:rPr lang="en-US" dirty="0">
                <a:latin typeface="Times New Roman" pitchFamily="18" charset="0"/>
              </a:rPr>
              <a:t>Two kinds of paths</a:t>
            </a:r>
          </a:p>
          <a:p>
            <a:pPr lvl="2"/>
            <a:r>
              <a:rPr lang="en-US" dirty="0">
                <a:latin typeface="Times New Roman" pitchFamily="18" charset="0"/>
              </a:rPr>
              <a:t>Executable path: There exists input so that the path is executed.</a:t>
            </a:r>
          </a:p>
          <a:p>
            <a:pPr lvl="2"/>
            <a:r>
              <a:rPr lang="en-US" dirty="0">
                <a:latin typeface="Times New Roman" pitchFamily="18" charset="0"/>
              </a:rPr>
              <a:t>Infeasible path: There is no input to execute the path.</a:t>
            </a:r>
          </a:p>
          <a:p>
            <a:pPr lvl="1"/>
            <a:r>
              <a:rPr lang="en-US" dirty="0">
                <a:latin typeface="Times New Roman" pitchFamily="18" charset="0"/>
              </a:rPr>
              <a:t>Solve the path conditions to produce test input for each path.</a:t>
            </a:r>
          </a:p>
        </p:txBody>
      </p:sp>
      <p:sp>
        <p:nvSpPr>
          <p:cNvPr id="4" name="Rectangle 19"/>
          <p:cNvSpPr>
            <a:spLocks noGrp="1" noChangeArrowheads="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B8A68BF-AED4-43DE-B862-E5B3372ADC23}"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sp>
        <p:nvSpPr>
          <p:cNvPr id="7" name="TextBox 6"/>
          <p:cNvSpPr txBox="1"/>
          <p:nvPr/>
        </p:nvSpPr>
        <p:spPr>
          <a:xfrm>
            <a:off x="1934528" y="6138802"/>
            <a:ext cx="8556171" cy="40011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FF0000"/>
                </a:solidFill>
                <a:effectLst/>
                <a:uLnTx/>
                <a:uFillTx/>
                <a:latin typeface="Bradley Hand ITC" pitchFamily="66" charset="0"/>
                <a:ea typeface="+mn-ea"/>
                <a:cs typeface="+mn-cs"/>
              </a:rPr>
              <a:t>*Also </a:t>
            </a:r>
            <a:r>
              <a:rPr kumimoji="0" lang="en-US" sz="2000" b="1" i="0" u="none" strike="noStrike" kern="1200" cap="none" spc="0" normalizeH="0" baseline="0" noProof="0" dirty="0">
                <a:ln>
                  <a:noFill/>
                </a:ln>
                <a:solidFill>
                  <a:srgbClr val="FF0000"/>
                </a:solidFill>
                <a:effectLst/>
                <a:uLnTx/>
                <a:uFillTx/>
                <a:latin typeface="Bradley Hand ITC" pitchFamily="66" charset="0"/>
                <a:ea typeface="+mn-ea"/>
                <a:cs typeface="+mn-cs"/>
              </a:rPr>
              <a:t>known as decision-to-decision path testing (</a:t>
            </a:r>
            <a:r>
              <a:rPr kumimoji="0" lang="en-US" sz="2000" b="1" i="0" u="none" strike="noStrike" kern="1200" cap="none" spc="0" normalizeH="0" baseline="0" noProof="0" dirty="0" err="1">
                <a:ln>
                  <a:noFill/>
                </a:ln>
                <a:solidFill>
                  <a:srgbClr val="FF0000"/>
                </a:solidFill>
                <a:effectLst/>
                <a:uLnTx/>
                <a:uFillTx/>
                <a:latin typeface="Bradley Hand ITC" pitchFamily="66" charset="0"/>
                <a:ea typeface="+mn-ea"/>
                <a:cs typeface="+mn-cs"/>
              </a:rPr>
              <a:t>dd</a:t>
            </a:r>
            <a:r>
              <a:rPr kumimoji="0" lang="en-US" sz="2000" b="1" i="0" u="none" strike="noStrike" kern="1200" cap="none" spc="0" normalizeH="0" baseline="0" noProof="0" dirty="0">
                <a:ln>
                  <a:noFill/>
                </a:ln>
                <a:solidFill>
                  <a:srgbClr val="FF0000"/>
                </a:solidFill>
                <a:effectLst/>
                <a:uLnTx/>
                <a:uFillTx/>
                <a:latin typeface="Bradley Hand ITC" pitchFamily="66" charset="0"/>
                <a:ea typeface="+mn-ea"/>
                <a:cs typeface="+mn-cs"/>
              </a:rPr>
              <a:t>-path testing).</a:t>
            </a:r>
          </a:p>
        </p:txBody>
      </p:sp>
    </p:spTree>
    <p:extLst>
      <p:ext uri="{BB962C8B-B14F-4D97-AF65-F5344CB8AC3E}">
        <p14:creationId xmlns:p14="http://schemas.microsoft.com/office/powerpoint/2010/main" val="1470897723"/>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026"/>
          <p:cNvSpPr>
            <a:spLocks noGrp="1" noChangeArrowheads="1"/>
          </p:cNvSpPr>
          <p:nvPr>
            <p:ph type="title"/>
          </p:nvPr>
        </p:nvSpPr>
        <p:spPr>
          <a:xfrm>
            <a:off x="2057400" y="-457200"/>
            <a:ext cx="8229600" cy="1676400"/>
          </a:xfrm>
        </p:spPr>
        <p:txBody>
          <a:bodyPr/>
          <a:lstStyle/>
          <a:p>
            <a:pPr algn="ctr"/>
            <a:br>
              <a:rPr lang="en-US" altLang="en-US" sz="4000"/>
            </a:br>
            <a:r>
              <a:rPr lang="en-US" altLang="en-US" sz="4000"/>
              <a:t>Control-Flow Graph  (Flowgraph)   </a:t>
            </a:r>
          </a:p>
        </p:txBody>
      </p:sp>
      <p:sp>
        <p:nvSpPr>
          <p:cNvPr id="21507" name="Rectangle 1027"/>
          <p:cNvSpPr>
            <a:spLocks noGrp="1" noChangeArrowheads="1"/>
          </p:cNvSpPr>
          <p:nvPr>
            <p:ph idx="1"/>
          </p:nvPr>
        </p:nvSpPr>
        <p:spPr>
          <a:xfrm>
            <a:off x="1524000" y="2017713"/>
            <a:ext cx="5029200" cy="4114800"/>
          </a:xfrm>
        </p:spPr>
        <p:txBody>
          <a:bodyPr/>
          <a:lstStyle/>
          <a:p>
            <a:pPr>
              <a:lnSpc>
                <a:spcPct val="70000"/>
              </a:lnSpc>
            </a:pPr>
            <a:r>
              <a:rPr lang="en-US" altLang="en-US"/>
              <a:t> Quadruple (E, N, s, t)</a:t>
            </a:r>
          </a:p>
          <a:p>
            <a:pPr lvl="1">
              <a:lnSpc>
                <a:spcPct val="70000"/>
              </a:lnSpc>
            </a:pPr>
            <a:r>
              <a:rPr lang="en-US" altLang="en-US" sz="2200" b="1"/>
              <a:t>N :</a:t>
            </a:r>
            <a:r>
              <a:rPr lang="en-US" altLang="en-US" sz="2200"/>
              <a:t> set of nodes</a:t>
            </a:r>
          </a:p>
          <a:p>
            <a:pPr lvl="1">
              <a:lnSpc>
                <a:spcPct val="70000"/>
              </a:lnSpc>
            </a:pPr>
            <a:r>
              <a:rPr lang="en-US" altLang="en-US" sz="2200" b="1"/>
              <a:t>s: </a:t>
            </a:r>
            <a:r>
              <a:rPr lang="en-US" altLang="en-US" sz="2200"/>
              <a:t>Start node</a:t>
            </a:r>
            <a:r>
              <a:rPr lang="en-US" altLang="en-US" sz="2200" b="1"/>
              <a:t> </a:t>
            </a:r>
            <a:endParaRPr lang="en-US" altLang="en-US" sz="2200"/>
          </a:p>
          <a:p>
            <a:pPr lvl="1">
              <a:lnSpc>
                <a:spcPct val="70000"/>
              </a:lnSpc>
            </a:pPr>
            <a:r>
              <a:rPr lang="en-US" altLang="en-US" sz="2200" b="1"/>
              <a:t>t: </a:t>
            </a:r>
            <a:r>
              <a:rPr lang="en-US" altLang="en-US" sz="2200"/>
              <a:t>Terminal node </a:t>
            </a:r>
          </a:p>
          <a:p>
            <a:pPr lvl="1">
              <a:lnSpc>
                <a:spcPct val="70000"/>
              </a:lnSpc>
            </a:pPr>
            <a:r>
              <a:rPr lang="en-US" altLang="en-US" sz="2200" b="1"/>
              <a:t>E : </a:t>
            </a:r>
            <a:r>
              <a:rPr lang="en-US" altLang="en-US" sz="2200"/>
              <a:t>set of edges</a:t>
            </a:r>
            <a:r>
              <a:rPr lang="en-US" altLang="en-US" sz="2200" b="1"/>
              <a:t> </a:t>
            </a:r>
            <a:endParaRPr lang="en-US" altLang="en-US" sz="2200"/>
          </a:p>
          <a:p>
            <a:pPr>
              <a:lnSpc>
                <a:spcPct val="70000"/>
              </a:lnSpc>
            </a:pPr>
            <a:r>
              <a:rPr lang="en-US" altLang="en-US" b="1"/>
              <a:t>In-degree (</a:t>
            </a:r>
            <a:r>
              <a:rPr lang="en-US" altLang="en-US" b="1">
                <a:solidFill>
                  <a:schemeClr val="tx2"/>
                </a:solidFill>
              </a:rPr>
              <a:t>FAN-IN</a:t>
            </a:r>
            <a:r>
              <a:rPr lang="en-US" altLang="en-US" b="1"/>
              <a:t>):</a:t>
            </a:r>
            <a:r>
              <a:rPr lang="en-US" altLang="en-US"/>
              <a:t> </a:t>
            </a:r>
            <a:r>
              <a:rPr lang="en-US" altLang="en-US" sz="2200"/>
              <a:t>number of edges arriving at node</a:t>
            </a:r>
          </a:p>
          <a:p>
            <a:pPr>
              <a:lnSpc>
                <a:spcPct val="70000"/>
              </a:lnSpc>
            </a:pPr>
            <a:r>
              <a:rPr lang="en-US" altLang="en-US" b="1"/>
              <a:t>Out-degree (</a:t>
            </a:r>
            <a:r>
              <a:rPr lang="en-US" altLang="en-US" b="1">
                <a:solidFill>
                  <a:schemeClr val="tx2"/>
                </a:solidFill>
              </a:rPr>
              <a:t>FAN-OUT</a:t>
            </a:r>
            <a:r>
              <a:rPr lang="en-US" altLang="en-US" b="1"/>
              <a:t>):</a:t>
            </a:r>
            <a:r>
              <a:rPr lang="en-US" altLang="en-US"/>
              <a:t> </a:t>
            </a:r>
            <a:r>
              <a:rPr lang="en-US" altLang="en-US" sz="2200"/>
              <a:t>number of edges leaving the node</a:t>
            </a:r>
          </a:p>
          <a:p>
            <a:pPr>
              <a:lnSpc>
                <a:spcPct val="70000"/>
              </a:lnSpc>
            </a:pPr>
            <a:endParaRPr lang="en-US" altLang="en-US" b="1">
              <a:solidFill>
                <a:srgbClr val="FF0000"/>
              </a:solidFill>
            </a:endParaRPr>
          </a:p>
          <a:p>
            <a:pPr>
              <a:lnSpc>
                <a:spcPct val="70000"/>
              </a:lnSpc>
            </a:pPr>
            <a:r>
              <a:rPr lang="en-US" altLang="en-US" b="1">
                <a:solidFill>
                  <a:srgbClr val="FF0000"/>
                </a:solidFill>
              </a:rPr>
              <a:t>Path: </a:t>
            </a:r>
            <a:r>
              <a:rPr lang="en-US" altLang="en-US" sz="2200" b="1">
                <a:solidFill>
                  <a:srgbClr val="FF0000"/>
                </a:solidFill>
              </a:rPr>
              <a:t>sequence of consecutive edges</a:t>
            </a:r>
          </a:p>
        </p:txBody>
      </p:sp>
      <p:sp>
        <p:nvSpPr>
          <p:cNvPr id="21509" name="Oval 1028"/>
          <p:cNvSpPr>
            <a:spLocks noChangeArrowheads="1"/>
          </p:cNvSpPr>
          <p:nvPr/>
        </p:nvSpPr>
        <p:spPr bwMode="auto">
          <a:xfrm>
            <a:off x="7543800" y="19050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0" name="Oval 1029"/>
          <p:cNvSpPr>
            <a:spLocks noChangeArrowheads="1"/>
          </p:cNvSpPr>
          <p:nvPr/>
        </p:nvSpPr>
        <p:spPr bwMode="auto">
          <a:xfrm>
            <a:off x="7543800" y="27432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1" name="Oval 1030"/>
          <p:cNvSpPr>
            <a:spLocks noChangeArrowheads="1"/>
          </p:cNvSpPr>
          <p:nvPr/>
        </p:nvSpPr>
        <p:spPr bwMode="auto">
          <a:xfrm>
            <a:off x="7543800" y="35052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2" name="Oval 1031"/>
          <p:cNvSpPr>
            <a:spLocks noChangeArrowheads="1"/>
          </p:cNvSpPr>
          <p:nvPr/>
        </p:nvSpPr>
        <p:spPr bwMode="auto">
          <a:xfrm>
            <a:off x="6629400" y="41910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3" name="Oval 1032"/>
          <p:cNvSpPr>
            <a:spLocks noChangeArrowheads="1"/>
          </p:cNvSpPr>
          <p:nvPr/>
        </p:nvSpPr>
        <p:spPr bwMode="auto">
          <a:xfrm>
            <a:off x="8458200" y="41910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4" name="Oval 1033"/>
          <p:cNvSpPr>
            <a:spLocks noChangeArrowheads="1"/>
          </p:cNvSpPr>
          <p:nvPr/>
        </p:nvSpPr>
        <p:spPr bwMode="auto">
          <a:xfrm>
            <a:off x="7543800" y="48768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5" name="Oval 1034"/>
          <p:cNvSpPr>
            <a:spLocks noChangeArrowheads="1"/>
          </p:cNvSpPr>
          <p:nvPr/>
        </p:nvSpPr>
        <p:spPr bwMode="auto">
          <a:xfrm>
            <a:off x="7543800" y="5791200"/>
            <a:ext cx="533400" cy="533400"/>
          </a:xfrm>
          <a:prstGeom prst="ellipse">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1516" name="Line 1035"/>
          <p:cNvSpPr>
            <a:spLocks noChangeShapeType="1"/>
          </p:cNvSpPr>
          <p:nvPr/>
        </p:nvSpPr>
        <p:spPr bwMode="auto">
          <a:xfrm>
            <a:off x="7839075" y="2438400"/>
            <a:ext cx="0" cy="304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17" name="Line 1036"/>
          <p:cNvSpPr>
            <a:spLocks noChangeShapeType="1"/>
          </p:cNvSpPr>
          <p:nvPr/>
        </p:nvSpPr>
        <p:spPr bwMode="auto">
          <a:xfrm>
            <a:off x="7826375" y="3276600"/>
            <a:ext cx="0" cy="228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18" name="Line 1037"/>
          <p:cNvSpPr>
            <a:spLocks noChangeShapeType="1"/>
          </p:cNvSpPr>
          <p:nvPr/>
        </p:nvSpPr>
        <p:spPr bwMode="auto">
          <a:xfrm flipH="1">
            <a:off x="7118350" y="3886200"/>
            <a:ext cx="4572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19" name="Line 1038"/>
          <p:cNvSpPr>
            <a:spLocks noChangeShapeType="1"/>
          </p:cNvSpPr>
          <p:nvPr/>
        </p:nvSpPr>
        <p:spPr bwMode="auto">
          <a:xfrm>
            <a:off x="8077200" y="3886200"/>
            <a:ext cx="457200" cy="4572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20" name="Line 1039"/>
          <p:cNvSpPr>
            <a:spLocks noChangeShapeType="1"/>
          </p:cNvSpPr>
          <p:nvPr/>
        </p:nvSpPr>
        <p:spPr bwMode="auto">
          <a:xfrm>
            <a:off x="7162800" y="4495800"/>
            <a:ext cx="68580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21" name="Line 1040"/>
          <p:cNvSpPr>
            <a:spLocks noChangeShapeType="1"/>
          </p:cNvSpPr>
          <p:nvPr/>
        </p:nvSpPr>
        <p:spPr bwMode="auto">
          <a:xfrm flipH="1">
            <a:off x="7848600" y="4572000"/>
            <a:ext cx="609600" cy="3048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22" name="Line 1041"/>
          <p:cNvSpPr>
            <a:spLocks noChangeShapeType="1"/>
          </p:cNvSpPr>
          <p:nvPr/>
        </p:nvSpPr>
        <p:spPr bwMode="auto">
          <a:xfrm>
            <a:off x="7804150" y="5410200"/>
            <a:ext cx="0" cy="3810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23" name="Text Box 1042"/>
          <p:cNvSpPr txBox="1">
            <a:spLocks noChangeArrowheads="1"/>
          </p:cNvSpPr>
          <p:nvPr/>
        </p:nvSpPr>
        <p:spPr bwMode="auto">
          <a:xfrm>
            <a:off x="7696200" y="1905000"/>
            <a:ext cx="3048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s</a:t>
            </a:r>
          </a:p>
        </p:txBody>
      </p:sp>
      <p:sp>
        <p:nvSpPr>
          <p:cNvPr id="21524" name="Text Box 1043"/>
          <p:cNvSpPr txBox="1">
            <a:spLocks noChangeArrowheads="1"/>
          </p:cNvSpPr>
          <p:nvPr/>
        </p:nvSpPr>
        <p:spPr bwMode="auto">
          <a:xfrm>
            <a:off x="7620000" y="5867400"/>
            <a:ext cx="381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t</a:t>
            </a:r>
          </a:p>
        </p:txBody>
      </p:sp>
      <p:grpSp>
        <p:nvGrpSpPr>
          <p:cNvPr id="2" name="Group 36"/>
          <p:cNvGrpSpPr>
            <a:grpSpLocks/>
          </p:cNvGrpSpPr>
          <p:nvPr/>
        </p:nvGrpSpPr>
        <p:grpSpPr bwMode="auto">
          <a:xfrm>
            <a:off x="8001000" y="2819400"/>
            <a:ext cx="2667000" cy="863600"/>
            <a:chOff x="6477000" y="2819400"/>
            <a:chExt cx="2667000" cy="863600"/>
          </a:xfrm>
        </p:grpSpPr>
        <p:sp>
          <p:nvSpPr>
            <p:cNvPr id="21540" name="Text Box 1044"/>
            <p:cNvSpPr txBox="1">
              <a:spLocks noChangeArrowheads="1"/>
            </p:cNvSpPr>
            <p:nvPr/>
          </p:nvSpPr>
          <p:spPr bwMode="auto">
            <a:xfrm>
              <a:off x="6934200" y="2819400"/>
              <a:ext cx="2209800" cy="863600"/>
            </a:xfrm>
            <a:prstGeom prst="rect">
              <a:avLst/>
            </a:prstGeom>
            <a:solidFill>
              <a:srgbClr val="FFFF00"/>
            </a:solidFill>
            <a:ln w="9525">
              <a:solidFill>
                <a:schemeClr val="tx1"/>
              </a:solidFill>
              <a:miter lim="800000"/>
              <a:headEnd/>
              <a:tailEnd/>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Decision node</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(out-degree&gt;1)</a:t>
              </a:r>
            </a:p>
          </p:txBody>
        </p:sp>
        <p:sp>
          <p:nvSpPr>
            <p:cNvPr id="21541" name="Line 1045"/>
            <p:cNvSpPr>
              <a:spLocks noChangeShapeType="1"/>
            </p:cNvSpPr>
            <p:nvPr/>
          </p:nvSpPr>
          <p:spPr bwMode="auto">
            <a:xfrm flipH="1">
              <a:off x="6477000" y="3200400"/>
              <a:ext cx="457200" cy="3810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nvGrpSpPr>
          <p:cNvPr id="3" name="Group 37"/>
          <p:cNvGrpSpPr>
            <a:grpSpLocks/>
          </p:cNvGrpSpPr>
          <p:nvPr/>
        </p:nvGrpSpPr>
        <p:grpSpPr bwMode="auto">
          <a:xfrm>
            <a:off x="8077200" y="5181600"/>
            <a:ext cx="2514600" cy="861774"/>
            <a:chOff x="6553200" y="5181600"/>
            <a:chExt cx="2514600" cy="861774"/>
          </a:xfrm>
        </p:grpSpPr>
        <p:sp>
          <p:nvSpPr>
            <p:cNvPr id="21538" name="Text Box 1047"/>
            <p:cNvSpPr txBox="1">
              <a:spLocks noChangeArrowheads="1"/>
            </p:cNvSpPr>
            <p:nvPr/>
          </p:nvSpPr>
          <p:spPr bwMode="auto">
            <a:xfrm>
              <a:off x="6934200" y="5181600"/>
              <a:ext cx="2133600" cy="861774"/>
            </a:xfrm>
            <a:prstGeom prst="rect">
              <a:avLst/>
            </a:prstGeom>
            <a:solidFill>
              <a:srgbClr val="FFFF00"/>
            </a:solidFill>
            <a:ln w="9525">
              <a:solidFill>
                <a:schemeClr val="tx1"/>
              </a:solidFill>
              <a:miter lim="800000"/>
              <a:headEnd/>
              <a:tailEnd/>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  Terminal node</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(out-degree=0)</a:t>
              </a:r>
            </a:p>
          </p:txBody>
        </p:sp>
        <p:sp>
          <p:nvSpPr>
            <p:cNvPr id="21539" name="Line 1048"/>
            <p:cNvSpPr>
              <a:spLocks noChangeShapeType="1"/>
            </p:cNvSpPr>
            <p:nvPr/>
          </p:nvSpPr>
          <p:spPr bwMode="auto">
            <a:xfrm flipH="1">
              <a:off x="6553200" y="5943600"/>
              <a:ext cx="381000" cy="762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nvGrpSpPr>
          <p:cNvPr id="4" name="Group 34"/>
          <p:cNvGrpSpPr>
            <a:grpSpLocks/>
          </p:cNvGrpSpPr>
          <p:nvPr/>
        </p:nvGrpSpPr>
        <p:grpSpPr bwMode="auto">
          <a:xfrm>
            <a:off x="8001000" y="1752600"/>
            <a:ext cx="2438400" cy="863600"/>
            <a:chOff x="6477000" y="1752600"/>
            <a:chExt cx="2438400" cy="863600"/>
          </a:xfrm>
        </p:grpSpPr>
        <p:sp>
          <p:nvSpPr>
            <p:cNvPr id="21536" name="Text Box 1046"/>
            <p:cNvSpPr txBox="1">
              <a:spLocks noChangeArrowheads="1"/>
            </p:cNvSpPr>
            <p:nvPr/>
          </p:nvSpPr>
          <p:spPr bwMode="auto">
            <a:xfrm>
              <a:off x="6781800" y="1752600"/>
              <a:ext cx="2133600" cy="863600"/>
            </a:xfrm>
            <a:prstGeom prst="rect">
              <a:avLst/>
            </a:prstGeom>
            <a:solidFill>
              <a:srgbClr val="FFFF00"/>
            </a:solidFill>
            <a:ln w="9525">
              <a:solidFill>
                <a:schemeClr val="tx1"/>
              </a:solidFill>
              <a:miter lim="800000"/>
              <a:headEnd/>
              <a:tailEnd/>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 Start node</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(in-degree=0)</a:t>
              </a:r>
            </a:p>
          </p:txBody>
        </p:sp>
        <p:sp>
          <p:nvSpPr>
            <p:cNvPr id="21537" name="Line 1049"/>
            <p:cNvSpPr>
              <a:spLocks noChangeShapeType="1"/>
            </p:cNvSpPr>
            <p:nvPr/>
          </p:nvSpPr>
          <p:spPr bwMode="auto">
            <a:xfrm flipH="1">
              <a:off x="6477000" y="2057400"/>
              <a:ext cx="304800" cy="1524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nvGrpSpPr>
          <p:cNvPr id="5" name="Group 38"/>
          <p:cNvGrpSpPr>
            <a:grpSpLocks/>
          </p:cNvGrpSpPr>
          <p:nvPr/>
        </p:nvGrpSpPr>
        <p:grpSpPr bwMode="auto">
          <a:xfrm>
            <a:off x="5334000" y="1828800"/>
            <a:ext cx="3124200" cy="3276600"/>
            <a:chOff x="3810000" y="1828800"/>
            <a:chExt cx="3124200" cy="3276600"/>
          </a:xfrm>
        </p:grpSpPr>
        <p:sp>
          <p:nvSpPr>
            <p:cNvPr id="21529" name="Line 1052"/>
            <p:cNvSpPr>
              <a:spLocks noChangeShapeType="1"/>
            </p:cNvSpPr>
            <p:nvPr/>
          </p:nvSpPr>
          <p:spPr bwMode="auto">
            <a:xfrm flipH="1">
              <a:off x="4572000" y="3276600"/>
              <a:ext cx="533400" cy="16764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1530" name="Group 35"/>
            <p:cNvGrpSpPr>
              <a:grpSpLocks/>
            </p:cNvGrpSpPr>
            <p:nvPr/>
          </p:nvGrpSpPr>
          <p:grpSpPr bwMode="auto">
            <a:xfrm>
              <a:off x="3810000" y="1828800"/>
              <a:ext cx="3124200" cy="3276600"/>
              <a:chOff x="3810000" y="1828800"/>
              <a:chExt cx="3124200" cy="3276600"/>
            </a:xfrm>
          </p:grpSpPr>
          <p:sp>
            <p:nvSpPr>
              <p:cNvPr id="21531" name="Text Box 1050"/>
              <p:cNvSpPr txBox="1">
                <a:spLocks noChangeArrowheads="1"/>
              </p:cNvSpPr>
              <p:nvPr/>
            </p:nvSpPr>
            <p:spPr bwMode="auto">
              <a:xfrm>
                <a:off x="3810000" y="1828800"/>
                <a:ext cx="1600200" cy="1477328"/>
              </a:xfrm>
              <a:prstGeom prst="rect">
                <a:avLst/>
              </a:prstGeom>
              <a:solidFill>
                <a:srgbClr val="FFFF00"/>
              </a:solidFill>
              <a:ln w="9525">
                <a:solidFill>
                  <a:schemeClr val="tx1"/>
                </a:solidFill>
                <a:miter lim="800000"/>
                <a:headEnd/>
                <a:tailEnd/>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Procedure node</a:t>
                </a:r>
              </a:p>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(out-degree=1)</a:t>
                </a:r>
              </a:p>
            </p:txBody>
          </p:sp>
          <p:sp>
            <p:nvSpPr>
              <p:cNvPr id="21532" name="Line 1051"/>
              <p:cNvSpPr>
                <a:spLocks noChangeShapeType="1"/>
              </p:cNvSpPr>
              <p:nvPr/>
            </p:nvSpPr>
            <p:spPr bwMode="auto">
              <a:xfrm flipV="1">
                <a:off x="5105400" y="2971800"/>
                <a:ext cx="914400" cy="3048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33" name="Line 1053"/>
              <p:cNvSpPr>
                <a:spLocks noChangeShapeType="1"/>
              </p:cNvSpPr>
              <p:nvPr/>
            </p:nvSpPr>
            <p:spPr bwMode="auto">
              <a:xfrm>
                <a:off x="4572000" y="4953000"/>
                <a:ext cx="1447800" cy="1524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34" name="Line 1054"/>
              <p:cNvSpPr>
                <a:spLocks noChangeShapeType="1"/>
              </p:cNvSpPr>
              <p:nvPr/>
            </p:nvSpPr>
            <p:spPr bwMode="auto">
              <a:xfrm>
                <a:off x="5105400" y="3276600"/>
                <a:ext cx="152400" cy="9144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1535" name="Line 1055"/>
              <p:cNvSpPr>
                <a:spLocks noChangeShapeType="1"/>
              </p:cNvSpPr>
              <p:nvPr/>
            </p:nvSpPr>
            <p:spPr bwMode="auto">
              <a:xfrm>
                <a:off x="5105400" y="3276600"/>
                <a:ext cx="1828800" cy="1143000"/>
              </a:xfrm>
              <a:prstGeom prst="line">
                <a:avLst/>
              </a:prstGeom>
              <a:noFill/>
              <a:ln w="9525">
                <a:solidFill>
                  <a:srgbClr val="FF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sp>
        <p:nvSpPr>
          <p:cNvPr id="6" name="Slide Number Placeholder 5">
            <a:extLst>
              <a:ext uri="{FF2B5EF4-FFF2-40B4-BE49-F238E27FC236}">
                <a16:creationId xmlns:a16="http://schemas.microsoft.com/office/drawing/2014/main" id="{B5EADE40-D7F1-4A29-942F-A20705469F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4568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2438400" y="-304800"/>
            <a:ext cx="7793038" cy="1143000"/>
          </a:xfrm>
        </p:spPr>
        <p:txBody>
          <a:bodyPr/>
          <a:lstStyle/>
          <a:p>
            <a:pPr algn="ctr"/>
            <a:r>
              <a:rPr lang="en-US" altLang="en-US" sz="3600"/>
              <a:t>CFG Example</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1" y="990600"/>
            <a:ext cx="2354263"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7000" y="1066801"/>
            <a:ext cx="2533650" cy="477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lide Number Placeholder 1">
            <a:extLst>
              <a:ext uri="{FF2B5EF4-FFF2-40B4-BE49-F238E27FC236}">
                <a16:creationId xmlns:a16="http://schemas.microsoft.com/office/drawing/2014/main" id="{831019C5-D8B0-4321-B215-2D7FEEEA89F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901194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checkerboard(across)">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en-US" altLang="en-US"/>
              <a:t>CFG : The if Statement</a:t>
            </a:r>
          </a:p>
        </p:txBody>
      </p:sp>
      <p:sp>
        <p:nvSpPr>
          <p:cNvPr id="24580" name="Text Box 3"/>
          <p:cNvSpPr txBox="1">
            <a:spLocks noChangeArrowheads="1"/>
          </p:cNvSpPr>
          <p:nvPr/>
        </p:nvSpPr>
        <p:spPr bwMode="auto">
          <a:xfrm>
            <a:off x="1676401" y="2133600"/>
            <a:ext cx="1577975" cy="2586038"/>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if (x &lt;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x = 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else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x =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p:txBody>
      </p:sp>
      <p:grpSp>
        <p:nvGrpSpPr>
          <p:cNvPr id="2" name="Group 4"/>
          <p:cNvGrpSpPr>
            <a:grpSpLocks/>
          </p:cNvGrpSpPr>
          <p:nvPr/>
        </p:nvGrpSpPr>
        <p:grpSpPr bwMode="auto">
          <a:xfrm>
            <a:off x="3276600" y="1790700"/>
            <a:ext cx="3875088" cy="2324100"/>
            <a:chOff x="1256" y="873"/>
            <a:chExt cx="2036" cy="1464"/>
          </a:xfrm>
        </p:grpSpPr>
        <p:grpSp>
          <p:nvGrpSpPr>
            <p:cNvPr id="24600" name="Group 5"/>
            <p:cNvGrpSpPr>
              <a:grpSpLocks/>
            </p:cNvGrpSpPr>
            <p:nvPr/>
          </p:nvGrpSpPr>
          <p:grpSpPr bwMode="auto">
            <a:xfrm>
              <a:off x="1811" y="873"/>
              <a:ext cx="1080" cy="1464"/>
              <a:chOff x="1811" y="873"/>
              <a:chExt cx="1080" cy="1464"/>
            </a:xfrm>
          </p:grpSpPr>
          <p:grpSp>
            <p:nvGrpSpPr>
              <p:cNvPr id="24605" name="Group 6"/>
              <p:cNvGrpSpPr>
                <a:grpSpLocks/>
              </p:cNvGrpSpPr>
              <p:nvPr/>
            </p:nvGrpSpPr>
            <p:grpSpPr bwMode="auto">
              <a:xfrm>
                <a:off x="2176" y="2041"/>
                <a:ext cx="350" cy="296"/>
                <a:chOff x="4738" y="2684"/>
                <a:chExt cx="350" cy="296"/>
              </a:xfrm>
            </p:grpSpPr>
            <p:sp>
              <p:nvSpPr>
                <p:cNvPr id="24621" name="Oval 7"/>
                <p:cNvSpPr>
                  <a:spLocks noChangeArrowheads="1"/>
                </p:cNvSpPr>
                <p:nvPr/>
              </p:nvSpPr>
              <p:spPr bwMode="auto">
                <a:xfrm>
                  <a:off x="4738" y="2684"/>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622" name="Text Box 8"/>
                <p:cNvSpPr txBox="1">
                  <a:spLocks noChangeArrowheads="1"/>
                </p:cNvSpPr>
                <p:nvPr/>
              </p:nvSpPr>
              <p:spPr bwMode="auto">
                <a:xfrm>
                  <a:off x="4815" y="2707"/>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4</a:t>
                  </a:r>
                </a:p>
              </p:txBody>
            </p:sp>
          </p:grpSp>
          <p:grpSp>
            <p:nvGrpSpPr>
              <p:cNvPr id="24606" name="Group 9"/>
              <p:cNvGrpSpPr>
                <a:grpSpLocks/>
              </p:cNvGrpSpPr>
              <p:nvPr/>
            </p:nvGrpSpPr>
            <p:grpSpPr bwMode="auto">
              <a:xfrm>
                <a:off x="2176" y="1067"/>
                <a:ext cx="350" cy="296"/>
                <a:chOff x="3838" y="2684"/>
                <a:chExt cx="350" cy="296"/>
              </a:xfrm>
            </p:grpSpPr>
            <p:sp>
              <p:nvSpPr>
                <p:cNvPr id="24619" name="Oval 10"/>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620" name="Text Box 11"/>
                <p:cNvSpPr txBox="1">
                  <a:spLocks noChangeArrowheads="1"/>
                </p:cNvSpPr>
                <p:nvPr/>
              </p:nvSpPr>
              <p:spPr bwMode="auto">
                <a:xfrm>
                  <a:off x="3915" y="2707"/>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4607" name="Line 12"/>
              <p:cNvSpPr>
                <a:spLocks noChangeShapeType="1"/>
              </p:cNvSpPr>
              <p:nvPr/>
            </p:nvSpPr>
            <p:spPr bwMode="auto">
              <a:xfrm flipV="1">
                <a:off x="2098" y="1352"/>
                <a:ext cx="194" cy="235"/>
              </a:xfrm>
              <a:prstGeom prst="line">
                <a:avLst/>
              </a:prstGeom>
              <a:noFill/>
              <a:ln w="19050">
                <a:solidFill>
                  <a:schemeClr val="tx1"/>
                </a:solidFill>
                <a:round/>
                <a:headEnd type="arrow"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608" name="Line 13"/>
              <p:cNvSpPr>
                <a:spLocks noChangeShapeType="1"/>
              </p:cNvSpPr>
              <p:nvPr/>
            </p:nvSpPr>
            <p:spPr bwMode="auto">
              <a:xfrm>
                <a:off x="2106" y="1826"/>
                <a:ext cx="146" cy="22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609" name="Line 14"/>
              <p:cNvSpPr>
                <a:spLocks noChangeShapeType="1"/>
              </p:cNvSpPr>
              <p:nvPr/>
            </p:nvSpPr>
            <p:spPr bwMode="auto">
              <a:xfrm>
                <a:off x="2448" y="1347"/>
                <a:ext cx="144" cy="24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610" name="Line 15"/>
              <p:cNvSpPr>
                <a:spLocks noChangeShapeType="1"/>
              </p:cNvSpPr>
              <p:nvPr/>
            </p:nvSpPr>
            <p:spPr bwMode="auto">
              <a:xfrm>
                <a:off x="2351" y="873"/>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4611" name="Group 16"/>
              <p:cNvGrpSpPr>
                <a:grpSpLocks/>
              </p:cNvGrpSpPr>
              <p:nvPr/>
            </p:nvGrpSpPr>
            <p:grpSpPr bwMode="auto">
              <a:xfrm>
                <a:off x="1811" y="1554"/>
                <a:ext cx="1080" cy="296"/>
                <a:chOff x="1567" y="1522"/>
                <a:chExt cx="1080" cy="296"/>
              </a:xfrm>
            </p:grpSpPr>
            <p:grpSp>
              <p:nvGrpSpPr>
                <p:cNvPr id="24613" name="Group 17"/>
                <p:cNvGrpSpPr>
                  <a:grpSpLocks/>
                </p:cNvGrpSpPr>
                <p:nvPr/>
              </p:nvGrpSpPr>
              <p:grpSpPr bwMode="auto">
                <a:xfrm>
                  <a:off x="1567" y="1522"/>
                  <a:ext cx="350" cy="296"/>
                  <a:chOff x="4288" y="1746"/>
                  <a:chExt cx="350" cy="296"/>
                </a:xfrm>
              </p:grpSpPr>
              <p:sp>
                <p:nvSpPr>
                  <p:cNvPr id="24617" name="Oval 18"/>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618" name="Text Box 19"/>
                  <p:cNvSpPr txBox="1">
                    <a:spLocks noChangeArrowheads="1"/>
                  </p:cNvSpPr>
                  <p:nvPr/>
                </p:nvSpPr>
                <p:spPr bwMode="auto">
                  <a:xfrm>
                    <a:off x="4389" y="1769"/>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grpSp>
              <p:nvGrpSpPr>
                <p:cNvPr id="24614" name="Group 20"/>
                <p:cNvGrpSpPr>
                  <a:grpSpLocks/>
                </p:cNvGrpSpPr>
                <p:nvPr/>
              </p:nvGrpSpPr>
              <p:grpSpPr bwMode="auto">
                <a:xfrm>
                  <a:off x="2297" y="1522"/>
                  <a:ext cx="350" cy="296"/>
                  <a:chOff x="4288" y="1746"/>
                  <a:chExt cx="350" cy="296"/>
                </a:xfrm>
              </p:grpSpPr>
              <p:sp>
                <p:nvSpPr>
                  <p:cNvPr id="24615" name="Oval 21"/>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616" name="Text Box 22"/>
                  <p:cNvSpPr txBox="1">
                    <a:spLocks noChangeArrowheads="1"/>
                  </p:cNvSpPr>
                  <p:nvPr/>
                </p:nvSpPr>
                <p:spPr bwMode="auto">
                  <a:xfrm>
                    <a:off x="4389" y="1769"/>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grpSp>
          <p:sp>
            <p:nvSpPr>
              <p:cNvPr id="24612" name="Line 23"/>
              <p:cNvSpPr>
                <a:spLocks noChangeShapeType="1"/>
              </p:cNvSpPr>
              <p:nvPr/>
            </p:nvSpPr>
            <p:spPr bwMode="auto">
              <a:xfrm flipH="1">
                <a:off x="2452" y="1814"/>
                <a:ext cx="134" cy="24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sp>
          <p:nvSpPr>
            <p:cNvPr id="24601" name="Text Box 24"/>
            <p:cNvSpPr txBox="1">
              <a:spLocks noChangeArrowheads="1"/>
            </p:cNvSpPr>
            <p:nvPr/>
          </p:nvSpPr>
          <p:spPr bwMode="auto">
            <a:xfrm>
              <a:off x="2468" y="1300"/>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&gt;= y</a:t>
              </a:r>
            </a:p>
          </p:txBody>
        </p:sp>
        <p:sp>
          <p:nvSpPr>
            <p:cNvPr id="24602" name="Text Box 25"/>
            <p:cNvSpPr txBox="1">
              <a:spLocks noChangeArrowheads="1"/>
            </p:cNvSpPr>
            <p:nvPr/>
          </p:nvSpPr>
          <p:spPr bwMode="auto">
            <a:xfrm>
              <a:off x="1804" y="1300"/>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&lt; y</a:t>
              </a:r>
            </a:p>
          </p:txBody>
        </p:sp>
        <p:sp>
          <p:nvSpPr>
            <p:cNvPr id="24603" name="Text Box 26"/>
            <p:cNvSpPr txBox="1">
              <a:spLocks noChangeArrowheads="1"/>
            </p:cNvSpPr>
            <p:nvPr/>
          </p:nvSpPr>
          <p:spPr bwMode="auto">
            <a:xfrm>
              <a:off x="2820" y="1598"/>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y</a:t>
              </a:r>
            </a:p>
          </p:txBody>
        </p:sp>
        <p:sp>
          <p:nvSpPr>
            <p:cNvPr id="24604" name="Text Box 27"/>
            <p:cNvSpPr txBox="1">
              <a:spLocks noChangeArrowheads="1"/>
            </p:cNvSpPr>
            <p:nvPr/>
          </p:nvSpPr>
          <p:spPr bwMode="auto">
            <a:xfrm>
              <a:off x="1256" y="1560"/>
              <a:ext cx="592"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0</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x + 1</a:t>
              </a:r>
            </a:p>
          </p:txBody>
        </p:sp>
      </p:grpSp>
      <p:sp>
        <p:nvSpPr>
          <p:cNvPr id="230428" name="Text Box 28"/>
          <p:cNvSpPr txBox="1">
            <a:spLocks noChangeArrowheads="1"/>
          </p:cNvSpPr>
          <p:nvPr/>
        </p:nvSpPr>
        <p:spPr bwMode="auto">
          <a:xfrm>
            <a:off x="5486401" y="4431958"/>
            <a:ext cx="1577975" cy="1477963"/>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if (x &lt;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x = 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p:txBody>
      </p:sp>
      <p:grpSp>
        <p:nvGrpSpPr>
          <p:cNvPr id="9" name="Group 29"/>
          <p:cNvGrpSpPr>
            <a:grpSpLocks/>
          </p:cNvGrpSpPr>
          <p:nvPr/>
        </p:nvGrpSpPr>
        <p:grpSpPr bwMode="auto">
          <a:xfrm>
            <a:off x="7391400" y="3824288"/>
            <a:ext cx="2916238" cy="2324100"/>
            <a:chOff x="3159" y="2035"/>
            <a:chExt cx="1533" cy="1464"/>
          </a:xfrm>
        </p:grpSpPr>
        <p:grpSp>
          <p:nvGrpSpPr>
            <p:cNvPr id="24584" name="Group 30"/>
            <p:cNvGrpSpPr>
              <a:grpSpLocks/>
            </p:cNvGrpSpPr>
            <p:nvPr/>
          </p:nvGrpSpPr>
          <p:grpSpPr bwMode="auto">
            <a:xfrm>
              <a:off x="4079" y="3203"/>
              <a:ext cx="350" cy="296"/>
              <a:chOff x="4738" y="2684"/>
              <a:chExt cx="350" cy="296"/>
            </a:xfrm>
          </p:grpSpPr>
          <p:sp>
            <p:nvSpPr>
              <p:cNvPr id="24598" name="Oval 31"/>
              <p:cNvSpPr>
                <a:spLocks noChangeArrowheads="1"/>
              </p:cNvSpPr>
              <p:nvPr/>
            </p:nvSpPr>
            <p:spPr bwMode="auto">
              <a:xfrm>
                <a:off x="4738" y="2684"/>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599" name="Text Box 32"/>
              <p:cNvSpPr txBox="1">
                <a:spLocks noChangeArrowheads="1"/>
              </p:cNvSpPr>
              <p:nvPr/>
            </p:nvSpPr>
            <p:spPr bwMode="auto">
              <a:xfrm>
                <a:off x="4815" y="2707"/>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grpSp>
          <p:nvGrpSpPr>
            <p:cNvPr id="24585" name="Group 33"/>
            <p:cNvGrpSpPr>
              <a:grpSpLocks/>
            </p:cNvGrpSpPr>
            <p:nvPr/>
          </p:nvGrpSpPr>
          <p:grpSpPr bwMode="auto">
            <a:xfrm>
              <a:off x="4079" y="2229"/>
              <a:ext cx="350" cy="296"/>
              <a:chOff x="3838" y="2684"/>
              <a:chExt cx="350" cy="296"/>
            </a:xfrm>
          </p:grpSpPr>
          <p:sp>
            <p:nvSpPr>
              <p:cNvPr id="24596" name="Oval 34"/>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597" name="Text Box 35"/>
              <p:cNvSpPr txBox="1">
                <a:spLocks noChangeArrowheads="1"/>
              </p:cNvSpPr>
              <p:nvPr/>
            </p:nvSpPr>
            <p:spPr bwMode="auto">
              <a:xfrm>
                <a:off x="3915" y="2707"/>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4586" name="Line 36"/>
            <p:cNvSpPr>
              <a:spLocks noChangeShapeType="1"/>
            </p:cNvSpPr>
            <p:nvPr/>
          </p:nvSpPr>
          <p:spPr bwMode="auto">
            <a:xfrm flipV="1">
              <a:off x="4001" y="2514"/>
              <a:ext cx="194" cy="235"/>
            </a:xfrm>
            <a:prstGeom prst="line">
              <a:avLst/>
            </a:prstGeom>
            <a:noFill/>
            <a:ln w="19050">
              <a:solidFill>
                <a:schemeClr val="tx1"/>
              </a:solidFill>
              <a:round/>
              <a:headEnd type="arrow"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587" name="Line 37"/>
            <p:cNvSpPr>
              <a:spLocks noChangeShapeType="1"/>
            </p:cNvSpPr>
            <p:nvPr/>
          </p:nvSpPr>
          <p:spPr bwMode="auto">
            <a:xfrm>
              <a:off x="4009" y="2988"/>
              <a:ext cx="146" cy="22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588" name="Line 38"/>
            <p:cNvSpPr>
              <a:spLocks noChangeShapeType="1"/>
            </p:cNvSpPr>
            <p:nvPr/>
          </p:nvSpPr>
          <p:spPr bwMode="auto">
            <a:xfrm>
              <a:off x="4254" y="2035"/>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4589" name="Group 39"/>
            <p:cNvGrpSpPr>
              <a:grpSpLocks/>
            </p:cNvGrpSpPr>
            <p:nvPr/>
          </p:nvGrpSpPr>
          <p:grpSpPr bwMode="auto">
            <a:xfrm>
              <a:off x="3714" y="2716"/>
              <a:ext cx="350" cy="296"/>
              <a:chOff x="4288" y="1746"/>
              <a:chExt cx="350" cy="296"/>
            </a:xfrm>
          </p:grpSpPr>
          <p:sp>
            <p:nvSpPr>
              <p:cNvPr id="24594" name="Oval 40"/>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4595" name="Text Box 41"/>
              <p:cNvSpPr txBox="1">
                <a:spLocks noChangeArrowheads="1"/>
              </p:cNvSpPr>
              <p:nvPr/>
            </p:nvSpPr>
            <p:spPr bwMode="auto">
              <a:xfrm>
                <a:off x="4389" y="1769"/>
                <a:ext cx="17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sp>
          <p:nvSpPr>
            <p:cNvPr id="24590" name="Line 42"/>
            <p:cNvSpPr>
              <a:spLocks noChangeShapeType="1"/>
            </p:cNvSpPr>
            <p:nvPr/>
          </p:nvSpPr>
          <p:spPr bwMode="auto">
            <a:xfrm>
              <a:off x="4253" y="2537"/>
              <a:ext cx="2" cy="65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4591" name="Text Box 43"/>
            <p:cNvSpPr txBox="1">
              <a:spLocks noChangeArrowheads="1"/>
            </p:cNvSpPr>
            <p:nvPr/>
          </p:nvSpPr>
          <p:spPr bwMode="auto">
            <a:xfrm>
              <a:off x="4220" y="2664"/>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&gt;= y</a:t>
              </a:r>
            </a:p>
          </p:txBody>
        </p:sp>
        <p:sp>
          <p:nvSpPr>
            <p:cNvPr id="24592" name="Text Box 44"/>
            <p:cNvSpPr txBox="1">
              <a:spLocks noChangeArrowheads="1"/>
            </p:cNvSpPr>
            <p:nvPr/>
          </p:nvSpPr>
          <p:spPr bwMode="auto">
            <a:xfrm>
              <a:off x="3707" y="2462"/>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&lt; y</a:t>
              </a:r>
            </a:p>
          </p:txBody>
        </p:sp>
        <p:sp>
          <p:nvSpPr>
            <p:cNvPr id="24593" name="Text Box 45"/>
            <p:cNvSpPr txBox="1">
              <a:spLocks noChangeArrowheads="1"/>
            </p:cNvSpPr>
            <p:nvPr/>
          </p:nvSpPr>
          <p:spPr bwMode="auto">
            <a:xfrm>
              <a:off x="3159" y="2722"/>
              <a:ext cx="592"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0</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x + 1</a:t>
              </a:r>
            </a:p>
          </p:txBody>
        </p:sp>
      </p:grpSp>
      <p:sp>
        <p:nvSpPr>
          <p:cNvPr id="3" name="Slide Number Placeholder 2">
            <a:extLst>
              <a:ext uri="{FF2B5EF4-FFF2-40B4-BE49-F238E27FC236}">
                <a16:creationId xmlns:a16="http://schemas.microsoft.com/office/drawing/2014/main" id="{EC9AA2F5-8340-4BBE-97F4-DD51AC64CB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077766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30428"/>
                                        </p:tgtEl>
                                        <p:attrNameLst>
                                          <p:attrName>style.visibility</p:attrName>
                                        </p:attrNameLst>
                                      </p:cBhvr>
                                      <p:to>
                                        <p:strVal val="visible"/>
                                      </p:to>
                                    </p:set>
                                    <p:animEffect transition="in" filter="dissolve">
                                      <p:cBhvr>
                                        <p:cTn id="12" dur="500"/>
                                        <p:tgtEl>
                                          <p:spTgt spid="23042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042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2362200" y="0"/>
            <a:ext cx="7793038" cy="1143000"/>
          </a:xfrm>
        </p:spPr>
        <p:txBody>
          <a:bodyPr/>
          <a:lstStyle/>
          <a:p>
            <a:r>
              <a:rPr lang="en-US" altLang="en-US"/>
              <a:t>CFG : while and for Loops</a:t>
            </a:r>
          </a:p>
        </p:txBody>
      </p:sp>
      <p:sp>
        <p:nvSpPr>
          <p:cNvPr id="25604" name="Text Box 4"/>
          <p:cNvSpPr txBox="1">
            <a:spLocks noChangeArrowheads="1"/>
          </p:cNvSpPr>
          <p:nvPr/>
        </p:nvSpPr>
        <p:spPr bwMode="auto">
          <a:xfrm>
            <a:off x="1905001" y="1509714"/>
            <a:ext cx="1668463" cy="1754187"/>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x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while (x &lt;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f (x,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x = x + 1;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p:txBody>
      </p:sp>
      <p:grpSp>
        <p:nvGrpSpPr>
          <p:cNvPr id="2" name="Group 63"/>
          <p:cNvGrpSpPr>
            <a:grpSpLocks/>
          </p:cNvGrpSpPr>
          <p:nvPr/>
        </p:nvGrpSpPr>
        <p:grpSpPr bwMode="auto">
          <a:xfrm>
            <a:off x="4102100" y="1042989"/>
            <a:ext cx="1182688" cy="777875"/>
            <a:chOff x="1904" y="888"/>
            <a:chExt cx="745" cy="490"/>
          </a:xfrm>
        </p:grpSpPr>
        <p:grpSp>
          <p:nvGrpSpPr>
            <p:cNvPr id="25660" name="Group 10"/>
            <p:cNvGrpSpPr>
              <a:grpSpLocks/>
            </p:cNvGrpSpPr>
            <p:nvPr/>
          </p:nvGrpSpPr>
          <p:grpSpPr bwMode="auto">
            <a:xfrm>
              <a:off x="2299" y="1082"/>
              <a:ext cx="350" cy="296"/>
              <a:chOff x="3838" y="2684"/>
              <a:chExt cx="350" cy="296"/>
            </a:xfrm>
          </p:grpSpPr>
          <p:sp>
            <p:nvSpPr>
              <p:cNvPr id="25663" name="Oval 11"/>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64" name="Text Box 12"/>
              <p:cNvSpPr txBox="1">
                <a:spLocks noChangeArrowheads="1"/>
              </p:cNvSpPr>
              <p:nvPr/>
            </p:nvSpPr>
            <p:spPr bwMode="auto">
              <a:xfrm>
                <a:off x="3915" y="2707"/>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5661" name="Line 16"/>
            <p:cNvSpPr>
              <a:spLocks noChangeShapeType="1"/>
            </p:cNvSpPr>
            <p:nvPr/>
          </p:nvSpPr>
          <p:spPr bwMode="auto">
            <a:xfrm>
              <a:off x="2474" y="888"/>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62" name="Text Box 27"/>
            <p:cNvSpPr txBox="1">
              <a:spLocks noChangeArrowheads="1"/>
            </p:cNvSpPr>
            <p:nvPr/>
          </p:nvSpPr>
          <p:spPr bwMode="auto">
            <a:xfrm>
              <a:off x="1904" y="1123"/>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0</a:t>
              </a:r>
            </a:p>
          </p:txBody>
        </p:sp>
      </p:grpSp>
      <p:grpSp>
        <p:nvGrpSpPr>
          <p:cNvPr id="4" name="Group 69"/>
          <p:cNvGrpSpPr>
            <a:grpSpLocks/>
          </p:cNvGrpSpPr>
          <p:nvPr/>
        </p:nvGrpSpPr>
        <p:grpSpPr bwMode="auto">
          <a:xfrm>
            <a:off x="4252913" y="2986089"/>
            <a:ext cx="1562100" cy="1011237"/>
            <a:chOff x="1999" y="2112"/>
            <a:chExt cx="984" cy="637"/>
          </a:xfrm>
        </p:grpSpPr>
        <p:grpSp>
          <p:nvGrpSpPr>
            <p:cNvPr id="25652" name="Group 21"/>
            <p:cNvGrpSpPr>
              <a:grpSpLocks/>
            </p:cNvGrpSpPr>
            <p:nvPr/>
          </p:nvGrpSpPr>
          <p:grpSpPr bwMode="auto">
            <a:xfrm>
              <a:off x="2633" y="2112"/>
              <a:ext cx="350" cy="296"/>
              <a:chOff x="4288" y="1746"/>
              <a:chExt cx="350" cy="296"/>
            </a:xfrm>
          </p:grpSpPr>
          <p:sp>
            <p:nvSpPr>
              <p:cNvPr id="25658" name="Oval 22"/>
              <p:cNvSpPr>
                <a:spLocks noChangeArrowheads="1"/>
              </p:cNvSpPr>
              <p:nvPr/>
            </p:nvSpPr>
            <p:spPr bwMode="auto">
              <a:xfrm>
                <a:off x="4288" y="1746"/>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59" name="Text Box 23"/>
              <p:cNvSpPr txBox="1">
                <a:spLocks noChangeArrowheads="1"/>
              </p:cNvSpPr>
              <p:nvPr/>
            </p:nvSpPr>
            <p:spPr bwMode="auto">
              <a:xfrm>
                <a:off x="4355" y="1769"/>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4</a:t>
                </a:r>
              </a:p>
            </p:txBody>
          </p:sp>
        </p:grpSp>
        <p:grpSp>
          <p:nvGrpSpPr>
            <p:cNvPr id="25653" name="Group 65"/>
            <p:cNvGrpSpPr>
              <a:grpSpLocks/>
            </p:cNvGrpSpPr>
            <p:nvPr/>
          </p:nvGrpSpPr>
          <p:grpSpPr bwMode="auto">
            <a:xfrm>
              <a:off x="1999" y="2112"/>
              <a:ext cx="729" cy="637"/>
              <a:chOff x="1999" y="2112"/>
              <a:chExt cx="729" cy="637"/>
            </a:xfrm>
          </p:grpSpPr>
          <p:grpSp>
            <p:nvGrpSpPr>
              <p:cNvPr id="25654" name="Group 18"/>
              <p:cNvGrpSpPr>
                <a:grpSpLocks/>
              </p:cNvGrpSpPr>
              <p:nvPr/>
            </p:nvGrpSpPr>
            <p:grpSpPr bwMode="auto">
              <a:xfrm>
                <a:off x="2023" y="2112"/>
                <a:ext cx="350" cy="296"/>
                <a:chOff x="4288" y="1746"/>
                <a:chExt cx="350" cy="296"/>
              </a:xfrm>
            </p:grpSpPr>
            <p:sp>
              <p:nvSpPr>
                <p:cNvPr id="25656" name="Oval 19"/>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57" name="Text Box 20"/>
                <p:cNvSpPr txBox="1">
                  <a:spLocks noChangeArrowheads="1"/>
                </p:cNvSpPr>
                <p:nvPr/>
              </p:nvSpPr>
              <p:spPr bwMode="auto">
                <a:xfrm>
                  <a:off x="4355" y="1769"/>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sp>
            <p:nvSpPr>
              <p:cNvPr id="25655" name="Text Box 28"/>
              <p:cNvSpPr txBox="1">
                <a:spLocks noChangeArrowheads="1"/>
              </p:cNvSpPr>
              <p:nvPr/>
            </p:nvSpPr>
            <p:spPr bwMode="auto">
              <a:xfrm>
                <a:off x="1999" y="2448"/>
                <a:ext cx="729"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=f(x,y)</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 x + 1</a:t>
                </a:r>
              </a:p>
            </p:txBody>
          </p:sp>
        </p:grpSp>
      </p:grpSp>
      <p:grpSp>
        <p:nvGrpSpPr>
          <p:cNvPr id="8" name="Group 68"/>
          <p:cNvGrpSpPr>
            <a:grpSpLocks/>
          </p:cNvGrpSpPr>
          <p:nvPr/>
        </p:nvGrpSpPr>
        <p:grpSpPr bwMode="auto">
          <a:xfrm>
            <a:off x="4179888" y="2452688"/>
            <a:ext cx="1992312" cy="768350"/>
            <a:chOff x="1953" y="1776"/>
            <a:chExt cx="1099" cy="484"/>
          </a:xfrm>
        </p:grpSpPr>
        <p:sp>
          <p:nvSpPr>
            <p:cNvPr id="25647" name="Line 14"/>
            <p:cNvSpPr>
              <a:spLocks noChangeShapeType="1"/>
            </p:cNvSpPr>
            <p:nvPr/>
          </p:nvSpPr>
          <p:spPr bwMode="auto">
            <a:xfrm>
              <a:off x="2566" y="1910"/>
              <a:ext cx="146" cy="22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48" name="Line 24"/>
            <p:cNvSpPr>
              <a:spLocks noChangeShapeType="1"/>
            </p:cNvSpPr>
            <p:nvPr/>
          </p:nvSpPr>
          <p:spPr bwMode="auto">
            <a:xfrm flipH="1">
              <a:off x="2296" y="1918"/>
              <a:ext cx="114" cy="217"/>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49" name="Text Box 25"/>
            <p:cNvSpPr txBox="1">
              <a:spLocks noChangeArrowheads="1"/>
            </p:cNvSpPr>
            <p:nvPr/>
          </p:nvSpPr>
          <p:spPr bwMode="auto">
            <a:xfrm>
              <a:off x="2580" y="1850"/>
              <a:ext cx="47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&gt;= y</a:t>
              </a:r>
            </a:p>
          </p:txBody>
        </p:sp>
        <p:sp>
          <p:nvSpPr>
            <p:cNvPr id="25650" name="Text Box 26"/>
            <p:cNvSpPr txBox="1">
              <a:spLocks noChangeArrowheads="1"/>
            </p:cNvSpPr>
            <p:nvPr/>
          </p:nvSpPr>
          <p:spPr bwMode="auto">
            <a:xfrm>
              <a:off x="1953" y="1850"/>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&lt; y</a:t>
              </a:r>
            </a:p>
          </p:txBody>
        </p:sp>
        <p:cxnSp>
          <p:nvCxnSpPr>
            <p:cNvPr id="25651" name="AutoShape 30"/>
            <p:cNvCxnSpPr>
              <a:cxnSpLocks noChangeShapeType="1"/>
              <a:stCxn id="25656" idx="2"/>
              <a:endCxn id="25621" idx="2"/>
            </p:cNvCxnSpPr>
            <p:nvPr/>
          </p:nvCxnSpPr>
          <p:spPr bwMode="auto">
            <a:xfrm rot="10800000" flipH="1">
              <a:off x="2014" y="1776"/>
              <a:ext cx="285" cy="484"/>
            </a:xfrm>
            <a:prstGeom prst="curvedConnector3">
              <a:avLst>
                <a:gd name="adj1" fmla="val -44310"/>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sp>
        <p:nvSpPr>
          <p:cNvPr id="195616" name="Text Box 32"/>
          <p:cNvSpPr txBox="1">
            <a:spLocks noChangeArrowheads="1"/>
          </p:cNvSpPr>
          <p:nvPr/>
        </p:nvSpPr>
        <p:spPr bwMode="auto">
          <a:xfrm>
            <a:off x="4965047" y="4454062"/>
            <a:ext cx="2662238" cy="1200150"/>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for (x = 0; x &lt; y; x++)</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f (x,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p:txBody>
      </p:sp>
      <p:grpSp>
        <p:nvGrpSpPr>
          <p:cNvPr id="9" name="Group 77"/>
          <p:cNvGrpSpPr>
            <a:grpSpLocks/>
          </p:cNvGrpSpPr>
          <p:nvPr/>
        </p:nvGrpSpPr>
        <p:grpSpPr bwMode="auto">
          <a:xfrm>
            <a:off x="9274176" y="2341563"/>
            <a:ext cx="555625" cy="1162050"/>
            <a:chOff x="4746" y="1706"/>
            <a:chExt cx="350" cy="732"/>
          </a:xfrm>
        </p:grpSpPr>
        <p:grpSp>
          <p:nvGrpSpPr>
            <p:cNvPr id="25642" name="Group 37"/>
            <p:cNvGrpSpPr>
              <a:grpSpLocks/>
            </p:cNvGrpSpPr>
            <p:nvPr/>
          </p:nvGrpSpPr>
          <p:grpSpPr bwMode="auto">
            <a:xfrm>
              <a:off x="4746" y="1900"/>
              <a:ext cx="350" cy="296"/>
              <a:chOff x="3838" y="2684"/>
              <a:chExt cx="350" cy="296"/>
            </a:xfrm>
          </p:grpSpPr>
          <p:sp>
            <p:nvSpPr>
              <p:cNvPr id="25645" name="Oval 38" descr="Light downward diagonal"/>
              <p:cNvSpPr>
                <a:spLocks noChangeArrowheads="1"/>
              </p:cNvSpPr>
              <p:nvPr/>
            </p:nvSpPr>
            <p:spPr bwMode="auto">
              <a:xfrm>
                <a:off x="3838" y="2684"/>
                <a:ext cx="350" cy="296"/>
              </a:xfrm>
              <a:prstGeom prst="ellipse">
                <a:avLst/>
              </a:prstGeom>
              <a:pattFill prst="ltDnDiag">
                <a:fgClr>
                  <a:srgbClr val="3399FF"/>
                </a:fgClr>
                <a:bgClr>
                  <a:schemeClr val="bg1"/>
                </a:bgClr>
              </a:patt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46" name="Text Box 39" descr="Light downward diagonal"/>
              <p:cNvSpPr txBox="1">
                <a:spLocks noChangeArrowheads="1"/>
              </p:cNvSpPr>
              <p:nvPr/>
            </p:nvSpPr>
            <p:spPr bwMode="auto">
              <a:xfrm>
                <a:off x="3915" y="2707"/>
                <a:ext cx="206" cy="252"/>
              </a:xfrm>
              <a:prstGeom prst="rect">
                <a:avLst/>
              </a:prstGeom>
              <a:pattFill prst="ltDnDiag">
                <a:fgClr>
                  <a:srgbClr val="3399FF"/>
                </a:fgClr>
                <a:bgClr>
                  <a:schemeClr val="bg1"/>
                </a:bgClr>
              </a:patt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5643" name="Line 41"/>
            <p:cNvSpPr>
              <a:spLocks noChangeShapeType="1"/>
            </p:cNvSpPr>
            <p:nvPr/>
          </p:nvSpPr>
          <p:spPr bwMode="auto">
            <a:xfrm flipH="1">
              <a:off x="4921" y="2193"/>
              <a:ext cx="1" cy="24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44" name="Line 42"/>
            <p:cNvSpPr>
              <a:spLocks noChangeShapeType="1"/>
            </p:cNvSpPr>
            <p:nvPr/>
          </p:nvSpPr>
          <p:spPr bwMode="auto">
            <a:xfrm>
              <a:off x="4921" y="1706"/>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sp>
        <p:nvSpPr>
          <p:cNvPr id="195639" name="Text Box 55"/>
          <p:cNvSpPr txBox="1">
            <a:spLocks noChangeArrowheads="1"/>
          </p:cNvSpPr>
          <p:nvPr/>
        </p:nvSpPr>
        <p:spPr bwMode="auto">
          <a:xfrm>
            <a:off x="9296401" y="5334001"/>
            <a:ext cx="1160463"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srgbClr val="04617B"/>
                </a:solidFill>
                <a:effectLst/>
                <a:uLnTx/>
                <a:uFillTx/>
                <a:latin typeface="Arial" pitchFamily="34" charset="0"/>
                <a:ea typeface="+mn-ea"/>
                <a:cs typeface="+mn-cs"/>
              </a:rPr>
              <a:t>x = x + 1</a:t>
            </a:r>
          </a:p>
        </p:txBody>
      </p:sp>
      <p:grpSp>
        <p:nvGrpSpPr>
          <p:cNvPr id="11" name="Group 71"/>
          <p:cNvGrpSpPr>
            <a:grpSpLocks/>
          </p:cNvGrpSpPr>
          <p:nvPr/>
        </p:nvGrpSpPr>
        <p:grpSpPr bwMode="auto">
          <a:xfrm>
            <a:off x="7612064" y="3516314"/>
            <a:ext cx="3055937" cy="2122487"/>
            <a:chOff x="3835" y="2446"/>
            <a:chExt cx="1733" cy="1337"/>
          </a:xfrm>
        </p:grpSpPr>
        <p:grpSp>
          <p:nvGrpSpPr>
            <p:cNvPr id="25623" name="Group 34"/>
            <p:cNvGrpSpPr>
              <a:grpSpLocks/>
            </p:cNvGrpSpPr>
            <p:nvPr/>
          </p:nvGrpSpPr>
          <p:grpSpPr bwMode="auto">
            <a:xfrm>
              <a:off x="4747" y="2446"/>
              <a:ext cx="350" cy="296"/>
              <a:chOff x="4738" y="2684"/>
              <a:chExt cx="350" cy="296"/>
            </a:xfrm>
          </p:grpSpPr>
          <p:sp>
            <p:nvSpPr>
              <p:cNvPr id="25640" name="Oval 35"/>
              <p:cNvSpPr>
                <a:spLocks noChangeArrowheads="1"/>
              </p:cNvSpPr>
              <p:nvPr/>
            </p:nvSpPr>
            <p:spPr bwMode="auto">
              <a:xfrm>
                <a:off x="47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41" name="Text Box 36"/>
              <p:cNvSpPr txBox="1">
                <a:spLocks noChangeArrowheads="1"/>
              </p:cNvSpPr>
              <p:nvPr/>
            </p:nvSpPr>
            <p:spPr bwMode="auto">
              <a:xfrm>
                <a:off x="4815" y="2707"/>
                <a:ext cx="186" cy="252"/>
              </a:xfrm>
              <a:prstGeom prst="rect">
                <a:avLst/>
              </a:prstGeom>
              <a:solidFill>
                <a:srgbClr val="0066FF"/>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sp>
          <p:nvSpPr>
            <p:cNvPr id="25624" name="Line 40"/>
            <p:cNvSpPr>
              <a:spLocks noChangeShapeType="1"/>
            </p:cNvSpPr>
            <p:nvPr/>
          </p:nvSpPr>
          <p:spPr bwMode="auto">
            <a:xfrm>
              <a:off x="5013" y="2728"/>
              <a:ext cx="146" cy="22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5625" name="Group 43"/>
            <p:cNvGrpSpPr>
              <a:grpSpLocks/>
            </p:cNvGrpSpPr>
            <p:nvPr/>
          </p:nvGrpSpPr>
          <p:grpSpPr bwMode="auto">
            <a:xfrm>
              <a:off x="4468" y="2930"/>
              <a:ext cx="350" cy="296"/>
              <a:chOff x="4288" y="1746"/>
              <a:chExt cx="350" cy="296"/>
            </a:xfrm>
          </p:grpSpPr>
          <p:sp>
            <p:nvSpPr>
              <p:cNvPr id="25638" name="Oval 44"/>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39" name="Text Box 45"/>
              <p:cNvSpPr txBox="1">
                <a:spLocks noChangeArrowheads="1"/>
              </p:cNvSpPr>
              <p:nvPr/>
            </p:nvSpPr>
            <p:spPr bwMode="auto">
              <a:xfrm>
                <a:off x="4375" y="1769"/>
                <a:ext cx="1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grpSp>
          <p:nvGrpSpPr>
            <p:cNvPr id="25626" name="Group 46"/>
            <p:cNvGrpSpPr>
              <a:grpSpLocks/>
            </p:cNvGrpSpPr>
            <p:nvPr/>
          </p:nvGrpSpPr>
          <p:grpSpPr bwMode="auto">
            <a:xfrm>
              <a:off x="5080" y="2930"/>
              <a:ext cx="350" cy="296"/>
              <a:chOff x="4288" y="1746"/>
              <a:chExt cx="350" cy="296"/>
            </a:xfrm>
          </p:grpSpPr>
          <p:sp>
            <p:nvSpPr>
              <p:cNvPr id="25636" name="Oval 47"/>
              <p:cNvSpPr>
                <a:spLocks noChangeArrowheads="1"/>
              </p:cNvSpPr>
              <p:nvPr/>
            </p:nvSpPr>
            <p:spPr bwMode="auto">
              <a:xfrm>
                <a:off x="4288" y="1746"/>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37" name="Text Box 48"/>
              <p:cNvSpPr txBox="1">
                <a:spLocks noChangeArrowheads="1"/>
              </p:cNvSpPr>
              <p:nvPr/>
            </p:nvSpPr>
            <p:spPr bwMode="auto">
              <a:xfrm>
                <a:off x="4375" y="1769"/>
                <a:ext cx="1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5</a:t>
                </a:r>
              </a:p>
            </p:txBody>
          </p:sp>
        </p:grpSp>
        <p:sp>
          <p:nvSpPr>
            <p:cNvPr id="25627" name="Line 49"/>
            <p:cNvSpPr>
              <a:spLocks noChangeShapeType="1"/>
            </p:cNvSpPr>
            <p:nvPr/>
          </p:nvSpPr>
          <p:spPr bwMode="auto">
            <a:xfrm flipH="1">
              <a:off x="4743" y="2736"/>
              <a:ext cx="114" cy="217"/>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5628" name="Text Box 50"/>
            <p:cNvSpPr txBox="1">
              <a:spLocks noChangeArrowheads="1"/>
            </p:cNvSpPr>
            <p:nvPr/>
          </p:nvSpPr>
          <p:spPr bwMode="auto">
            <a:xfrm>
              <a:off x="5027" y="2668"/>
              <a:ext cx="54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&gt;= y</a:t>
              </a:r>
            </a:p>
          </p:txBody>
        </p:sp>
        <p:sp>
          <p:nvSpPr>
            <p:cNvPr id="25629" name="Text Box 51"/>
            <p:cNvSpPr txBox="1">
              <a:spLocks noChangeArrowheads="1"/>
            </p:cNvSpPr>
            <p:nvPr/>
          </p:nvSpPr>
          <p:spPr bwMode="auto">
            <a:xfrm>
              <a:off x="4400" y="2668"/>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x &lt; y</a:t>
              </a:r>
            </a:p>
          </p:txBody>
        </p:sp>
        <p:sp>
          <p:nvSpPr>
            <p:cNvPr id="25630" name="Text Box 53"/>
            <p:cNvSpPr txBox="1">
              <a:spLocks noChangeArrowheads="1"/>
            </p:cNvSpPr>
            <p:nvPr/>
          </p:nvSpPr>
          <p:spPr bwMode="auto">
            <a:xfrm>
              <a:off x="3835" y="3028"/>
              <a:ext cx="686" cy="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f (x, y)</a:t>
              </a:r>
            </a:p>
          </p:txBody>
        </p:sp>
        <p:cxnSp>
          <p:nvCxnSpPr>
            <p:cNvPr id="25631" name="AutoShape 54"/>
            <p:cNvCxnSpPr>
              <a:cxnSpLocks noChangeShapeType="1"/>
              <a:stCxn id="25634" idx="3"/>
              <a:endCxn id="25640" idx="1"/>
            </p:cNvCxnSpPr>
            <p:nvPr/>
          </p:nvCxnSpPr>
          <p:spPr bwMode="auto">
            <a:xfrm rot="5400000" flipH="1" flipV="1">
              <a:off x="4027" y="2975"/>
              <a:ext cx="1263" cy="279"/>
            </a:xfrm>
            <a:prstGeom prst="curvedConnector5">
              <a:avLst>
                <a:gd name="adj1" fmla="val -9"/>
                <a:gd name="adj2" fmla="val -164162"/>
                <a:gd name="adj3" fmla="val 114329"/>
              </a:avLst>
            </a:prstGeom>
            <a:noFill/>
            <a:ln w="12700">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nvGrpSpPr>
            <p:cNvPr id="25632" name="Group 56"/>
            <p:cNvGrpSpPr>
              <a:grpSpLocks/>
            </p:cNvGrpSpPr>
            <p:nvPr/>
          </p:nvGrpSpPr>
          <p:grpSpPr bwMode="auto">
            <a:xfrm>
              <a:off x="4468" y="3487"/>
              <a:ext cx="350" cy="296"/>
              <a:chOff x="4288" y="1746"/>
              <a:chExt cx="350" cy="296"/>
            </a:xfrm>
          </p:grpSpPr>
          <p:sp>
            <p:nvSpPr>
              <p:cNvPr id="25634" name="Oval 57"/>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35" name="Text Box 58"/>
              <p:cNvSpPr txBox="1">
                <a:spLocks noChangeArrowheads="1"/>
              </p:cNvSpPr>
              <p:nvPr/>
            </p:nvSpPr>
            <p:spPr bwMode="auto">
              <a:xfrm>
                <a:off x="4375" y="1769"/>
                <a:ext cx="18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4</a:t>
                </a:r>
              </a:p>
            </p:txBody>
          </p:sp>
        </p:grpSp>
        <p:sp>
          <p:nvSpPr>
            <p:cNvPr id="25633" name="Line 59"/>
            <p:cNvSpPr>
              <a:spLocks noChangeShapeType="1"/>
            </p:cNvSpPr>
            <p:nvPr/>
          </p:nvSpPr>
          <p:spPr bwMode="auto">
            <a:xfrm flipH="1">
              <a:off x="4642" y="3232"/>
              <a:ext cx="1" cy="24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grpSp>
        <p:nvGrpSpPr>
          <p:cNvPr id="16" name="Group 70"/>
          <p:cNvGrpSpPr>
            <a:grpSpLocks/>
          </p:cNvGrpSpPr>
          <p:nvPr/>
        </p:nvGrpSpPr>
        <p:grpSpPr bwMode="auto">
          <a:xfrm>
            <a:off x="4806950" y="1641476"/>
            <a:ext cx="2736850" cy="1046163"/>
            <a:chOff x="2300" y="1265"/>
            <a:chExt cx="1724" cy="659"/>
          </a:xfrm>
        </p:grpSpPr>
        <p:sp>
          <p:nvSpPr>
            <p:cNvPr id="25617" name="Line 15"/>
            <p:cNvSpPr>
              <a:spLocks noChangeShapeType="1"/>
            </p:cNvSpPr>
            <p:nvPr/>
          </p:nvSpPr>
          <p:spPr bwMode="auto">
            <a:xfrm flipH="1">
              <a:off x="2474" y="1375"/>
              <a:ext cx="1" cy="24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pSp>
          <p:nvGrpSpPr>
            <p:cNvPr id="25618" name="Group 67"/>
            <p:cNvGrpSpPr>
              <a:grpSpLocks/>
            </p:cNvGrpSpPr>
            <p:nvPr/>
          </p:nvGrpSpPr>
          <p:grpSpPr bwMode="auto">
            <a:xfrm>
              <a:off x="2300" y="1265"/>
              <a:ext cx="1724" cy="659"/>
              <a:chOff x="2300" y="1265"/>
              <a:chExt cx="1724" cy="659"/>
            </a:xfrm>
          </p:grpSpPr>
          <p:grpSp>
            <p:nvGrpSpPr>
              <p:cNvPr id="25619" name="Group 7"/>
              <p:cNvGrpSpPr>
                <a:grpSpLocks/>
              </p:cNvGrpSpPr>
              <p:nvPr/>
            </p:nvGrpSpPr>
            <p:grpSpPr bwMode="auto">
              <a:xfrm>
                <a:off x="2300" y="1628"/>
                <a:ext cx="350" cy="296"/>
                <a:chOff x="4738" y="2684"/>
                <a:chExt cx="350" cy="296"/>
              </a:xfrm>
            </p:grpSpPr>
            <p:sp>
              <p:nvSpPr>
                <p:cNvPr id="25621" name="Oval 8" descr="Dark downward diagonal"/>
                <p:cNvSpPr>
                  <a:spLocks noChangeArrowheads="1"/>
                </p:cNvSpPr>
                <p:nvPr/>
              </p:nvSpPr>
              <p:spPr bwMode="auto">
                <a:xfrm>
                  <a:off x="4738" y="2684"/>
                  <a:ext cx="350" cy="296"/>
                </a:xfrm>
                <a:prstGeom prst="ellipse">
                  <a:avLst/>
                </a:prstGeom>
                <a:pattFill prst="dkDnDiag">
                  <a:fgClr>
                    <a:srgbClr val="0066FF"/>
                  </a:fgClr>
                  <a:bgClr>
                    <a:schemeClr val="bg1"/>
                  </a:bgClr>
                </a:patt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5622" name="Text Box 9"/>
                <p:cNvSpPr txBox="1">
                  <a:spLocks noChangeArrowheads="1"/>
                </p:cNvSpPr>
                <p:nvPr/>
              </p:nvSpPr>
              <p:spPr bwMode="auto">
                <a:xfrm>
                  <a:off x="4815" y="2707"/>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sp>
            <p:nvSpPr>
              <p:cNvPr id="25620" name="AutoShape 66"/>
              <p:cNvSpPr>
                <a:spLocks/>
              </p:cNvSpPr>
              <p:nvPr/>
            </p:nvSpPr>
            <p:spPr bwMode="auto">
              <a:xfrm>
                <a:off x="2950" y="1265"/>
                <a:ext cx="1074" cy="262"/>
              </a:xfrm>
              <a:prstGeom prst="borderCallout2">
                <a:avLst>
                  <a:gd name="adj1" fmla="val 27481"/>
                  <a:gd name="adj2" fmla="val -4796"/>
                  <a:gd name="adj3" fmla="val 27481"/>
                  <a:gd name="adj4" fmla="val -23676"/>
                  <a:gd name="adj5" fmla="val 134731"/>
                  <a:gd name="adj6" fmla="val -35065"/>
                </a:avLst>
              </a:prstGeom>
              <a:solidFill>
                <a:schemeClr val="accent2"/>
              </a:solidFill>
              <a:ln w="12700">
                <a:solidFill>
                  <a:schemeClr val="tx1"/>
                </a:solidFill>
                <a:miter lim="800000"/>
                <a:headEnd type="none" w="sm" len="sm"/>
                <a:tailEnd type="none" w="sm" len="sm"/>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1" i="1" u="none" strike="noStrike" kern="1200" cap="none" spc="0" normalizeH="0" baseline="0" noProof="0">
                    <a:ln>
                      <a:noFill/>
                    </a:ln>
                    <a:solidFill>
                      <a:prstClr val="black"/>
                    </a:solidFill>
                    <a:effectLst/>
                    <a:uLnTx/>
                    <a:uFillTx/>
                    <a:latin typeface="Arial" pitchFamily="34" charset="0"/>
                    <a:ea typeface="+mn-ea"/>
                    <a:cs typeface="+mn-cs"/>
                  </a:rPr>
                  <a:t>dummy</a:t>
                </a: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 node</a:t>
                </a:r>
              </a:p>
            </p:txBody>
          </p:sp>
        </p:grpSp>
      </p:grpSp>
      <p:grpSp>
        <p:nvGrpSpPr>
          <p:cNvPr id="19" name="Group 78"/>
          <p:cNvGrpSpPr>
            <a:grpSpLocks/>
          </p:cNvGrpSpPr>
          <p:nvPr/>
        </p:nvGrpSpPr>
        <p:grpSpPr bwMode="auto">
          <a:xfrm>
            <a:off x="6529388" y="2514600"/>
            <a:ext cx="2690812" cy="655638"/>
            <a:chOff x="3272" y="1814"/>
            <a:chExt cx="1551" cy="413"/>
          </a:xfrm>
        </p:grpSpPr>
        <p:sp>
          <p:nvSpPr>
            <p:cNvPr id="25615" name="Text Box 52"/>
            <p:cNvSpPr txBox="1">
              <a:spLocks noChangeArrowheads="1"/>
            </p:cNvSpPr>
            <p:nvPr/>
          </p:nvSpPr>
          <p:spPr bwMode="auto">
            <a:xfrm>
              <a:off x="4351" y="1941"/>
              <a:ext cx="47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srgbClr val="04617B"/>
                  </a:solidFill>
                  <a:effectLst/>
                  <a:uLnTx/>
                  <a:uFillTx/>
                  <a:latin typeface="Arial" pitchFamily="34" charset="0"/>
                  <a:ea typeface="+mn-ea"/>
                  <a:cs typeface="+mn-cs"/>
                </a:rPr>
                <a:t>x = 0</a:t>
              </a:r>
            </a:p>
          </p:txBody>
        </p:sp>
        <p:sp>
          <p:nvSpPr>
            <p:cNvPr id="25616" name="AutoShape 72"/>
            <p:cNvSpPr>
              <a:spLocks/>
            </p:cNvSpPr>
            <p:nvPr/>
          </p:nvSpPr>
          <p:spPr bwMode="auto">
            <a:xfrm>
              <a:off x="3272" y="1814"/>
              <a:ext cx="1116" cy="413"/>
            </a:xfrm>
            <a:prstGeom prst="borderCallout2">
              <a:avLst>
                <a:gd name="adj1" fmla="val 17435"/>
                <a:gd name="adj2" fmla="val 104301"/>
                <a:gd name="adj3" fmla="val 17435"/>
                <a:gd name="adj4" fmla="val 123926"/>
                <a:gd name="adj5" fmla="val 47218"/>
                <a:gd name="adj6" fmla="val 144264"/>
              </a:avLst>
            </a:prstGeom>
            <a:solidFill>
              <a:schemeClr val="accent2"/>
            </a:solidFill>
            <a:ln w="12700">
              <a:solidFill>
                <a:schemeClr val="tx1"/>
              </a:solidFill>
              <a:miter lim="800000"/>
              <a:headEnd type="none" w="sm" len="sm"/>
              <a:tailEnd type="none" w="sm" len="sm"/>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implicitly initializes loop</a:t>
              </a:r>
            </a:p>
          </p:txBody>
        </p:sp>
      </p:grpSp>
      <p:sp>
        <p:nvSpPr>
          <p:cNvPr id="195660" name="AutoShape 76"/>
          <p:cNvSpPr>
            <a:spLocks/>
          </p:cNvSpPr>
          <p:nvPr/>
        </p:nvSpPr>
        <p:spPr bwMode="auto">
          <a:xfrm>
            <a:off x="5181600" y="5791200"/>
            <a:ext cx="2312988" cy="685800"/>
          </a:xfrm>
          <a:prstGeom prst="borderCallout2">
            <a:avLst>
              <a:gd name="adj1" fmla="val 49870"/>
              <a:gd name="adj2" fmla="val 101190"/>
              <a:gd name="adj3" fmla="val 57977"/>
              <a:gd name="adj4" fmla="val 144014"/>
              <a:gd name="adj5" fmla="val -21606"/>
              <a:gd name="adj6" fmla="val 163565"/>
            </a:avLst>
          </a:prstGeom>
          <a:solidFill>
            <a:schemeClr val="accent2"/>
          </a:solidFill>
          <a:ln w="12700">
            <a:solidFill>
              <a:schemeClr val="tx1"/>
            </a:solidFill>
            <a:miter lim="800000"/>
            <a:headEnd type="none" w="sm" len="sm"/>
            <a:tailEnd type="none" w="sm" len="sm"/>
          </a:ln>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implicitly increments loop</a:t>
            </a:r>
          </a:p>
        </p:txBody>
      </p:sp>
      <p:sp>
        <p:nvSpPr>
          <p:cNvPr id="3" name="Slide Number Placeholder 2">
            <a:extLst>
              <a:ext uri="{FF2B5EF4-FFF2-40B4-BE49-F238E27FC236}">
                <a16:creationId xmlns:a16="http://schemas.microsoft.com/office/drawing/2014/main" id="{D65C56F7-CC87-461D-ADDB-9A0880E93A1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59245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5616"/>
                                        </p:tgtEl>
                                        <p:attrNameLst>
                                          <p:attrName>style.visibility</p:attrName>
                                        </p:attrNameLst>
                                      </p:cBhvr>
                                      <p:to>
                                        <p:strVal val="visible"/>
                                      </p:to>
                                    </p:set>
                                    <p:animEffect transition="in" filter="dissolve">
                                      <p:cBhvr>
                                        <p:cTn id="27" dur="500"/>
                                        <p:tgtEl>
                                          <p:spTgt spid="19561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dissolve">
                                      <p:cBhvr>
                                        <p:cTn id="32" dur="500"/>
                                        <p:tgtEl>
                                          <p:spTgt spid="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5639"/>
                                        </p:tgtEl>
                                        <p:attrNameLst>
                                          <p:attrName>style.visibility</p:attrName>
                                        </p:attrNameLst>
                                      </p:cBhvr>
                                      <p:to>
                                        <p:strVal val="visible"/>
                                      </p:to>
                                    </p:set>
                                  </p:childTnLst>
                                </p:cTn>
                              </p:par>
                            </p:childTnLst>
                          </p:cTn>
                        </p:par>
                        <p:par>
                          <p:cTn id="37" fill="hold" nodeType="afterGroup">
                            <p:stCondLst>
                              <p:cond delay="0"/>
                            </p:stCondLst>
                            <p:childTnLst>
                              <p:par>
                                <p:cTn id="38" presetID="22" presetClass="entr" presetSubtype="2" fill="hold" grpId="0" nodeType="afterEffect">
                                  <p:stCondLst>
                                    <p:cond delay="500"/>
                                  </p:stCondLst>
                                  <p:childTnLst>
                                    <p:set>
                                      <p:cBhvr>
                                        <p:cTn id="39" dur="1" fill="hold">
                                          <p:stCondLst>
                                            <p:cond delay="0"/>
                                          </p:stCondLst>
                                        </p:cTn>
                                        <p:tgtEl>
                                          <p:spTgt spid="195660"/>
                                        </p:tgtEl>
                                        <p:attrNameLst>
                                          <p:attrName>style.visibility</p:attrName>
                                        </p:attrNameLst>
                                      </p:cBhvr>
                                      <p:to>
                                        <p:strVal val="visible"/>
                                      </p:to>
                                    </p:set>
                                    <p:animEffect transition="in" filter="wipe(right)">
                                      <p:cBhvr>
                                        <p:cTn id="40" dur="500"/>
                                        <p:tgtEl>
                                          <p:spTgt spid="195660"/>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9"/>
                                        </p:tgtEl>
                                        <p:attrNameLst>
                                          <p:attrName>style.visibility</p:attrName>
                                        </p:attrNameLst>
                                      </p:cBhvr>
                                      <p:to>
                                        <p:strVal val="visible"/>
                                      </p:to>
                                    </p:set>
                                    <p:animEffect transition="in" filter="dissolve">
                                      <p:cBhvr>
                                        <p:cTn id="45" dur="500"/>
                                        <p:tgtEl>
                                          <p:spTgt spid="9"/>
                                        </p:tgtEl>
                                      </p:cBhvr>
                                    </p:animEffect>
                                  </p:childTnLst>
                                </p:cTn>
                              </p:par>
                            </p:childTnLst>
                          </p:cTn>
                        </p:par>
                        <p:par>
                          <p:cTn id="46" fill="hold" nodeType="afterGroup">
                            <p:stCondLst>
                              <p:cond delay="500"/>
                            </p:stCondLst>
                            <p:childTnLst>
                              <p:par>
                                <p:cTn id="47" presetID="22" presetClass="entr" presetSubtype="2" fill="hold" nodeType="after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right)">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16" grpId="0" animBg="1"/>
      <p:bldP spid="195639" grpId="0"/>
      <p:bldP spid="195660"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normAutofit/>
          </a:bodyPr>
          <a:lstStyle/>
          <a:p>
            <a:r>
              <a:rPr lang="en-US" altLang="en-US"/>
              <a:t>CFG : The case (switch) Structure</a:t>
            </a:r>
          </a:p>
        </p:txBody>
      </p:sp>
      <p:sp>
        <p:nvSpPr>
          <p:cNvPr id="26628" name="Text Box 4"/>
          <p:cNvSpPr txBox="1">
            <a:spLocks noChangeArrowheads="1"/>
          </p:cNvSpPr>
          <p:nvPr/>
        </p:nvSpPr>
        <p:spPr bwMode="auto">
          <a:xfrm>
            <a:off x="2819400" y="1905000"/>
            <a:ext cx="1841500" cy="3970338"/>
          </a:xfrm>
          <a:prstGeom prst="rect">
            <a:avLst/>
          </a:prstGeom>
          <a:solidFill>
            <a:schemeClr val="accent2"/>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read ( c)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switch ( c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case ‘N’: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25;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break;</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case ‘Y’:</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50;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break;</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default: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y = 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      break;</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dirty="0">
                <a:ln>
                  <a:noFill/>
                </a:ln>
                <a:solidFill>
                  <a:prstClr val="black"/>
                </a:solidFill>
                <a:effectLst/>
                <a:uLnTx/>
                <a:uFillTx/>
                <a:latin typeface="Helvetica" pitchFamily="34" charset="0"/>
                <a:ea typeface="+mn-ea"/>
                <a:cs typeface="+mn-cs"/>
              </a:rPr>
              <a:t>print (y);</a:t>
            </a:r>
          </a:p>
        </p:txBody>
      </p:sp>
      <p:grpSp>
        <p:nvGrpSpPr>
          <p:cNvPr id="2" name="Group 46"/>
          <p:cNvGrpSpPr>
            <a:grpSpLocks/>
          </p:cNvGrpSpPr>
          <p:nvPr/>
        </p:nvGrpSpPr>
        <p:grpSpPr bwMode="auto">
          <a:xfrm>
            <a:off x="5334000" y="2195514"/>
            <a:ext cx="4495800" cy="3478355"/>
            <a:chOff x="2734" y="1383"/>
            <a:chExt cx="2305" cy="1945"/>
          </a:xfrm>
        </p:grpSpPr>
        <p:grpSp>
          <p:nvGrpSpPr>
            <p:cNvPr id="26630" name="Group 7"/>
            <p:cNvGrpSpPr>
              <a:grpSpLocks/>
            </p:cNvGrpSpPr>
            <p:nvPr/>
          </p:nvGrpSpPr>
          <p:grpSpPr bwMode="auto">
            <a:xfrm>
              <a:off x="3679" y="2950"/>
              <a:ext cx="350" cy="296"/>
              <a:chOff x="4738" y="2684"/>
              <a:chExt cx="350" cy="296"/>
            </a:xfrm>
          </p:grpSpPr>
          <p:sp>
            <p:nvSpPr>
              <p:cNvPr id="26659" name="Oval 8"/>
              <p:cNvSpPr>
                <a:spLocks noChangeArrowheads="1"/>
              </p:cNvSpPr>
              <p:nvPr/>
            </p:nvSpPr>
            <p:spPr bwMode="auto">
              <a:xfrm>
                <a:off x="4738" y="2684"/>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60" name="Text Box 9"/>
              <p:cNvSpPr txBox="1">
                <a:spLocks noChangeArrowheads="1"/>
              </p:cNvSpPr>
              <p:nvPr/>
            </p:nvSpPr>
            <p:spPr bwMode="auto">
              <a:xfrm>
                <a:off x="4843" y="2707"/>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5</a:t>
                </a:r>
              </a:p>
            </p:txBody>
          </p:sp>
        </p:grpSp>
        <p:grpSp>
          <p:nvGrpSpPr>
            <p:cNvPr id="26631" name="Group 10"/>
            <p:cNvGrpSpPr>
              <a:grpSpLocks/>
            </p:cNvGrpSpPr>
            <p:nvPr/>
          </p:nvGrpSpPr>
          <p:grpSpPr bwMode="auto">
            <a:xfrm>
              <a:off x="3679" y="1577"/>
              <a:ext cx="350" cy="296"/>
              <a:chOff x="3838" y="2684"/>
              <a:chExt cx="350" cy="296"/>
            </a:xfrm>
          </p:grpSpPr>
          <p:sp>
            <p:nvSpPr>
              <p:cNvPr id="26657" name="Oval 11"/>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58" name="Text Box 12"/>
              <p:cNvSpPr txBox="1">
                <a:spLocks noChangeArrowheads="1"/>
              </p:cNvSpPr>
              <p:nvPr/>
            </p:nvSpPr>
            <p:spPr bwMode="auto">
              <a:xfrm>
                <a:off x="3943" y="2707"/>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1</a:t>
                </a:r>
              </a:p>
            </p:txBody>
          </p:sp>
        </p:grpSp>
        <p:sp>
          <p:nvSpPr>
            <p:cNvPr id="26632" name="Line 13"/>
            <p:cNvSpPr>
              <a:spLocks noChangeShapeType="1"/>
            </p:cNvSpPr>
            <p:nvPr/>
          </p:nvSpPr>
          <p:spPr bwMode="auto">
            <a:xfrm flipV="1">
              <a:off x="3438" y="1827"/>
              <a:ext cx="292" cy="500"/>
            </a:xfrm>
            <a:prstGeom prst="line">
              <a:avLst/>
            </a:prstGeom>
            <a:noFill/>
            <a:ln w="19050">
              <a:solidFill>
                <a:schemeClr val="tx1"/>
              </a:solidFill>
              <a:round/>
              <a:headEnd type="arrow"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3" name="Line 14"/>
            <p:cNvSpPr>
              <a:spLocks noChangeShapeType="1"/>
            </p:cNvSpPr>
            <p:nvPr/>
          </p:nvSpPr>
          <p:spPr bwMode="auto">
            <a:xfrm>
              <a:off x="3428" y="2485"/>
              <a:ext cx="301" cy="493"/>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4" name="Line 15"/>
            <p:cNvSpPr>
              <a:spLocks noChangeShapeType="1"/>
            </p:cNvSpPr>
            <p:nvPr/>
          </p:nvSpPr>
          <p:spPr bwMode="auto">
            <a:xfrm>
              <a:off x="3964" y="1836"/>
              <a:ext cx="293" cy="514"/>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5" name="Line 16"/>
            <p:cNvSpPr>
              <a:spLocks noChangeShapeType="1"/>
            </p:cNvSpPr>
            <p:nvPr/>
          </p:nvSpPr>
          <p:spPr bwMode="auto">
            <a:xfrm>
              <a:off x="3854" y="1383"/>
              <a:ext cx="0" cy="186"/>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6" name="Line 24"/>
            <p:cNvSpPr>
              <a:spLocks noChangeShapeType="1"/>
            </p:cNvSpPr>
            <p:nvPr/>
          </p:nvSpPr>
          <p:spPr bwMode="auto">
            <a:xfrm flipH="1">
              <a:off x="3960" y="2484"/>
              <a:ext cx="311" cy="485"/>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37" name="Text Box 25"/>
            <p:cNvSpPr txBox="1">
              <a:spLocks noChangeArrowheads="1"/>
            </p:cNvSpPr>
            <p:nvPr/>
          </p:nvSpPr>
          <p:spPr bwMode="auto">
            <a:xfrm>
              <a:off x="3964" y="1598"/>
              <a:ext cx="688"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read ( c );</a:t>
              </a:r>
            </a:p>
          </p:txBody>
        </p:sp>
        <p:sp>
          <p:nvSpPr>
            <p:cNvPr id="26638" name="Text Box 26"/>
            <p:cNvSpPr txBox="1">
              <a:spLocks noChangeArrowheads="1"/>
            </p:cNvSpPr>
            <p:nvPr/>
          </p:nvSpPr>
          <p:spPr bwMode="auto">
            <a:xfrm>
              <a:off x="3057" y="1811"/>
              <a:ext cx="56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c == ‘N’</a:t>
              </a:r>
            </a:p>
          </p:txBody>
        </p:sp>
        <p:sp>
          <p:nvSpPr>
            <p:cNvPr id="26639" name="Text Box 27"/>
            <p:cNvSpPr txBox="1">
              <a:spLocks noChangeArrowheads="1"/>
            </p:cNvSpPr>
            <p:nvPr/>
          </p:nvSpPr>
          <p:spPr bwMode="auto">
            <a:xfrm>
              <a:off x="4502" y="2489"/>
              <a:ext cx="537"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0;</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break;</a:t>
              </a:r>
            </a:p>
          </p:txBody>
        </p:sp>
        <p:grpSp>
          <p:nvGrpSpPr>
            <p:cNvPr id="26640" name="Group 32"/>
            <p:cNvGrpSpPr>
              <a:grpSpLocks/>
            </p:cNvGrpSpPr>
            <p:nvPr/>
          </p:nvGrpSpPr>
          <p:grpSpPr bwMode="auto">
            <a:xfrm>
              <a:off x="3111" y="2263"/>
              <a:ext cx="1486" cy="296"/>
              <a:chOff x="3329" y="1774"/>
              <a:chExt cx="1486" cy="296"/>
            </a:xfrm>
          </p:grpSpPr>
          <p:grpSp>
            <p:nvGrpSpPr>
              <p:cNvPr id="26648" name="Group 18"/>
              <p:cNvGrpSpPr>
                <a:grpSpLocks/>
              </p:cNvGrpSpPr>
              <p:nvPr/>
            </p:nvGrpSpPr>
            <p:grpSpPr bwMode="auto">
              <a:xfrm>
                <a:off x="3329" y="1774"/>
                <a:ext cx="350" cy="296"/>
                <a:chOff x="4288" y="1746"/>
                <a:chExt cx="350" cy="296"/>
              </a:xfrm>
            </p:grpSpPr>
            <p:sp>
              <p:nvSpPr>
                <p:cNvPr id="26655" name="Oval 19"/>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56" name="Text Box 20"/>
                <p:cNvSpPr txBox="1">
                  <a:spLocks noChangeArrowheads="1"/>
                </p:cNvSpPr>
                <p:nvPr/>
              </p:nvSpPr>
              <p:spPr bwMode="auto">
                <a:xfrm>
                  <a:off x="4393" y="1769"/>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2</a:t>
                  </a:r>
                </a:p>
              </p:txBody>
            </p:sp>
          </p:grpSp>
          <p:grpSp>
            <p:nvGrpSpPr>
              <p:cNvPr id="26649" name="Group 21"/>
              <p:cNvGrpSpPr>
                <a:grpSpLocks/>
              </p:cNvGrpSpPr>
              <p:nvPr/>
            </p:nvGrpSpPr>
            <p:grpSpPr bwMode="auto">
              <a:xfrm>
                <a:off x="4465" y="1774"/>
                <a:ext cx="350" cy="296"/>
                <a:chOff x="4288" y="1746"/>
                <a:chExt cx="350" cy="296"/>
              </a:xfrm>
            </p:grpSpPr>
            <p:sp>
              <p:nvSpPr>
                <p:cNvPr id="26653" name="Oval 22"/>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54" name="Text Box 23"/>
                <p:cNvSpPr txBox="1">
                  <a:spLocks noChangeArrowheads="1"/>
                </p:cNvSpPr>
                <p:nvPr/>
              </p:nvSpPr>
              <p:spPr bwMode="auto">
                <a:xfrm>
                  <a:off x="4393" y="1769"/>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4</a:t>
                  </a:r>
                </a:p>
              </p:txBody>
            </p:sp>
          </p:grpSp>
          <p:grpSp>
            <p:nvGrpSpPr>
              <p:cNvPr id="26650" name="Group 29"/>
              <p:cNvGrpSpPr>
                <a:grpSpLocks/>
              </p:cNvGrpSpPr>
              <p:nvPr/>
            </p:nvGrpSpPr>
            <p:grpSpPr bwMode="auto">
              <a:xfrm>
                <a:off x="3897" y="1774"/>
                <a:ext cx="350" cy="296"/>
                <a:chOff x="4288" y="1746"/>
                <a:chExt cx="350" cy="296"/>
              </a:xfrm>
            </p:grpSpPr>
            <p:sp>
              <p:nvSpPr>
                <p:cNvPr id="26651" name="Oval 30"/>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26652" name="Text Box 31"/>
                <p:cNvSpPr txBox="1">
                  <a:spLocks noChangeArrowheads="1"/>
                </p:cNvSpPr>
                <p:nvPr/>
              </p:nvSpPr>
              <p:spPr bwMode="auto">
                <a:xfrm>
                  <a:off x="4393" y="1769"/>
                  <a:ext cx="168"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2000" b="1" i="0" u="none" strike="noStrike" kern="1200" cap="none" spc="0" normalizeH="0" baseline="0" noProof="0">
                      <a:ln>
                        <a:noFill/>
                      </a:ln>
                      <a:solidFill>
                        <a:prstClr val="black"/>
                      </a:solidFill>
                      <a:effectLst/>
                      <a:uLnTx/>
                      <a:uFillTx/>
                      <a:latin typeface="Arial" pitchFamily="34" charset="0"/>
                      <a:ea typeface="+mn-ea"/>
                      <a:cs typeface="+mn-cs"/>
                    </a:rPr>
                    <a:t>3</a:t>
                  </a:r>
                </a:p>
              </p:txBody>
            </p:sp>
          </p:grpSp>
        </p:grpSp>
        <p:sp>
          <p:nvSpPr>
            <p:cNvPr id="26641" name="Line 33"/>
            <p:cNvSpPr>
              <a:spLocks noChangeShapeType="1"/>
            </p:cNvSpPr>
            <p:nvPr/>
          </p:nvSpPr>
          <p:spPr bwMode="auto">
            <a:xfrm flipH="1">
              <a:off x="3852" y="1873"/>
              <a:ext cx="4" cy="388"/>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42" name="Line 34"/>
            <p:cNvSpPr>
              <a:spLocks noChangeShapeType="1"/>
            </p:cNvSpPr>
            <p:nvPr/>
          </p:nvSpPr>
          <p:spPr bwMode="auto">
            <a:xfrm flipH="1">
              <a:off x="3856" y="2563"/>
              <a:ext cx="0" cy="380"/>
            </a:xfrm>
            <a:prstGeom prst="line">
              <a:avLst/>
            </a:prstGeom>
            <a:noFill/>
            <a:ln w="19050">
              <a:solidFill>
                <a:schemeClr val="tx1"/>
              </a:solidFill>
              <a:round/>
              <a:headEnd type="none" w="sm" len="sm"/>
              <a:tailEnd type="arrow"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
          <p:nvSpPr>
            <p:cNvPr id="26643" name="Text Box 39"/>
            <p:cNvSpPr txBox="1">
              <a:spLocks noChangeArrowheads="1"/>
            </p:cNvSpPr>
            <p:nvPr/>
          </p:nvSpPr>
          <p:spPr bwMode="auto">
            <a:xfrm>
              <a:off x="3557" y="1953"/>
              <a:ext cx="56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c == ‘Y’</a:t>
              </a:r>
            </a:p>
          </p:txBody>
        </p:sp>
        <p:sp>
          <p:nvSpPr>
            <p:cNvPr id="26644" name="Text Box 40"/>
            <p:cNvSpPr txBox="1">
              <a:spLocks noChangeArrowheads="1"/>
            </p:cNvSpPr>
            <p:nvPr/>
          </p:nvSpPr>
          <p:spPr bwMode="auto">
            <a:xfrm>
              <a:off x="4048" y="1936"/>
              <a:ext cx="56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default</a:t>
              </a:r>
            </a:p>
          </p:txBody>
        </p:sp>
        <p:sp>
          <p:nvSpPr>
            <p:cNvPr id="26645" name="Text Box 41"/>
            <p:cNvSpPr txBox="1">
              <a:spLocks noChangeArrowheads="1"/>
            </p:cNvSpPr>
            <p:nvPr/>
          </p:nvSpPr>
          <p:spPr bwMode="auto">
            <a:xfrm>
              <a:off x="3594" y="2583"/>
              <a:ext cx="508"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50;</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break;</a:t>
              </a:r>
            </a:p>
          </p:txBody>
        </p:sp>
        <p:sp>
          <p:nvSpPr>
            <p:cNvPr id="26646" name="Text Box 42"/>
            <p:cNvSpPr txBox="1">
              <a:spLocks noChangeArrowheads="1"/>
            </p:cNvSpPr>
            <p:nvPr/>
          </p:nvSpPr>
          <p:spPr bwMode="auto">
            <a:xfrm>
              <a:off x="2734" y="2489"/>
              <a:ext cx="49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y = 25;</a:t>
              </a:r>
            </a:p>
            <a:p>
              <a:pPr marL="0" marR="0" lvl="0" indent="0" algn="ctr" defTabSz="914400" rtl="0" eaLnBrk="1" fontAlgn="base" latinLnBrk="0" hangingPunct="1">
                <a:lnSpc>
                  <a:spcPct val="5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break;</a:t>
              </a:r>
            </a:p>
          </p:txBody>
        </p:sp>
        <p:sp>
          <p:nvSpPr>
            <p:cNvPr id="26647" name="Text Box 43"/>
            <p:cNvSpPr txBox="1">
              <a:spLocks noChangeArrowheads="1"/>
            </p:cNvSpPr>
            <p:nvPr/>
          </p:nvSpPr>
          <p:spPr bwMode="auto">
            <a:xfrm>
              <a:off x="3886" y="3139"/>
              <a:ext cx="66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1600" b="1" i="0" u="none" strike="noStrike" kern="1200" cap="none" spc="0" normalizeH="0" baseline="0" noProof="0">
                  <a:ln>
                    <a:noFill/>
                  </a:ln>
                  <a:solidFill>
                    <a:prstClr val="black"/>
                  </a:solidFill>
                  <a:effectLst/>
                  <a:uLnTx/>
                  <a:uFillTx/>
                  <a:latin typeface="Arial" pitchFamily="34" charset="0"/>
                  <a:ea typeface="+mn-ea"/>
                  <a:cs typeface="+mn-cs"/>
                </a:rPr>
                <a:t>print (y);</a:t>
              </a:r>
            </a:p>
          </p:txBody>
        </p:sp>
      </p:grpSp>
      <p:sp>
        <p:nvSpPr>
          <p:cNvPr id="3" name="Slide Number Placeholder 2">
            <a:extLst>
              <a:ext uri="{FF2B5EF4-FFF2-40B4-BE49-F238E27FC236}">
                <a16:creationId xmlns:a16="http://schemas.microsoft.com/office/drawing/2014/main" id="{6477DBDD-689E-48F2-8965-993AEA5986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05223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3"/>
          <p:cNvSpPr txBox="1">
            <a:spLocks noGrp="1"/>
          </p:cNvSpPr>
          <p:nvPr/>
        </p:nvSpPr>
        <p:spPr bwMode="auto">
          <a:xfrm>
            <a:off x="1619250" y="6438900"/>
            <a:ext cx="3760788"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prstClr val="black"/>
                </a:solidFill>
                <a:effectLst/>
                <a:uLnTx/>
                <a:uFillTx/>
                <a:latin typeface="Arial" pitchFamily="34" charset="0"/>
                <a:ea typeface="+mn-ea"/>
                <a:cs typeface="+mn-cs"/>
              </a:rPr>
              <a:t>Introduction to Software Testing  (Ch 2), www.introsoftwaretesting.com</a:t>
            </a:r>
          </a:p>
        </p:txBody>
      </p:sp>
      <p:sp>
        <p:nvSpPr>
          <p:cNvPr id="18435" name="Footer Placeholder 4"/>
          <p:cNvSpPr txBox="1">
            <a:spLocks noGrp="1"/>
          </p:cNvSpPr>
          <p:nvPr/>
        </p:nvSpPr>
        <p:spPr bwMode="auto">
          <a:xfrm>
            <a:off x="5629275" y="6427788"/>
            <a:ext cx="28956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en-US" sz="900" b="0" i="0" u="none" strike="noStrike" kern="1200" cap="none" spc="0" normalizeH="0" baseline="0" noProof="0">
                <a:ln>
                  <a:noFill/>
                </a:ln>
                <a:solidFill>
                  <a:prstClr val="black"/>
                </a:solidFill>
                <a:effectLst/>
                <a:uLnTx/>
                <a:uFillTx/>
                <a:latin typeface="Arial" pitchFamily="34" charset="0"/>
                <a:ea typeface="+mn-ea"/>
                <a:cs typeface="+mn-cs"/>
              </a:rPr>
              <a:t>© Ammann &amp; Offutt</a:t>
            </a:r>
          </a:p>
        </p:txBody>
      </p:sp>
      <p:sp>
        <p:nvSpPr>
          <p:cNvPr id="18436" name="Slide Number Placeholder 5"/>
          <p:cNvSpPr txBox="1">
            <a:spLocks noGrp="1"/>
          </p:cNvSpPr>
          <p:nvPr/>
        </p:nvSpPr>
        <p:spPr bwMode="auto">
          <a:xfrm>
            <a:off x="8683625" y="6416676"/>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B12EF41-4285-4819-B001-D3CA311B7D75}" type="slidenum">
              <a:rPr kumimoji="0" lang="en-US" altLang="en-US" sz="900" b="0"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altLang="en-US" sz="9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37" name="Rectangle 2"/>
          <p:cNvSpPr>
            <a:spLocks noGrp="1" noChangeArrowheads="1"/>
          </p:cNvSpPr>
          <p:nvPr>
            <p:ph type="title" idx="4294967295"/>
          </p:nvPr>
        </p:nvSpPr>
        <p:spPr>
          <a:xfrm>
            <a:off x="2286000" y="-381000"/>
            <a:ext cx="7793038" cy="1143000"/>
          </a:xfrm>
        </p:spPr>
        <p:txBody>
          <a:bodyPr/>
          <a:lstStyle/>
          <a:p>
            <a:r>
              <a:rPr lang="en-US" altLang="en-US" sz="3600" dirty="0"/>
              <a:t>Example: CFG for </a:t>
            </a:r>
            <a:r>
              <a:rPr lang="en-US" altLang="en-US" sz="3600" dirty="0" err="1"/>
              <a:t>ComputeStats</a:t>
            </a:r>
            <a:endParaRPr lang="en-US" altLang="en-US" sz="3600" dirty="0"/>
          </a:p>
        </p:txBody>
      </p:sp>
      <p:sp>
        <p:nvSpPr>
          <p:cNvPr id="18438" name="Text Box 4"/>
          <p:cNvSpPr txBox="1">
            <a:spLocks noChangeArrowheads="1"/>
          </p:cNvSpPr>
          <p:nvPr/>
        </p:nvSpPr>
        <p:spPr bwMode="auto">
          <a:xfrm>
            <a:off x="2541589" y="1520825"/>
            <a:ext cx="63658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ct val="5000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39" name="Text Box 6"/>
          <p:cNvSpPr txBox="1">
            <a:spLocks noChangeArrowheads="1"/>
          </p:cNvSpPr>
          <p:nvPr/>
        </p:nvSpPr>
        <p:spPr bwMode="auto">
          <a:xfrm>
            <a:off x="1752600" y="836614"/>
            <a:ext cx="6781800" cy="5953125"/>
          </a:xfrm>
          <a:prstGeom prst="rect">
            <a:avLst/>
          </a:prstGeom>
          <a:solidFill>
            <a:schemeClr val="bg1"/>
          </a:solidFill>
          <a:ln w="12700">
            <a:solidFill>
              <a:schemeClr val="tx1"/>
            </a:solidFill>
            <a:miter lim="800000"/>
            <a:headEnd type="none" w="sm" len="sm"/>
            <a:tailEnd type="none" w="sm" len="sm"/>
          </a:ln>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public static void computeStats (int [ ] numbers)</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int length = numbers.length;</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double med, var, sd, mean, sum, varsum;</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endParaRP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sum = 0;</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a:ln>
                  <a:noFill/>
                </a:ln>
                <a:solidFill>
                  <a:srgbClr val="44546A"/>
                </a:solidFill>
                <a:effectLst/>
                <a:uLnTx/>
                <a:uFillTx/>
                <a:latin typeface="Helvetica" pitchFamily="34" charset="0"/>
                <a:ea typeface="+mn-ea"/>
                <a:cs typeface="+mn-cs"/>
              </a:rPr>
              <a:t>for (int i = 0; i &lt; length; i++)</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sum += numbers [ i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med   = numbers [ length / 2 ];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mean = sum / (double) length;</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endParaRP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varsum = 0;</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a:t>
            </a:r>
            <a:r>
              <a:rPr kumimoji="0" lang="en-US" altLang="en-US" sz="1600" b="0" i="0" u="none" strike="noStrike" kern="1200" cap="none" spc="0" normalizeH="0" baseline="0" noProof="0">
                <a:ln>
                  <a:noFill/>
                </a:ln>
                <a:solidFill>
                  <a:srgbClr val="44546A"/>
                </a:solidFill>
                <a:effectLst/>
                <a:uLnTx/>
                <a:uFillTx/>
                <a:latin typeface="Helvetica" pitchFamily="34" charset="0"/>
                <a:ea typeface="+mn-ea"/>
                <a:cs typeface="+mn-cs"/>
              </a:rPr>
              <a:t>for (int i = 0; i &lt; length; i++)</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a:t>
            </a:r>
            <a:r>
              <a:rPr kumimoji="0" lang="en-US" altLang="en-US" sz="1200" b="0" i="0" u="none" strike="noStrike" kern="1200" cap="none" spc="0" normalizeH="0" baseline="0" noProof="0">
                <a:ln>
                  <a:noFill/>
                </a:ln>
                <a:solidFill>
                  <a:prstClr val="black"/>
                </a:solidFill>
                <a:effectLst/>
                <a:uLnTx/>
                <a:uFillTx/>
                <a:latin typeface="Helvetica" pitchFamily="34" charset="0"/>
                <a:ea typeface="+mn-ea"/>
                <a:cs typeface="+mn-cs"/>
              </a:rPr>
              <a:t>varsum = varsum  + ((numbers [ I ] - mean) * (numbers [ I ] - mean));</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var = varsum / ( length - 1.0 );</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sd  = Math.sqrt ( var );</a:t>
            </a:r>
          </a:p>
          <a:p>
            <a:pPr marL="0" marR="0" lvl="0" indent="0" algn="l" defTabSz="914400" rtl="0" eaLnBrk="1" fontAlgn="auto" latinLnBrk="0" hangingPunct="1">
              <a:lnSpc>
                <a:spcPct val="85000"/>
              </a:lnSpc>
              <a:spcBef>
                <a:spcPts val="0"/>
              </a:spcBef>
              <a:spcAft>
                <a:spcPts val="0"/>
              </a:spcAft>
              <a:buClrTx/>
              <a:buSzTx/>
              <a:buFontTx/>
              <a:buNone/>
              <a:tabLst/>
              <a:defRPr/>
            </a:pPr>
            <a:endPar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endParaRP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System.out.println ("length:                   " + length);</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System.out.println ("mean:                    " + mean);</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System.out.println ("median:                 " + med);</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System.out.println ("variance:                " + var);</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     System.out.println ("standard deviation: " + sd);</a:t>
            </a:r>
          </a:p>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altLang="en-US" sz="1600" b="0" i="0" u="none" strike="noStrike" kern="1200" cap="none" spc="0" normalizeH="0" baseline="0" noProof="0">
                <a:ln>
                  <a:noFill/>
                </a:ln>
                <a:solidFill>
                  <a:prstClr val="black"/>
                </a:solidFill>
                <a:effectLst/>
                <a:uLnTx/>
                <a:uFillTx/>
                <a:latin typeface="Helvetica" pitchFamily="34" charset="0"/>
                <a:ea typeface="+mn-ea"/>
                <a:cs typeface="+mn-cs"/>
              </a:rPr>
              <a:t>}</a:t>
            </a:r>
          </a:p>
        </p:txBody>
      </p:sp>
      <p:sp>
        <p:nvSpPr>
          <p:cNvPr id="202811" name="Text Box 59"/>
          <p:cNvSpPr txBox="1">
            <a:spLocks noChangeArrowheads="1"/>
          </p:cNvSpPr>
          <p:nvPr/>
        </p:nvSpPr>
        <p:spPr bwMode="auto">
          <a:xfrm>
            <a:off x="9174164" y="2198689"/>
            <a:ext cx="1112837" cy="26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2000" b="0" i="0" u="none" strike="noStrike" kern="1200" cap="none" spc="0" normalizeH="0" baseline="0" noProof="0">
                <a:ln>
                  <a:noFill/>
                </a:ln>
                <a:solidFill>
                  <a:srgbClr val="FF3300"/>
                </a:solidFill>
                <a:effectLst/>
                <a:uLnTx/>
                <a:uFillTx/>
                <a:latin typeface="Arial" pitchFamily="34" charset="0"/>
                <a:ea typeface="+mn-ea"/>
                <a:cs typeface="+mn-cs"/>
              </a:rPr>
              <a:t>i = 0</a:t>
            </a:r>
          </a:p>
        </p:txBody>
      </p:sp>
      <p:grpSp>
        <p:nvGrpSpPr>
          <p:cNvPr id="4" name="Group 9"/>
          <p:cNvGrpSpPr>
            <a:grpSpLocks/>
          </p:cNvGrpSpPr>
          <p:nvPr/>
        </p:nvGrpSpPr>
        <p:grpSpPr bwMode="auto">
          <a:xfrm>
            <a:off x="8229600" y="3352801"/>
            <a:ext cx="2438400" cy="549275"/>
            <a:chOff x="4224" y="2112"/>
            <a:chExt cx="1536" cy="346"/>
          </a:xfrm>
        </p:grpSpPr>
        <p:sp>
          <p:nvSpPr>
            <p:cNvPr id="18514" name="Text Box 62"/>
            <p:cNvSpPr txBox="1">
              <a:spLocks noChangeArrowheads="1"/>
            </p:cNvSpPr>
            <p:nvPr/>
          </p:nvSpPr>
          <p:spPr bwMode="auto">
            <a:xfrm>
              <a:off x="4992" y="2112"/>
              <a:ext cx="76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i &gt;= </a:t>
              </a:r>
            </a:p>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length</a:t>
              </a:r>
            </a:p>
          </p:txBody>
        </p:sp>
        <p:sp>
          <p:nvSpPr>
            <p:cNvPr id="18515" name="Text Box 63"/>
            <p:cNvSpPr txBox="1">
              <a:spLocks noChangeArrowheads="1"/>
            </p:cNvSpPr>
            <p:nvPr/>
          </p:nvSpPr>
          <p:spPr bwMode="auto">
            <a:xfrm>
              <a:off x="4224" y="2160"/>
              <a:ext cx="57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i &lt; </a:t>
              </a:r>
            </a:p>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length</a:t>
              </a:r>
            </a:p>
          </p:txBody>
        </p:sp>
      </p:grpSp>
      <p:sp>
        <p:nvSpPr>
          <p:cNvPr id="202816" name="Text Box 64"/>
          <p:cNvSpPr txBox="1">
            <a:spLocks noChangeArrowheads="1"/>
          </p:cNvSpPr>
          <p:nvPr/>
        </p:nvSpPr>
        <p:spPr bwMode="auto">
          <a:xfrm>
            <a:off x="7772401" y="4191000"/>
            <a:ext cx="631825" cy="24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800" b="0" i="0" u="none" strike="noStrike" kern="1200" cap="none" spc="0" normalizeH="0" baseline="0" noProof="0">
                <a:ln>
                  <a:noFill/>
                </a:ln>
                <a:solidFill>
                  <a:srgbClr val="FF3300"/>
                </a:solidFill>
                <a:effectLst/>
                <a:uLnTx/>
                <a:uFillTx/>
                <a:latin typeface="Arial" pitchFamily="34" charset="0"/>
                <a:ea typeface="+mn-ea"/>
                <a:cs typeface="+mn-cs"/>
              </a:rPr>
              <a:t>i++</a:t>
            </a:r>
          </a:p>
        </p:txBody>
      </p:sp>
      <p:grpSp>
        <p:nvGrpSpPr>
          <p:cNvPr id="5" name="Group 13"/>
          <p:cNvGrpSpPr>
            <a:grpSpLocks/>
          </p:cNvGrpSpPr>
          <p:nvPr/>
        </p:nvGrpSpPr>
        <p:grpSpPr bwMode="auto">
          <a:xfrm>
            <a:off x="8686801" y="5410201"/>
            <a:ext cx="2308225" cy="549275"/>
            <a:chOff x="4512" y="3408"/>
            <a:chExt cx="1454" cy="346"/>
          </a:xfrm>
        </p:grpSpPr>
        <p:sp>
          <p:nvSpPr>
            <p:cNvPr id="18512" name="Text Box 66"/>
            <p:cNvSpPr txBox="1">
              <a:spLocks noChangeArrowheads="1"/>
            </p:cNvSpPr>
            <p:nvPr/>
          </p:nvSpPr>
          <p:spPr bwMode="auto">
            <a:xfrm>
              <a:off x="5088" y="3456"/>
              <a:ext cx="87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i &gt;= </a:t>
              </a:r>
            </a:p>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length</a:t>
              </a:r>
            </a:p>
          </p:txBody>
        </p:sp>
        <p:sp>
          <p:nvSpPr>
            <p:cNvPr id="18513" name="Text Box 67"/>
            <p:cNvSpPr txBox="1">
              <a:spLocks noChangeArrowheads="1"/>
            </p:cNvSpPr>
            <p:nvPr/>
          </p:nvSpPr>
          <p:spPr bwMode="auto">
            <a:xfrm>
              <a:off x="4512" y="3408"/>
              <a:ext cx="81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i &lt; </a:t>
              </a:r>
            </a:p>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600" b="0" i="0" u="none" strike="noStrike" kern="1200" cap="none" spc="0" normalizeH="0" baseline="0" noProof="0">
                  <a:ln>
                    <a:noFill/>
                  </a:ln>
                  <a:solidFill>
                    <a:srgbClr val="FF3300"/>
                  </a:solidFill>
                  <a:effectLst/>
                  <a:uLnTx/>
                  <a:uFillTx/>
                  <a:latin typeface="Arial" pitchFamily="34" charset="0"/>
                  <a:ea typeface="+mn-ea"/>
                  <a:cs typeface="+mn-cs"/>
                </a:rPr>
                <a:t>length</a:t>
              </a:r>
            </a:p>
          </p:txBody>
        </p:sp>
      </p:grpSp>
      <p:sp>
        <p:nvSpPr>
          <p:cNvPr id="2" name="Text Box 59"/>
          <p:cNvSpPr txBox="1">
            <a:spLocks noChangeArrowheads="1"/>
          </p:cNvSpPr>
          <p:nvPr/>
        </p:nvSpPr>
        <p:spPr bwMode="auto">
          <a:xfrm>
            <a:off x="9728200" y="4419600"/>
            <a:ext cx="939800" cy="24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1800" b="0" i="0" u="none" strike="noStrike" kern="1200" cap="none" spc="0" normalizeH="0" baseline="0" noProof="0">
                <a:ln>
                  <a:noFill/>
                </a:ln>
                <a:solidFill>
                  <a:srgbClr val="FF3300"/>
                </a:solidFill>
                <a:effectLst/>
                <a:uLnTx/>
                <a:uFillTx/>
                <a:latin typeface="Arial" pitchFamily="34" charset="0"/>
                <a:ea typeface="+mn-ea"/>
                <a:cs typeface="+mn-cs"/>
              </a:rPr>
              <a:t>i = 0</a:t>
            </a:r>
          </a:p>
        </p:txBody>
      </p:sp>
      <p:sp>
        <p:nvSpPr>
          <p:cNvPr id="3" name="Text Box 64"/>
          <p:cNvSpPr txBox="1">
            <a:spLocks noChangeArrowheads="1"/>
          </p:cNvSpPr>
          <p:nvPr/>
        </p:nvSpPr>
        <p:spPr bwMode="auto">
          <a:xfrm>
            <a:off x="8610601" y="6400800"/>
            <a:ext cx="955675" cy="248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50000"/>
              </a:lnSpc>
              <a:spcBef>
                <a:spcPct val="50000"/>
              </a:spcBef>
              <a:spcAft>
                <a:spcPts val="0"/>
              </a:spcAft>
              <a:buClrTx/>
              <a:buSzTx/>
              <a:buFontTx/>
              <a:buNone/>
              <a:tabLst/>
              <a:defRPr/>
            </a:pPr>
            <a:r>
              <a:rPr kumimoji="0" lang="en-US" altLang="en-US" sz="1800" b="0" i="0" u="none" strike="noStrike" kern="1200" cap="none" spc="0" normalizeH="0" baseline="0" noProof="0">
                <a:ln>
                  <a:noFill/>
                </a:ln>
                <a:solidFill>
                  <a:srgbClr val="FF3300"/>
                </a:solidFill>
                <a:effectLst/>
                <a:uLnTx/>
                <a:uFillTx/>
                <a:latin typeface="Arial" pitchFamily="34" charset="0"/>
                <a:ea typeface="+mn-ea"/>
                <a:cs typeface="+mn-cs"/>
              </a:rPr>
              <a:t>i++</a:t>
            </a:r>
          </a:p>
        </p:txBody>
      </p:sp>
      <p:grpSp>
        <p:nvGrpSpPr>
          <p:cNvPr id="6" name="Group 18"/>
          <p:cNvGrpSpPr>
            <a:grpSpLocks/>
          </p:cNvGrpSpPr>
          <p:nvPr/>
        </p:nvGrpSpPr>
        <p:grpSpPr bwMode="auto">
          <a:xfrm>
            <a:off x="1676400" y="1143000"/>
            <a:ext cx="6864350" cy="1011238"/>
            <a:chOff x="16" y="720"/>
            <a:chExt cx="4404" cy="637"/>
          </a:xfrm>
        </p:grpSpPr>
        <p:sp>
          <p:nvSpPr>
            <p:cNvPr id="18510" name="Oval 19"/>
            <p:cNvSpPr>
              <a:spLocks noChangeArrowheads="1"/>
            </p:cNvSpPr>
            <p:nvPr/>
          </p:nvSpPr>
          <p:spPr bwMode="auto">
            <a:xfrm>
              <a:off x="16" y="720"/>
              <a:ext cx="2479" cy="637"/>
            </a:xfrm>
            <a:prstGeom prst="ellipse">
              <a:avLst/>
            </a:prstGeom>
            <a:noFill/>
            <a:ln w="381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11" name="Line 20"/>
            <p:cNvSpPr>
              <a:spLocks noChangeShapeType="1"/>
            </p:cNvSpPr>
            <p:nvPr/>
          </p:nvSpPr>
          <p:spPr bwMode="auto">
            <a:xfrm flipV="1">
              <a:off x="2500" y="855"/>
              <a:ext cx="1920" cy="179"/>
            </a:xfrm>
            <a:prstGeom prst="line">
              <a:avLst/>
            </a:prstGeom>
            <a:noFill/>
            <a:ln w="381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7" name="Group 21"/>
          <p:cNvGrpSpPr>
            <a:grpSpLocks/>
          </p:cNvGrpSpPr>
          <p:nvPr/>
        </p:nvGrpSpPr>
        <p:grpSpPr bwMode="auto">
          <a:xfrm>
            <a:off x="2667000" y="2079625"/>
            <a:ext cx="5943600" cy="319088"/>
            <a:chOff x="388" y="1310"/>
            <a:chExt cx="4006" cy="201"/>
          </a:xfrm>
        </p:grpSpPr>
        <p:sp>
          <p:nvSpPr>
            <p:cNvPr id="18508" name="Oval 22"/>
            <p:cNvSpPr>
              <a:spLocks noChangeArrowheads="1"/>
            </p:cNvSpPr>
            <p:nvPr/>
          </p:nvSpPr>
          <p:spPr bwMode="auto">
            <a:xfrm>
              <a:off x="388" y="1310"/>
              <a:ext cx="341" cy="201"/>
            </a:xfrm>
            <a:prstGeom prst="ellipse">
              <a:avLst/>
            </a:prstGeom>
            <a:noFill/>
            <a:ln w="381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09" name="Line 23"/>
            <p:cNvSpPr>
              <a:spLocks noChangeShapeType="1"/>
            </p:cNvSpPr>
            <p:nvPr/>
          </p:nvSpPr>
          <p:spPr bwMode="auto">
            <a:xfrm>
              <a:off x="733" y="1414"/>
              <a:ext cx="3661" cy="9"/>
            </a:xfrm>
            <a:prstGeom prst="line">
              <a:avLst/>
            </a:prstGeom>
            <a:noFill/>
            <a:ln w="381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8448" name="Group 9"/>
          <p:cNvGrpSpPr>
            <a:grpSpLocks/>
          </p:cNvGrpSpPr>
          <p:nvPr/>
        </p:nvGrpSpPr>
        <p:grpSpPr bwMode="auto">
          <a:xfrm>
            <a:off x="8632826" y="1093788"/>
            <a:ext cx="555625" cy="469900"/>
            <a:chOff x="3838" y="2684"/>
            <a:chExt cx="350" cy="296"/>
          </a:xfrm>
        </p:grpSpPr>
        <p:sp>
          <p:nvSpPr>
            <p:cNvPr id="18506" name="Oval 10"/>
            <p:cNvSpPr>
              <a:spLocks noChangeArrowheads="1"/>
            </p:cNvSpPr>
            <p:nvPr/>
          </p:nvSpPr>
          <p:spPr bwMode="auto">
            <a:xfrm>
              <a:off x="3838" y="2684"/>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07" name="Text Box 11"/>
            <p:cNvSpPr txBox="1">
              <a:spLocks noChangeArrowheads="1"/>
            </p:cNvSpPr>
            <p:nvPr/>
          </p:nvSpPr>
          <p:spPr bwMode="auto">
            <a:xfrm>
              <a:off x="3914" y="27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1</a:t>
              </a:r>
            </a:p>
          </p:txBody>
        </p:sp>
      </p:grpSp>
      <p:grpSp>
        <p:nvGrpSpPr>
          <p:cNvPr id="9" name="Group 29"/>
          <p:cNvGrpSpPr>
            <a:grpSpLocks/>
          </p:cNvGrpSpPr>
          <p:nvPr/>
        </p:nvGrpSpPr>
        <p:grpSpPr bwMode="auto">
          <a:xfrm>
            <a:off x="8632826" y="1573214"/>
            <a:ext cx="555625" cy="947737"/>
            <a:chOff x="4478" y="991"/>
            <a:chExt cx="350" cy="597"/>
          </a:xfrm>
        </p:grpSpPr>
        <p:grpSp>
          <p:nvGrpSpPr>
            <p:cNvPr id="18502" name="Group 21"/>
            <p:cNvGrpSpPr>
              <a:grpSpLocks/>
            </p:cNvGrpSpPr>
            <p:nvPr/>
          </p:nvGrpSpPr>
          <p:grpSpPr bwMode="auto">
            <a:xfrm>
              <a:off x="4478" y="1292"/>
              <a:ext cx="350" cy="296"/>
              <a:chOff x="4288" y="1746"/>
              <a:chExt cx="350" cy="296"/>
            </a:xfrm>
          </p:grpSpPr>
          <p:sp>
            <p:nvSpPr>
              <p:cNvPr id="18504" name="Oval 22"/>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05" name="Text Box 23"/>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2</a:t>
                </a:r>
              </a:p>
            </p:txBody>
          </p:sp>
        </p:grpSp>
        <p:cxnSp>
          <p:nvCxnSpPr>
            <p:cNvPr id="18503" name="AutoShape 48"/>
            <p:cNvCxnSpPr>
              <a:cxnSpLocks noChangeShapeType="1"/>
              <a:stCxn id="18506" idx="4"/>
              <a:endCxn id="18504" idx="0"/>
            </p:cNvCxnSpPr>
            <p:nvPr/>
          </p:nvCxnSpPr>
          <p:spPr bwMode="auto">
            <a:xfrm>
              <a:off x="4653" y="991"/>
              <a:ext cx="0" cy="295"/>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1" name="Group 34"/>
          <p:cNvGrpSpPr>
            <a:grpSpLocks/>
          </p:cNvGrpSpPr>
          <p:nvPr/>
        </p:nvGrpSpPr>
        <p:grpSpPr bwMode="auto">
          <a:xfrm>
            <a:off x="8632826" y="2530476"/>
            <a:ext cx="555625" cy="949325"/>
            <a:chOff x="4478" y="1594"/>
            <a:chExt cx="350" cy="598"/>
          </a:xfrm>
        </p:grpSpPr>
        <p:grpSp>
          <p:nvGrpSpPr>
            <p:cNvPr id="18498" name="Group 27"/>
            <p:cNvGrpSpPr>
              <a:grpSpLocks/>
            </p:cNvGrpSpPr>
            <p:nvPr/>
          </p:nvGrpSpPr>
          <p:grpSpPr bwMode="auto">
            <a:xfrm>
              <a:off x="4478" y="1896"/>
              <a:ext cx="350" cy="296"/>
              <a:chOff x="4288" y="1746"/>
              <a:chExt cx="350" cy="296"/>
            </a:xfrm>
          </p:grpSpPr>
          <p:sp>
            <p:nvSpPr>
              <p:cNvPr id="18500" name="Oval 28"/>
              <p:cNvSpPr>
                <a:spLocks noChangeArrowheads="1"/>
              </p:cNvSpPr>
              <p:nvPr/>
            </p:nvSpPr>
            <p:spPr bwMode="auto">
              <a:xfrm>
                <a:off x="4288" y="1746"/>
                <a:ext cx="350" cy="296"/>
              </a:xfrm>
              <a:prstGeom prst="ellipse">
                <a:avLst/>
              </a:prstGeom>
              <a:solidFill>
                <a:srgbClr val="0000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501" name="Text Box 29"/>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3</a:t>
                </a:r>
              </a:p>
            </p:txBody>
          </p:sp>
        </p:grpSp>
        <p:cxnSp>
          <p:nvCxnSpPr>
            <p:cNvPr id="18499" name="AutoShape 49"/>
            <p:cNvCxnSpPr>
              <a:cxnSpLocks noChangeShapeType="1"/>
              <a:stCxn id="18504" idx="4"/>
              <a:endCxn id="18500" idx="0"/>
            </p:cNvCxnSpPr>
            <p:nvPr/>
          </p:nvCxnSpPr>
          <p:spPr bwMode="auto">
            <a:xfrm>
              <a:off x="4653" y="1594"/>
              <a:ext cx="0" cy="296"/>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3" name="Group 39"/>
          <p:cNvGrpSpPr>
            <a:grpSpLocks/>
          </p:cNvGrpSpPr>
          <p:nvPr/>
        </p:nvGrpSpPr>
        <p:grpSpPr bwMode="auto">
          <a:xfrm>
            <a:off x="9197976" y="3244851"/>
            <a:ext cx="804863" cy="1190625"/>
            <a:chOff x="4834" y="2044"/>
            <a:chExt cx="507" cy="750"/>
          </a:xfrm>
        </p:grpSpPr>
        <p:grpSp>
          <p:nvGrpSpPr>
            <p:cNvPr id="18494" name="Group 37"/>
            <p:cNvGrpSpPr>
              <a:grpSpLocks/>
            </p:cNvGrpSpPr>
            <p:nvPr/>
          </p:nvGrpSpPr>
          <p:grpSpPr bwMode="auto">
            <a:xfrm>
              <a:off x="4991" y="2498"/>
              <a:ext cx="350" cy="296"/>
              <a:chOff x="4288" y="1746"/>
              <a:chExt cx="350" cy="296"/>
            </a:xfrm>
          </p:grpSpPr>
          <p:sp>
            <p:nvSpPr>
              <p:cNvPr id="18496" name="Oval 38"/>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97" name="Text Box 39"/>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5</a:t>
                </a:r>
              </a:p>
            </p:txBody>
          </p:sp>
        </p:grpSp>
        <p:cxnSp>
          <p:nvCxnSpPr>
            <p:cNvPr id="18495" name="AutoShape 52"/>
            <p:cNvCxnSpPr>
              <a:cxnSpLocks noChangeShapeType="1"/>
              <a:stCxn id="18500" idx="6"/>
              <a:endCxn id="18496" idx="0"/>
            </p:cNvCxnSpPr>
            <p:nvPr/>
          </p:nvCxnSpPr>
          <p:spPr bwMode="auto">
            <a:xfrm>
              <a:off x="4834" y="2044"/>
              <a:ext cx="332" cy="448"/>
            </a:xfrm>
            <a:prstGeom prst="curvedConnector2">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5" name="Group 44"/>
          <p:cNvGrpSpPr>
            <a:grpSpLocks/>
          </p:cNvGrpSpPr>
          <p:nvPr/>
        </p:nvGrpSpPr>
        <p:grpSpPr bwMode="auto">
          <a:xfrm>
            <a:off x="7718426" y="3244850"/>
            <a:ext cx="995363" cy="935038"/>
            <a:chOff x="3902" y="2044"/>
            <a:chExt cx="627" cy="589"/>
          </a:xfrm>
        </p:grpSpPr>
        <p:grpSp>
          <p:nvGrpSpPr>
            <p:cNvPr id="18489" name="Group 24"/>
            <p:cNvGrpSpPr>
              <a:grpSpLocks/>
            </p:cNvGrpSpPr>
            <p:nvPr/>
          </p:nvGrpSpPr>
          <p:grpSpPr bwMode="auto">
            <a:xfrm>
              <a:off x="3908" y="2337"/>
              <a:ext cx="350" cy="296"/>
              <a:chOff x="4288" y="1746"/>
              <a:chExt cx="350" cy="296"/>
            </a:xfrm>
          </p:grpSpPr>
          <p:sp>
            <p:nvSpPr>
              <p:cNvPr id="18492" name="Oval 25"/>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93" name="Text Box 26"/>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4</a:t>
                </a:r>
              </a:p>
            </p:txBody>
          </p:sp>
        </p:grpSp>
        <p:cxnSp>
          <p:nvCxnSpPr>
            <p:cNvPr id="18490" name="AutoShape 50"/>
            <p:cNvCxnSpPr>
              <a:cxnSpLocks noChangeShapeType="1"/>
              <a:stCxn id="18500" idx="3"/>
              <a:endCxn id="18492" idx="7"/>
            </p:cNvCxnSpPr>
            <p:nvPr/>
          </p:nvCxnSpPr>
          <p:spPr bwMode="auto">
            <a:xfrm flipH="1">
              <a:off x="4207" y="2155"/>
              <a:ext cx="322" cy="219"/>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8491" name="AutoShape 53"/>
            <p:cNvCxnSpPr>
              <a:cxnSpLocks noChangeShapeType="1"/>
              <a:stCxn id="18492" idx="2"/>
              <a:endCxn id="18500" idx="2"/>
            </p:cNvCxnSpPr>
            <p:nvPr/>
          </p:nvCxnSpPr>
          <p:spPr bwMode="auto">
            <a:xfrm rot="10800000" flipH="1">
              <a:off x="3902" y="2044"/>
              <a:ext cx="570" cy="441"/>
            </a:xfrm>
            <a:prstGeom prst="curvedConnector3">
              <a:avLst>
                <a:gd name="adj1" fmla="val -24208"/>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7" name="Group 50"/>
          <p:cNvGrpSpPr>
            <a:grpSpLocks/>
          </p:cNvGrpSpPr>
          <p:nvPr/>
        </p:nvGrpSpPr>
        <p:grpSpPr bwMode="auto">
          <a:xfrm>
            <a:off x="9447214" y="4445001"/>
            <a:ext cx="555625" cy="950913"/>
            <a:chOff x="4991" y="2800"/>
            <a:chExt cx="350" cy="599"/>
          </a:xfrm>
        </p:grpSpPr>
        <p:grpSp>
          <p:nvGrpSpPr>
            <p:cNvPr id="18485" name="Group 40"/>
            <p:cNvGrpSpPr>
              <a:grpSpLocks/>
            </p:cNvGrpSpPr>
            <p:nvPr/>
          </p:nvGrpSpPr>
          <p:grpSpPr bwMode="auto">
            <a:xfrm>
              <a:off x="4991" y="3103"/>
              <a:ext cx="350" cy="296"/>
              <a:chOff x="4288" y="1746"/>
              <a:chExt cx="350" cy="296"/>
            </a:xfrm>
          </p:grpSpPr>
          <p:sp>
            <p:nvSpPr>
              <p:cNvPr id="18487" name="Oval 41"/>
              <p:cNvSpPr>
                <a:spLocks noChangeArrowheads="1"/>
              </p:cNvSpPr>
              <p:nvPr/>
            </p:nvSpPr>
            <p:spPr bwMode="auto">
              <a:xfrm>
                <a:off x="4288" y="1746"/>
                <a:ext cx="350" cy="296"/>
              </a:xfrm>
              <a:prstGeom prst="ellipse">
                <a:avLst/>
              </a:prstGeom>
              <a:solidFill>
                <a:srgbClr val="0000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88" name="Text Box 42"/>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6</a:t>
                </a:r>
              </a:p>
            </p:txBody>
          </p:sp>
        </p:grpSp>
        <p:cxnSp>
          <p:nvCxnSpPr>
            <p:cNvPr id="18486" name="AutoShape 54"/>
            <p:cNvCxnSpPr>
              <a:cxnSpLocks noChangeShapeType="1"/>
              <a:stCxn id="18496" idx="4"/>
              <a:endCxn id="18487" idx="0"/>
            </p:cNvCxnSpPr>
            <p:nvPr/>
          </p:nvCxnSpPr>
          <p:spPr bwMode="auto">
            <a:xfrm>
              <a:off x="5166" y="2800"/>
              <a:ext cx="0" cy="297"/>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19" name="Group 55"/>
          <p:cNvGrpSpPr>
            <a:grpSpLocks/>
          </p:cNvGrpSpPr>
          <p:nvPr/>
        </p:nvGrpSpPr>
        <p:grpSpPr bwMode="auto">
          <a:xfrm>
            <a:off x="10004425" y="5243514"/>
            <a:ext cx="571500" cy="1184275"/>
            <a:chOff x="5347" y="3251"/>
            <a:chExt cx="360" cy="746"/>
          </a:xfrm>
        </p:grpSpPr>
        <p:grpSp>
          <p:nvGrpSpPr>
            <p:cNvPr id="18481" name="Group 6"/>
            <p:cNvGrpSpPr>
              <a:grpSpLocks/>
            </p:cNvGrpSpPr>
            <p:nvPr/>
          </p:nvGrpSpPr>
          <p:grpSpPr bwMode="auto">
            <a:xfrm>
              <a:off x="5357" y="3701"/>
              <a:ext cx="350" cy="296"/>
              <a:chOff x="4738" y="2684"/>
              <a:chExt cx="350" cy="296"/>
            </a:xfrm>
          </p:grpSpPr>
          <p:sp>
            <p:nvSpPr>
              <p:cNvPr id="18483" name="Oval 7"/>
              <p:cNvSpPr>
                <a:spLocks noChangeArrowheads="1"/>
              </p:cNvSpPr>
              <p:nvPr/>
            </p:nvSpPr>
            <p:spPr bwMode="auto">
              <a:xfrm>
                <a:off x="4738" y="2684"/>
                <a:ext cx="350" cy="296"/>
              </a:xfrm>
              <a:prstGeom prst="ellipse">
                <a:avLst/>
              </a:prstGeom>
              <a:solidFill>
                <a:srgbClr val="0066FF"/>
              </a:solidFill>
              <a:ln w="571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84" name="Text Box 8"/>
              <p:cNvSpPr txBox="1">
                <a:spLocks noChangeArrowheads="1"/>
              </p:cNvSpPr>
              <p:nvPr/>
            </p:nvSpPr>
            <p:spPr bwMode="auto">
              <a:xfrm>
                <a:off x="4814" y="27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8</a:t>
                </a:r>
              </a:p>
            </p:txBody>
          </p:sp>
        </p:grpSp>
        <p:cxnSp>
          <p:nvCxnSpPr>
            <p:cNvPr id="18482" name="AutoShape 55"/>
            <p:cNvCxnSpPr>
              <a:cxnSpLocks noChangeShapeType="1"/>
              <a:stCxn id="18487" idx="6"/>
              <a:endCxn id="18483" idx="0"/>
            </p:cNvCxnSpPr>
            <p:nvPr/>
          </p:nvCxnSpPr>
          <p:spPr bwMode="auto">
            <a:xfrm>
              <a:off x="5347" y="3251"/>
              <a:ext cx="185" cy="438"/>
            </a:xfrm>
            <a:prstGeom prst="curvedConnector2">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1" name="Group 60"/>
          <p:cNvGrpSpPr>
            <a:grpSpLocks/>
          </p:cNvGrpSpPr>
          <p:nvPr/>
        </p:nvGrpSpPr>
        <p:grpSpPr bwMode="auto">
          <a:xfrm>
            <a:off x="8624889" y="5160963"/>
            <a:ext cx="903287" cy="1193800"/>
            <a:chOff x="4473" y="3251"/>
            <a:chExt cx="569" cy="752"/>
          </a:xfrm>
        </p:grpSpPr>
        <p:grpSp>
          <p:nvGrpSpPr>
            <p:cNvPr id="18476" name="Group 43"/>
            <p:cNvGrpSpPr>
              <a:grpSpLocks/>
            </p:cNvGrpSpPr>
            <p:nvPr/>
          </p:nvGrpSpPr>
          <p:grpSpPr bwMode="auto">
            <a:xfrm>
              <a:off x="4479" y="3707"/>
              <a:ext cx="350" cy="296"/>
              <a:chOff x="4288" y="1746"/>
              <a:chExt cx="350" cy="296"/>
            </a:xfrm>
          </p:grpSpPr>
          <p:sp>
            <p:nvSpPr>
              <p:cNvPr id="18479" name="Oval 44"/>
              <p:cNvSpPr>
                <a:spLocks noChangeArrowheads="1"/>
              </p:cNvSpPr>
              <p:nvPr/>
            </p:nvSpPr>
            <p:spPr bwMode="auto">
              <a:xfrm>
                <a:off x="4288" y="1746"/>
                <a:ext cx="350" cy="296"/>
              </a:xfrm>
              <a:prstGeom prst="ellipse">
                <a:avLst/>
              </a:prstGeom>
              <a:solidFill>
                <a:srgbClr val="0066FF"/>
              </a:solidFill>
              <a:ln w="19050">
                <a:solidFill>
                  <a:schemeClr val="tx1"/>
                </a:solidFill>
                <a:round/>
                <a:headEnd type="none" w="sm" len="sm"/>
                <a:tailEnd type="none" w="sm" len="sm"/>
              </a:ln>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80" name="Text Box 45"/>
              <p:cNvSpPr txBox="1">
                <a:spLocks noChangeArrowheads="1"/>
              </p:cNvSpPr>
              <p:nvPr/>
            </p:nvSpPr>
            <p:spPr bwMode="auto">
              <a:xfrm>
                <a:off x="4364" y="176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rPr>
                  <a:t>7</a:t>
                </a:r>
              </a:p>
            </p:txBody>
          </p:sp>
        </p:grpSp>
        <p:cxnSp>
          <p:nvCxnSpPr>
            <p:cNvPr id="18477" name="AutoShape 56"/>
            <p:cNvCxnSpPr>
              <a:cxnSpLocks noChangeShapeType="1"/>
              <a:stCxn id="18487" idx="3"/>
              <a:endCxn id="18479" idx="7"/>
            </p:cNvCxnSpPr>
            <p:nvPr/>
          </p:nvCxnSpPr>
          <p:spPr bwMode="auto">
            <a:xfrm flipH="1">
              <a:off x="4778" y="3362"/>
              <a:ext cx="264" cy="382"/>
            </a:xfrm>
            <a:prstGeom prst="straightConnector1">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cxnSp>
          <p:nvCxnSpPr>
            <p:cNvPr id="18478" name="AutoShape 57"/>
            <p:cNvCxnSpPr>
              <a:cxnSpLocks noChangeShapeType="1"/>
              <a:stCxn id="18479" idx="2"/>
              <a:endCxn id="18487" idx="2"/>
            </p:cNvCxnSpPr>
            <p:nvPr/>
          </p:nvCxnSpPr>
          <p:spPr bwMode="auto">
            <a:xfrm rot="10800000" flipH="1">
              <a:off x="4473" y="3251"/>
              <a:ext cx="512" cy="604"/>
            </a:xfrm>
            <a:prstGeom prst="curvedConnector3">
              <a:avLst>
                <a:gd name="adj1" fmla="val -19532"/>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cxnSp>
      </p:grpSp>
      <p:grpSp>
        <p:nvGrpSpPr>
          <p:cNvPr id="23" name="Group 66"/>
          <p:cNvGrpSpPr>
            <a:grpSpLocks/>
          </p:cNvGrpSpPr>
          <p:nvPr/>
        </p:nvGrpSpPr>
        <p:grpSpPr bwMode="auto">
          <a:xfrm>
            <a:off x="1981200" y="2468563"/>
            <a:ext cx="5741988" cy="1333500"/>
            <a:chOff x="165" y="1555"/>
            <a:chExt cx="3714" cy="967"/>
          </a:xfrm>
        </p:grpSpPr>
        <p:sp>
          <p:nvSpPr>
            <p:cNvPr id="18474" name="Oval 67"/>
            <p:cNvSpPr>
              <a:spLocks noChangeArrowheads="1"/>
            </p:cNvSpPr>
            <p:nvPr/>
          </p:nvSpPr>
          <p:spPr bwMode="auto">
            <a:xfrm>
              <a:off x="165" y="1555"/>
              <a:ext cx="1380" cy="249"/>
            </a:xfrm>
            <a:prstGeom prst="ellipse">
              <a:avLst/>
            </a:prstGeom>
            <a:noFill/>
            <a:ln w="381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75" name="Line 68"/>
            <p:cNvSpPr>
              <a:spLocks noChangeShapeType="1"/>
            </p:cNvSpPr>
            <p:nvPr/>
          </p:nvSpPr>
          <p:spPr bwMode="auto">
            <a:xfrm>
              <a:off x="1540" y="1684"/>
              <a:ext cx="2339" cy="838"/>
            </a:xfrm>
            <a:prstGeom prst="line">
              <a:avLst/>
            </a:prstGeom>
            <a:noFill/>
            <a:ln w="381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 name="Group 69"/>
          <p:cNvGrpSpPr>
            <a:grpSpLocks/>
          </p:cNvGrpSpPr>
          <p:nvPr/>
        </p:nvGrpSpPr>
        <p:grpSpPr bwMode="auto">
          <a:xfrm>
            <a:off x="1676401" y="2951164"/>
            <a:ext cx="7751763" cy="1239837"/>
            <a:chOff x="12" y="1859"/>
            <a:chExt cx="4967" cy="781"/>
          </a:xfrm>
        </p:grpSpPr>
        <p:sp>
          <p:nvSpPr>
            <p:cNvPr id="18472" name="Oval 70"/>
            <p:cNvSpPr>
              <a:spLocks noChangeArrowheads="1"/>
            </p:cNvSpPr>
            <p:nvPr/>
          </p:nvSpPr>
          <p:spPr bwMode="auto">
            <a:xfrm>
              <a:off x="12" y="1859"/>
              <a:ext cx="1942" cy="537"/>
            </a:xfrm>
            <a:prstGeom prst="ellipse">
              <a:avLst/>
            </a:prstGeom>
            <a:noFill/>
            <a:ln w="381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73" name="Line 71"/>
            <p:cNvSpPr>
              <a:spLocks noChangeShapeType="1"/>
            </p:cNvSpPr>
            <p:nvPr/>
          </p:nvSpPr>
          <p:spPr bwMode="auto">
            <a:xfrm>
              <a:off x="1946" y="2138"/>
              <a:ext cx="3033" cy="502"/>
            </a:xfrm>
            <a:prstGeom prst="line">
              <a:avLst/>
            </a:prstGeom>
            <a:noFill/>
            <a:ln w="381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5" name="Group 72"/>
          <p:cNvGrpSpPr>
            <a:grpSpLocks/>
          </p:cNvGrpSpPr>
          <p:nvPr/>
        </p:nvGrpSpPr>
        <p:grpSpPr bwMode="auto">
          <a:xfrm>
            <a:off x="2667000" y="3749675"/>
            <a:ext cx="6781800" cy="539750"/>
            <a:chOff x="402" y="2362"/>
            <a:chExt cx="4542" cy="340"/>
          </a:xfrm>
        </p:grpSpPr>
        <p:sp>
          <p:nvSpPr>
            <p:cNvPr id="18470" name="Oval 73"/>
            <p:cNvSpPr>
              <a:spLocks noChangeArrowheads="1"/>
            </p:cNvSpPr>
            <p:nvPr/>
          </p:nvSpPr>
          <p:spPr bwMode="auto">
            <a:xfrm>
              <a:off x="402" y="2362"/>
              <a:ext cx="341" cy="201"/>
            </a:xfrm>
            <a:prstGeom prst="ellipse">
              <a:avLst/>
            </a:prstGeom>
            <a:noFill/>
            <a:ln w="381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71" name="Line 74"/>
            <p:cNvSpPr>
              <a:spLocks noChangeShapeType="1"/>
            </p:cNvSpPr>
            <p:nvPr/>
          </p:nvSpPr>
          <p:spPr bwMode="auto">
            <a:xfrm>
              <a:off x="750" y="2475"/>
              <a:ext cx="4194" cy="227"/>
            </a:xfrm>
            <a:prstGeom prst="line">
              <a:avLst/>
            </a:prstGeom>
            <a:noFill/>
            <a:ln w="381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6" name="Group 75"/>
          <p:cNvGrpSpPr>
            <a:grpSpLocks/>
          </p:cNvGrpSpPr>
          <p:nvPr/>
        </p:nvGrpSpPr>
        <p:grpSpPr bwMode="auto">
          <a:xfrm>
            <a:off x="1751014" y="4151314"/>
            <a:ext cx="7045325" cy="1717675"/>
            <a:chOff x="143" y="2615"/>
            <a:chExt cx="4438" cy="1082"/>
          </a:xfrm>
        </p:grpSpPr>
        <p:sp>
          <p:nvSpPr>
            <p:cNvPr id="18468" name="Oval 76"/>
            <p:cNvSpPr>
              <a:spLocks noChangeArrowheads="1"/>
            </p:cNvSpPr>
            <p:nvPr/>
          </p:nvSpPr>
          <p:spPr bwMode="auto">
            <a:xfrm>
              <a:off x="143" y="2615"/>
              <a:ext cx="3933" cy="249"/>
            </a:xfrm>
            <a:prstGeom prst="ellipse">
              <a:avLst/>
            </a:prstGeom>
            <a:noFill/>
            <a:ln w="381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69" name="Line 77"/>
            <p:cNvSpPr>
              <a:spLocks noChangeShapeType="1"/>
            </p:cNvSpPr>
            <p:nvPr/>
          </p:nvSpPr>
          <p:spPr bwMode="auto">
            <a:xfrm>
              <a:off x="3909" y="2780"/>
              <a:ext cx="672" cy="917"/>
            </a:xfrm>
            <a:prstGeom prst="line">
              <a:avLst/>
            </a:prstGeom>
            <a:noFill/>
            <a:ln w="381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 name="Group 78"/>
          <p:cNvGrpSpPr>
            <a:grpSpLocks/>
          </p:cNvGrpSpPr>
          <p:nvPr/>
        </p:nvGrpSpPr>
        <p:grpSpPr bwMode="auto">
          <a:xfrm>
            <a:off x="1905000" y="4613276"/>
            <a:ext cx="8153400" cy="1808163"/>
            <a:chOff x="12" y="2906"/>
            <a:chExt cx="5329" cy="1139"/>
          </a:xfrm>
        </p:grpSpPr>
        <p:sp>
          <p:nvSpPr>
            <p:cNvPr id="18466" name="Oval 79"/>
            <p:cNvSpPr>
              <a:spLocks noChangeArrowheads="1"/>
            </p:cNvSpPr>
            <p:nvPr/>
          </p:nvSpPr>
          <p:spPr bwMode="auto">
            <a:xfrm>
              <a:off x="12" y="2906"/>
              <a:ext cx="2936" cy="1139"/>
            </a:xfrm>
            <a:prstGeom prst="ellipse">
              <a:avLst/>
            </a:prstGeom>
            <a:noFill/>
            <a:ln w="381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67" name="Line 80"/>
            <p:cNvSpPr>
              <a:spLocks noChangeShapeType="1"/>
            </p:cNvSpPr>
            <p:nvPr/>
          </p:nvSpPr>
          <p:spPr bwMode="auto">
            <a:xfrm>
              <a:off x="2940" y="3491"/>
              <a:ext cx="2401" cy="336"/>
            </a:xfrm>
            <a:prstGeom prst="line">
              <a:avLst/>
            </a:prstGeom>
            <a:noFill/>
            <a:ln w="381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1" name="Text Box 59"/>
          <p:cNvSpPr txBox="1">
            <a:spLocks noChangeArrowheads="1"/>
          </p:cNvSpPr>
          <p:nvPr/>
        </p:nvSpPr>
        <p:spPr bwMode="auto">
          <a:xfrm>
            <a:off x="9372600" y="1066801"/>
            <a:ext cx="1112838" cy="26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ctr" defTabSz="914400" rtl="0" eaLnBrk="1" fontAlgn="auto" latinLnBrk="0" hangingPunct="1">
              <a:lnSpc>
                <a:spcPct val="50000"/>
              </a:lnSpc>
              <a:spcBef>
                <a:spcPct val="50000"/>
              </a:spcBef>
              <a:spcAft>
                <a:spcPts val="0"/>
              </a:spcAft>
              <a:buClrTx/>
              <a:buSzTx/>
              <a:buFontTx/>
              <a:buNone/>
              <a:tabLst/>
              <a:defRPr/>
            </a:pPr>
            <a:r>
              <a:rPr kumimoji="0" lang="en-US" altLang="en-US" sz="2000" b="0" i="0" u="none" strike="noStrike" kern="1200" cap="none" spc="0" normalizeH="0" baseline="0" noProof="0">
                <a:ln>
                  <a:noFill/>
                </a:ln>
                <a:solidFill>
                  <a:srgbClr val="FF3300"/>
                </a:solidFill>
                <a:effectLst/>
                <a:uLnTx/>
                <a:uFillTx/>
                <a:latin typeface="Arial" pitchFamily="34" charset="0"/>
                <a:ea typeface="+mn-ea"/>
                <a:cs typeface="+mn-cs"/>
              </a:rPr>
              <a:t>start</a:t>
            </a:r>
          </a:p>
        </p:txBody>
      </p:sp>
      <p:grpSp>
        <p:nvGrpSpPr>
          <p:cNvPr id="28" name="Group 21"/>
          <p:cNvGrpSpPr>
            <a:grpSpLocks/>
          </p:cNvGrpSpPr>
          <p:nvPr/>
        </p:nvGrpSpPr>
        <p:grpSpPr bwMode="auto">
          <a:xfrm rot="485629">
            <a:off x="3406776" y="2393950"/>
            <a:ext cx="5313363" cy="319088"/>
            <a:chOff x="388" y="1310"/>
            <a:chExt cx="4006" cy="201"/>
          </a:xfrm>
        </p:grpSpPr>
        <p:sp>
          <p:nvSpPr>
            <p:cNvPr id="18464" name="Oval 22"/>
            <p:cNvSpPr>
              <a:spLocks noChangeArrowheads="1"/>
            </p:cNvSpPr>
            <p:nvPr/>
          </p:nvSpPr>
          <p:spPr bwMode="auto">
            <a:xfrm>
              <a:off x="388" y="1310"/>
              <a:ext cx="341" cy="201"/>
            </a:xfrm>
            <a:prstGeom prst="ellipse">
              <a:avLst/>
            </a:prstGeom>
            <a:noFill/>
            <a:ln w="38100">
              <a:solidFill>
                <a:srgbClr val="FFC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800" b="0" i="0" u="none" strike="noStrike" kern="1200" cap="none" spc="0" normalizeH="0" baseline="0" noProof="0">
                <a:ln>
                  <a:noFill/>
                </a:ln>
                <a:solidFill>
                  <a:prstClr val="black"/>
                </a:solidFill>
                <a:effectLst/>
                <a:uLnTx/>
                <a:uFillTx/>
                <a:latin typeface="Arial" pitchFamily="34" charset="0"/>
                <a:ea typeface="+mn-ea"/>
                <a:cs typeface="+mn-cs"/>
              </a:endParaRPr>
            </a:p>
          </p:txBody>
        </p:sp>
        <p:sp>
          <p:nvSpPr>
            <p:cNvPr id="18465" name="Line 23"/>
            <p:cNvSpPr>
              <a:spLocks noChangeShapeType="1"/>
            </p:cNvSpPr>
            <p:nvPr/>
          </p:nvSpPr>
          <p:spPr bwMode="auto">
            <a:xfrm>
              <a:off x="733" y="1414"/>
              <a:ext cx="3661" cy="9"/>
            </a:xfrm>
            <a:prstGeom prst="line">
              <a:avLst/>
            </a:prstGeom>
            <a:noFill/>
            <a:ln w="38100">
              <a:solidFill>
                <a:srgbClr val="FFC000"/>
              </a:solidFill>
              <a:round/>
              <a:headEnd type="none" w="sm" len="sm"/>
              <a:tailEnd type="triangle" w="sm" len="sm"/>
            </a:ln>
            <a:extLst>
              <a:ext uri="{909E8E84-426E-40DD-AFC4-6F175D3DCCD1}">
                <a14:hiddenFill xmlns:a14="http://schemas.microsoft.com/office/drawing/2010/main">
                  <a:noFill/>
                </a14:hiddenFill>
              </a:ext>
            </a:ex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8" name="Slide Number Placeholder 7">
            <a:extLst>
              <a:ext uri="{FF2B5EF4-FFF2-40B4-BE49-F238E27FC236}">
                <a16:creationId xmlns:a16="http://schemas.microsoft.com/office/drawing/2014/main" id="{BB514770-196D-414E-9957-F3761F291D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21257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wipe(left)">
                                      <p:cBhvr>
                                        <p:cTn id="12" dur="1000"/>
                                        <p:tgtEl>
                                          <p:spTgt spid="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1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wipe(left)">
                                      <p:cBhvr>
                                        <p:cTn id="22" dur="1000"/>
                                        <p:tgtEl>
                                          <p:spTgt spid="28"/>
                                        </p:tgtEl>
                                      </p:cBhvr>
                                    </p:animEffect>
                                  </p:childTnLst>
                                </p:cTn>
                              </p:par>
                            </p:childTnLst>
                          </p:cTn>
                        </p:par>
                        <p:par>
                          <p:cTn id="23" fill="hold" nodeType="afterGroup">
                            <p:stCondLst>
                              <p:cond delay="1000"/>
                            </p:stCondLst>
                            <p:childTnLst>
                              <p:par>
                                <p:cTn id="24" presetID="9" presetClass="entr" presetSubtype="0"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dissolve">
                                      <p:cBhvr>
                                        <p:cTn id="26" dur="500"/>
                                        <p:tgtEl>
                                          <p:spTgt spid="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1000"/>
                                        <p:tgtEl>
                                          <p:spTgt spid="1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left)">
                                      <p:cBhvr>
                                        <p:cTn id="36" dur="1000"/>
                                        <p:tgtEl>
                                          <p:spTgt spid="23"/>
                                        </p:tgtEl>
                                      </p:cBhvr>
                                    </p:animEffect>
                                  </p:childTnLst>
                                </p:cTn>
                              </p:par>
                            </p:childTnLst>
                          </p:cTn>
                        </p:par>
                        <p:par>
                          <p:cTn id="37" fill="hold" nodeType="afterGroup">
                            <p:stCondLst>
                              <p:cond delay="1000"/>
                            </p:stCondLst>
                            <p:childTnLst>
                              <p:par>
                                <p:cTn id="38" presetID="9" presetClass="entr" presetSubtype="0" fill="hold"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dissolve">
                                      <p:cBhvr>
                                        <p:cTn id="40" dur="500"/>
                                        <p:tgtEl>
                                          <p:spTgt spid="1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wipe(left)">
                                      <p:cBhvr>
                                        <p:cTn id="45" dur="1000"/>
                                        <p:tgtEl>
                                          <p:spTgt spid="24"/>
                                        </p:tgtEl>
                                      </p:cBhvr>
                                    </p:animEffect>
                                  </p:childTnLst>
                                </p:cTn>
                              </p:par>
                            </p:childTnLst>
                          </p:cTn>
                        </p:par>
                        <p:par>
                          <p:cTn id="46" fill="hold" nodeType="afterGroup">
                            <p:stCondLst>
                              <p:cond delay="1000"/>
                            </p:stCondLst>
                            <p:childTnLst>
                              <p:par>
                                <p:cTn id="47" presetID="9" presetClass="entr" presetSubtype="0" fill="hold" nodeType="after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dissolve">
                                      <p:cBhvr>
                                        <p:cTn id="49" dur="500"/>
                                        <p:tgtEl>
                                          <p:spTgt spid="13"/>
                                        </p:tgtEl>
                                      </p:cBhvr>
                                    </p:animEffect>
                                  </p:childTnLst>
                                </p:cTn>
                              </p:par>
                            </p:childTnLst>
                          </p:cTn>
                        </p:par>
                        <p:par>
                          <p:cTn id="50" fill="hold" nodeType="afterGroup">
                            <p:stCondLst>
                              <p:cond delay="1500"/>
                            </p:stCondLst>
                            <p:childTnLst>
                              <p:par>
                                <p:cTn id="51" presetID="22" presetClass="entr" presetSubtype="8" fill="hold" nodeType="after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wipe(left)">
                                      <p:cBhvr>
                                        <p:cTn id="53" dur="500"/>
                                        <p:tgtEl>
                                          <p:spTgt spid="25"/>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dissolve">
                                      <p:cBhvr>
                                        <p:cTn id="58" dur="1000"/>
                                        <p:tgtEl>
                                          <p:spTgt spid="17"/>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wipe(left)">
                                      <p:cBhvr>
                                        <p:cTn id="63" dur="1000"/>
                                        <p:tgtEl>
                                          <p:spTgt spid="26"/>
                                        </p:tgtEl>
                                      </p:cBhvr>
                                    </p:animEffect>
                                  </p:childTnLst>
                                </p:cTn>
                              </p:par>
                            </p:childTnLst>
                          </p:cTn>
                        </p:par>
                        <p:par>
                          <p:cTn id="64" fill="hold" nodeType="afterGroup">
                            <p:stCondLst>
                              <p:cond delay="1000"/>
                            </p:stCondLst>
                            <p:childTnLst>
                              <p:par>
                                <p:cTn id="65" presetID="9" presetClass="entr" presetSubtype="0" fill="hold" nodeType="afterEffect">
                                  <p:stCondLst>
                                    <p:cond delay="0"/>
                                  </p:stCondLst>
                                  <p:childTnLst>
                                    <p:set>
                                      <p:cBhvr>
                                        <p:cTn id="66" dur="1" fill="hold">
                                          <p:stCondLst>
                                            <p:cond delay="0"/>
                                          </p:stCondLst>
                                        </p:cTn>
                                        <p:tgtEl>
                                          <p:spTgt spid="21"/>
                                        </p:tgtEl>
                                        <p:attrNameLst>
                                          <p:attrName>style.visibility</p:attrName>
                                        </p:attrNameLst>
                                      </p:cBhvr>
                                      <p:to>
                                        <p:strVal val="visible"/>
                                      </p:to>
                                    </p:set>
                                    <p:animEffect transition="in" filter="dissolve">
                                      <p:cBhvr>
                                        <p:cTn id="67" dur="500"/>
                                        <p:tgtEl>
                                          <p:spTgt spid="2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wipe(left)">
                                      <p:cBhvr>
                                        <p:cTn id="72" dur="1000"/>
                                        <p:tgtEl>
                                          <p:spTgt spid="27"/>
                                        </p:tgtEl>
                                      </p:cBhvr>
                                    </p:animEffect>
                                  </p:childTnLst>
                                </p:cTn>
                              </p:par>
                            </p:childTnLst>
                          </p:cTn>
                        </p:par>
                        <p:par>
                          <p:cTn id="73" fill="hold" nodeType="afterGroup">
                            <p:stCondLst>
                              <p:cond delay="1000"/>
                            </p:stCondLst>
                            <p:childTnLst>
                              <p:par>
                                <p:cTn id="74" presetID="9" presetClass="entr" presetSubtype="0" fill="hold" nodeType="after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dissolve">
                                      <p:cBhvr>
                                        <p:cTn id="76" dur="500"/>
                                        <p:tgtEl>
                                          <p:spTgt spid="19"/>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02811"/>
                                        </p:tgtEl>
                                        <p:attrNameLst>
                                          <p:attrName>style.visibility</p:attrName>
                                        </p:attrNameLst>
                                      </p:cBhvr>
                                      <p:to>
                                        <p:strVal val="visible"/>
                                      </p:to>
                                    </p:set>
                                    <p:animEffect transition="in" filter="wipe(left)">
                                      <p:cBhvr>
                                        <p:cTn id="81" dur="1000"/>
                                        <p:tgtEl>
                                          <p:spTgt spid="20281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nodeType="click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wipe(left)">
                                      <p:cBhvr>
                                        <p:cTn id="86" dur="1000"/>
                                        <p:tgtEl>
                                          <p:spTgt spid="4"/>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02816"/>
                                        </p:tgtEl>
                                        <p:attrNameLst>
                                          <p:attrName>style.visibility</p:attrName>
                                        </p:attrNameLst>
                                      </p:cBhvr>
                                      <p:to>
                                        <p:strVal val="visible"/>
                                      </p:to>
                                    </p:set>
                                    <p:animEffect transition="in" filter="wipe(left)">
                                      <p:cBhvr>
                                        <p:cTn id="91" dur="1000"/>
                                        <p:tgtEl>
                                          <p:spTgt spid="202816"/>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2"/>
                                        </p:tgtEl>
                                        <p:attrNameLst>
                                          <p:attrName>style.visibility</p:attrName>
                                        </p:attrNameLst>
                                      </p:cBhvr>
                                      <p:to>
                                        <p:strVal val="visible"/>
                                      </p:to>
                                    </p:set>
                                    <p:animEffect transition="in" filter="wipe(left)">
                                      <p:cBhvr>
                                        <p:cTn id="96" dur="1000"/>
                                        <p:tgtEl>
                                          <p:spTgt spid="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5"/>
                                        </p:tgtEl>
                                        <p:attrNameLst>
                                          <p:attrName>style.visibility</p:attrName>
                                        </p:attrNameLst>
                                      </p:cBhvr>
                                      <p:to>
                                        <p:strVal val="visible"/>
                                      </p:to>
                                    </p:set>
                                    <p:animEffect transition="in" filter="wipe(left)">
                                      <p:cBhvr>
                                        <p:cTn id="101" dur="1000"/>
                                        <p:tgtEl>
                                          <p:spTgt spid="5"/>
                                        </p:tgtEl>
                                      </p:cBhvr>
                                    </p:animEffect>
                                  </p:childTnLst>
                                </p:cTn>
                              </p:par>
                            </p:childTnLst>
                          </p:cTn>
                        </p:par>
                      </p:childTnLst>
                    </p:cTn>
                  </p:par>
                  <p:par>
                    <p:cTn id="102" fill="hold" nodeType="clickPar">
                      <p:stCondLst>
                        <p:cond delay="indefinite"/>
                      </p:stCondLst>
                      <p:childTnLst>
                        <p:par>
                          <p:cTn id="103" fill="hold" nodeType="withGroup">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3"/>
                                        </p:tgtEl>
                                        <p:attrNameLst>
                                          <p:attrName>style.visibility</p:attrName>
                                        </p:attrNameLst>
                                      </p:cBhvr>
                                      <p:to>
                                        <p:strVal val="visible"/>
                                      </p:to>
                                    </p:set>
                                    <p:animEffect transition="in" filter="wipe(left)">
                                      <p:cBhvr>
                                        <p:cTn id="106"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811" grpId="0"/>
      <p:bldP spid="202816" grpId="0"/>
      <p:bldP spid="2" grpId="0"/>
      <p:bldP spid="3" grpId="0"/>
      <p:bldP spid="81"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1C540F3-9746-461E-86EA-4973D3ABD5D3}" type="slidenum">
              <a:rPr kumimoji="0" lang="en-CA" altLang="zh-CN" sz="1200" b="0" i="0" u="none" strike="noStrike" kern="1200" cap="none" spc="0" normalizeH="0" baseline="0" noProof="0" smtClean="0">
                <a:ln>
                  <a:noFill/>
                </a:ln>
                <a:solidFill>
                  <a:prstClr val="black"/>
                </a:solidFill>
                <a:effectLst/>
                <a:uLnTx/>
                <a:uFillTx/>
                <a:latin typeface="Arial" pitchFamily="34" charset="0"/>
                <a:ea typeface="SimSun"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CA" altLang="zh-CN" sz="1200" b="0" i="0" u="none" strike="noStrike" kern="1200" cap="none" spc="0" normalizeH="0" baseline="0" noProof="0">
              <a:ln>
                <a:noFill/>
              </a:ln>
              <a:solidFill>
                <a:prstClr val="black"/>
              </a:solidFill>
              <a:effectLst/>
              <a:uLnTx/>
              <a:uFillTx/>
              <a:latin typeface="Arial" pitchFamily="34" charset="0"/>
              <a:ea typeface="SimSun" pitchFamily="2" charset="-122"/>
              <a:cs typeface="+mn-cs"/>
            </a:endParaRPr>
          </a:p>
        </p:txBody>
      </p:sp>
      <p:sp>
        <p:nvSpPr>
          <p:cNvPr id="25603" name="Rectangle 2"/>
          <p:cNvSpPr>
            <a:spLocks noGrp="1" noChangeArrowheads="1"/>
          </p:cNvSpPr>
          <p:nvPr>
            <p:ph type="title"/>
          </p:nvPr>
        </p:nvSpPr>
        <p:spPr>
          <a:xfrm>
            <a:off x="2667000" y="321273"/>
            <a:ext cx="7010400" cy="1295400"/>
          </a:xfrm>
        </p:spPr>
        <p:txBody>
          <a:bodyPr>
            <a:normAutofit/>
          </a:bodyPr>
          <a:lstStyle/>
          <a:p>
            <a:pPr algn="ctr"/>
            <a:r>
              <a:rPr lang="en-US" altLang="zh-CN" dirty="0">
                <a:ea typeface="SimSun" pitchFamily="2" charset="-122"/>
              </a:rPr>
              <a:t>Exercise</a:t>
            </a:r>
          </a:p>
        </p:txBody>
      </p:sp>
      <p:sp>
        <p:nvSpPr>
          <p:cNvPr id="25604" name="Rectangle 3"/>
          <p:cNvSpPr>
            <a:spLocks noGrp="1" noChangeArrowheads="1"/>
          </p:cNvSpPr>
          <p:nvPr>
            <p:ph type="body" idx="1"/>
          </p:nvPr>
        </p:nvSpPr>
        <p:spPr>
          <a:xfrm>
            <a:off x="2209800" y="2057400"/>
            <a:ext cx="7772400" cy="3810000"/>
          </a:xfrm>
        </p:spPr>
        <p:txBody>
          <a:bodyPr/>
          <a:lstStyle/>
          <a:p>
            <a:r>
              <a:rPr lang="en-US" altLang="zh-CN">
                <a:ea typeface="SimSun" pitchFamily="2" charset="-122"/>
              </a:rPr>
              <a:t> </a:t>
            </a:r>
            <a:r>
              <a:rPr lang="en-US" altLang="en-US"/>
              <a:t>Here is a short program segment: </a:t>
            </a:r>
          </a:p>
          <a:p>
            <a:pPr>
              <a:buFont typeface="Wingdings" pitchFamily="2" charset="2"/>
              <a:buNone/>
            </a:pPr>
            <a:r>
              <a:rPr lang="en-US" altLang="en-US" sz="2000"/>
              <a:t>read(a,b,c,d);</a:t>
            </a:r>
          </a:p>
          <a:p>
            <a:pPr>
              <a:buFont typeface="Wingdings" pitchFamily="2" charset="2"/>
              <a:buNone/>
            </a:pPr>
            <a:r>
              <a:rPr lang="en-US" altLang="en-US" sz="2000"/>
              <a:t>if a &lt; b then if c &gt; d then x := 1 else if c = d then x := 2</a:t>
            </a:r>
          </a:p>
          <a:p>
            <a:pPr>
              <a:buFont typeface="Wingdings" pitchFamily="2" charset="2"/>
              <a:buNone/>
            </a:pPr>
            <a:r>
              <a:rPr lang="en-US" altLang="en-US" sz="2000"/>
              <a:t>else x := 3 else if a = b then x := 4 else if c = d then x := 5</a:t>
            </a:r>
          </a:p>
          <a:p>
            <a:pPr>
              <a:buFont typeface="Wingdings" pitchFamily="2" charset="2"/>
              <a:buNone/>
            </a:pPr>
            <a:r>
              <a:rPr lang="en-US" altLang="en-US" sz="2000"/>
              <a:t>else x := 6;</a:t>
            </a:r>
          </a:p>
          <a:p>
            <a:pPr>
              <a:buFont typeface="Wingdings" pitchFamily="2" charset="2"/>
              <a:buNone/>
            </a:pPr>
            <a:r>
              <a:rPr lang="en-US" altLang="en-US" sz="2000"/>
              <a:t>write(x);</a:t>
            </a:r>
            <a:endParaRPr lang="en-US" altLang="en-US"/>
          </a:p>
          <a:p>
            <a:r>
              <a:rPr lang="en-US" altLang="en-US"/>
              <a:t>For the code fragment above</a:t>
            </a:r>
            <a:r>
              <a:rPr lang="en-US" altLang="en-US" b="1">
                <a:solidFill>
                  <a:srgbClr val="FF0000"/>
                </a:solidFill>
              </a:rPr>
              <a:t>, draw the corresponding flowgraph</a:t>
            </a:r>
            <a:endParaRPr lang="en-US" altLang="zh-CN">
              <a:ea typeface="SimSun" pitchFamily="2" charset="-122"/>
            </a:endParaRPr>
          </a:p>
        </p:txBody>
      </p:sp>
    </p:spTree>
    <p:extLst>
      <p:ext uri="{BB962C8B-B14F-4D97-AF65-F5344CB8AC3E}">
        <p14:creationId xmlns:p14="http://schemas.microsoft.com/office/powerpoint/2010/main" val="4036391789"/>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595901" y="365125"/>
            <a:ext cx="2137025" cy="1325563"/>
          </a:xfrm>
        </p:spPr>
        <p:txBody>
          <a:bodyPr>
            <a:normAutofit/>
          </a:bodyPr>
          <a:lstStyle/>
          <a:p>
            <a:r>
              <a:rPr lang="en-US" altLang="en-US" sz="3000" dirty="0"/>
              <a:t>Solution </a:t>
            </a:r>
          </a:p>
        </p:txBody>
      </p:sp>
      <p:sp>
        <p:nvSpPr>
          <p:cNvPr id="2662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949F12D9-169E-492F-970E-59A510FAE53C}" type="slidenum">
              <a:rPr kumimoji="0" lang="en-US" altLang="en-US" sz="1200" b="0" i="0" u="none" strike="noStrike" kern="1200" cap="none" spc="0" normalizeH="0" baseline="0" noProof="0" smtClean="0">
                <a:ln>
                  <a:noFill/>
                </a:ln>
                <a:solidFill>
                  <a:prstClr val="black"/>
                </a:solidFill>
                <a:effectLst/>
                <a:uLnTx/>
                <a:uFillTx/>
                <a:latin typeface="Arial"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altLang="en-US" sz="1200" b="0" i="0" u="none" strike="noStrike" kern="1200" cap="none" spc="0" normalizeH="0" baseline="0" noProof="0">
              <a:ln>
                <a:noFill/>
              </a:ln>
              <a:solidFill>
                <a:prstClr val="black"/>
              </a:solidFill>
              <a:effectLst/>
              <a:uLnTx/>
              <a:uFillTx/>
              <a:latin typeface="Arial" pitchFamily="34" charset="0"/>
              <a:ea typeface="+mn-ea"/>
              <a:cs typeface="+mn-cs"/>
            </a:endParaRPr>
          </a:p>
        </p:txBody>
      </p:sp>
      <p:pic>
        <p:nvPicPr>
          <p:cNvPr id="6"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5964" y="276226"/>
            <a:ext cx="8220075" cy="604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83988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Rectangle 2"/>
          <p:cNvSpPr>
            <a:spLocks noGrp="1" noChangeArrowheads="1"/>
          </p:cNvSpPr>
          <p:nvPr>
            <p:ph type="title"/>
          </p:nvPr>
        </p:nvSpPr>
        <p:spPr/>
        <p:txBody>
          <a:bodyPr/>
          <a:lstStyle/>
          <a:p>
            <a:r>
              <a:rPr lang="en-US">
                <a:latin typeface="Times New Roman" pitchFamily="18" charset="0"/>
              </a:rPr>
              <a:t>Paths in a Control Flow Graph</a:t>
            </a:r>
          </a:p>
        </p:txBody>
      </p:sp>
      <p:sp>
        <p:nvSpPr>
          <p:cNvPr id="324611" name="Rectangle 3"/>
          <p:cNvSpPr>
            <a:spLocks noGrp="1" noChangeArrowheads="1"/>
          </p:cNvSpPr>
          <p:nvPr>
            <p:ph idx="1"/>
          </p:nvPr>
        </p:nvSpPr>
        <p:spPr>
          <a:xfrm>
            <a:off x="1981200" y="1923123"/>
            <a:ext cx="8229600" cy="4389120"/>
          </a:xfrm>
        </p:spPr>
        <p:txBody>
          <a:bodyPr/>
          <a:lstStyle/>
          <a:p>
            <a:r>
              <a:rPr lang="en-US" dirty="0">
                <a:latin typeface="Times New Roman" pitchFamily="18" charset="0"/>
              </a:rPr>
              <a:t>A few paths:</a:t>
            </a:r>
          </a:p>
          <a:p>
            <a:pPr lvl="1"/>
            <a:endParaRPr lang="en-US" dirty="0">
              <a:latin typeface="Times New Roman" pitchFamily="18" charset="0"/>
            </a:endParaRPr>
          </a:p>
        </p:txBody>
      </p:sp>
      <p:sp>
        <p:nvSpPr>
          <p:cNvPr id="4" name="Rectangle 19"/>
          <p:cNvSpPr>
            <a:spLocks noGrp="1" noChangeArrowheads="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2B3DEA-145A-4210-8567-80420AB49536}" type="slidenum">
              <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0451" y="2360142"/>
            <a:ext cx="7529513" cy="3719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Rectangle 2"/>
          <p:cNvSpPr>
            <a:spLocks noGrp="1" noChangeArrowheads="1"/>
          </p:cNvSpPr>
          <p:nvPr>
            <p:ph type="title"/>
          </p:nvPr>
        </p:nvSpPr>
        <p:spPr>
          <a:xfrm>
            <a:off x="2007325" y="0"/>
            <a:ext cx="8229600" cy="1143000"/>
          </a:xfrm>
        </p:spPr>
        <p:txBody>
          <a:bodyPr/>
          <a:lstStyle/>
          <a:p>
            <a:r>
              <a:rPr lang="en-US" dirty="0">
                <a:latin typeface="Times New Roman" pitchFamily="18" charset="0"/>
              </a:rPr>
              <a:t>Outline of Control Flow Testing</a:t>
            </a:r>
          </a:p>
        </p:txBody>
      </p:sp>
      <p:sp>
        <p:nvSpPr>
          <p:cNvPr id="313347" name="Rectangle 3"/>
          <p:cNvSpPr>
            <a:spLocks noGrp="1" noChangeArrowheads="1"/>
          </p:cNvSpPr>
          <p:nvPr>
            <p:ph type="body" orient="vert" idx="1"/>
          </p:nvPr>
        </p:nvSpPr>
        <p:spPr/>
        <p:txBody>
          <a:bodyPr/>
          <a:lstStyle/>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a:p>
            <a:pPr>
              <a:buFontTx/>
              <a:buNone/>
            </a:pPr>
            <a:endParaRPr lang="en-US" dirty="0">
              <a:latin typeface="Times New Roman" pitchFamily="18" charset="0"/>
            </a:endParaRPr>
          </a:p>
        </p:txBody>
      </p:sp>
      <p:sp>
        <p:nvSpPr>
          <p:cNvPr id="6" name="Rectangle 19"/>
          <p:cNvSpPr>
            <a:spLocks noGrp="1" noChangeArrowheads="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06D2A39-4241-44F9-84E5-1BD2D39FD6A9}"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pic>
        <p:nvPicPr>
          <p:cNvPr id="313348" name="Picture 4" descr="pathoutline"/>
          <p:cNvPicPr>
            <a:picLocks noChangeAspect="1" noChangeArrowheads="1"/>
          </p:cNvPicPr>
          <p:nvPr/>
        </p:nvPicPr>
        <p:blipFill>
          <a:blip r:embed="rId3" cstate="print"/>
          <a:srcRect/>
          <a:stretch>
            <a:fillRect/>
          </a:stretch>
        </p:blipFill>
        <p:spPr bwMode="auto">
          <a:xfrm>
            <a:off x="2426290" y="1184774"/>
            <a:ext cx="6813550" cy="4843462"/>
          </a:xfrm>
          <a:prstGeom prst="rect">
            <a:avLst/>
          </a:prstGeom>
          <a:noFill/>
        </p:spPr>
      </p:pic>
      <p:sp>
        <p:nvSpPr>
          <p:cNvPr id="313349" name="Text Box 5"/>
          <p:cNvSpPr txBox="1">
            <a:spLocks noChangeArrowheads="1"/>
          </p:cNvSpPr>
          <p:nvPr/>
        </p:nvSpPr>
        <p:spPr bwMode="auto">
          <a:xfrm>
            <a:off x="2854338" y="5967821"/>
            <a:ext cx="6830716" cy="400110"/>
          </a:xfrm>
          <a:prstGeom prst="rect">
            <a:avLst/>
          </a:prstGeom>
          <a:noFill/>
          <a:ln w="12700">
            <a:noFill/>
            <a:miter lim="800000"/>
            <a:headEnd type="none" w="sm" len="sm"/>
            <a:tailEnd type="none" w="sm" len="sm"/>
          </a:ln>
          <a:effectLst/>
        </p:spPr>
        <p:txBody>
          <a:bodyPr wrap="none">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pitchFamily="18" charset="0"/>
                <a:ea typeface="+mn-ea"/>
                <a:cs typeface="+mn-cs"/>
              </a:rPr>
              <a:t>The process of generating test input data for control flow testing.</a:t>
            </a:r>
          </a:p>
        </p:txBody>
      </p:sp>
    </p:spTree>
    <p:extLst>
      <p:ext uri="{BB962C8B-B14F-4D97-AF65-F5344CB8AC3E}">
        <p14:creationId xmlns:p14="http://schemas.microsoft.com/office/powerpoint/2010/main" val="1673354184"/>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6428"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6429"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6430"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6418" name="Rectangle 2"/>
          <p:cNvSpPr>
            <a:spLocks noGrp="1" noChangeArrowheads="1"/>
          </p:cNvSpPr>
          <p:nvPr>
            <p:ph type="title"/>
          </p:nvPr>
        </p:nvSpPr>
        <p:spPr>
          <a:xfrm>
            <a:off x="466722" y="586855"/>
            <a:ext cx="3201366" cy="3387497"/>
          </a:xfrm>
        </p:spPr>
        <p:txBody>
          <a:bodyPr anchor="b">
            <a:normAutofit/>
          </a:bodyPr>
          <a:lstStyle/>
          <a:p>
            <a:pPr algn="r"/>
            <a:r>
              <a:rPr lang="en-US" sz="4000">
                <a:solidFill>
                  <a:srgbClr val="FFFFFF"/>
                </a:solidFill>
                <a:latin typeface="Times New Roman" pitchFamily="18" charset="0"/>
              </a:rPr>
              <a:t>Path Selection Criteria</a:t>
            </a:r>
          </a:p>
        </p:txBody>
      </p:sp>
      <p:sp>
        <p:nvSpPr>
          <p:cNvPr id="316419" name="Rectangle 3"/>
          <p:cNvSpPr>
            <a:spLocks noGrp="1" noChangeArrowheads="1"/>
          </p:cNvSpPr>
          <p:nvPr>
            <p:ph idx="1"/>
          </p:nvPr>
        </p:nvSpPr>
        <p:spPr>
          <a:xfrm>
            <a:off x="4367695" y="178762"/>
            <a:ext cx="7619518" cy="6520752"/>
          </a:xfrm>
        </p:spPr>
        <p:txBody>
          <a:bodyPr anchor="ctr">
            <a:normAutofit/>
          </a:bodyPr>
          <a:lstStyle/>
          <a:p>
            <a:r>
              <a:rPr lang="en-US" sz="2000" dirty="0">
                <a:latin typeface="Times New Roman" pitchFamily="18" charset="0"/>
              </a:rPr>
              <a:t>Program paths are selectively executed.</a:t>
            </a:r>
          </a:p>
          <a:p>
            <a:r>
              <a:rPr lang="en-US" sz="2000" dirty="0">
                <a:latin typeface="Times New Roman" pitchFamily="18" charset="0"/>
              </a:rPr>
              <a:t>Question: What paths do I select for testing?</a:t>
            </a:r>
          </a:p>
          <a:p>
            <a:r>
              <a:rPr lang="en-US" sz="2000" dirty="0">
                <a:latin typeface="Times New Roman" pitchFamily="18" charset="0"/>
              </a:rPr>
              <a:t>The concept of </a:t>
            </a:r>
            <a:r>
              <a:rPr lang="en-US" sz="2000" i="1" dirty="0">
                <a:latin typeface="Times New Roman" pitchFamily="18" charset="0"/>
              </a:rPr>
              <a:t>path selection criteria</a:t>
            </a:r>
            <a:r>
              <a:rPr lang="en-US" sz="2000" dirty="0">
                <a:latin typeface="Times New Roman" pitchFamily="18" charset="0"/>
              </a:rPr>
              <a:t> is used to answer the question.</a:t>
            </a:r>
          </a:p>
          <a:p>
            <a:r>
              <a:rPr lang="en-US" sz="2000" dirty="0">
                <a:latin typeface="Times New Roman" pitchFamily="18" charset="0"/>
              </a:rPr>
              <a:t>Advantages of selecting paths based on defined criteria:</a:t>
            </a:r>
          </a:p>
          <a:p>
            <a:pPr lvl="1"/>
            <a:r>
              <a:rPr lang="en-US" sz="2000" dirty="0">
                <a:latin typeface="Times New Roman" pitchFamily="18" charset="0"/>
              </a:rPr>
              <a:t>Ensure that all program constructs are executed at least once.</a:t>
            </a:r>
          </a:p>
          <a:p>
            <a:pPr lvl="1"/>
            <a:r>
              <a:rPr lang="en-US" sz="2000" dirty="0">
                <a:latin typeface="Times New Roman" pitchFamily="18" charset="0"/>
              </a:rPr>
              <a:t>Repeated selection of the same path is avoided.</a:t>
            </a:r>
          </a:p>
          <a:p>
            <a:pPr lvl="1"/>
            <a:r>
              <a:rPr lang="en-US" sz="2000" dirty="0">
                <a:latin typeface="Times New Roman" pitchFamily="18" charset="0"/>
              </a:rPr>
              <a:t>One can easily identify what features have been tested and what not. </a:t>
            </a:r>
          </a:p>
          <a:p>
            <a:r>
              <a:rPr lang="en-US" sz="2000" dirty="0">
                <a:latin typeface="Times New Roman" pitchFamily="18" charset="0"/>
              </a:rPr>
              <a:t>Path selection criteria</a:t>
            </a:r>
          </a:p>
          <a:p>
            <a:pPr lvl="1"/>
            <a:r>
              <a:rPr lang="en-US" sz="2000" dirty="0">
                <a:latin typeface="Times New Roman" pitchFamily="18" charset="0"/>
              </a:rPr>
              <a:t>Select paths to achieve </a:t>
            </a:r>
            <a:r>
              <a:rPr lang="en-US" sz="2000" b="1" dirty="0">
                <a:latin typeface="Times New Roman" pitchFamily="18" charset="0"/>
              </a:rPr>
              <a:t>complete statement coverage.</a:t>
            </a:r>
          </a:p>
          <a:p>
            <a:pPr lvl="1"/>
            <a:r>
              <a:rPr lang="en-US" sz="2000" dirty="0">
                <a:latin typeface="Times New Roman" pitchFamily="18" charset="0"/>
              </a:rPr>
              <a:t>Select paths to achieve </a:t>
            </a:r>
            <a:r>
              <a:rPr lang="en-US" sz="2000" b="1" dirty="0">
                <a:latin typeface="Times New Roman" pitchFamily="18" charset="0"/>
              </a:rPr>
              <a:t>complete branch coverage.</a:t>
            </a:r>
          </a:p>
          <a:p>
            <a:pPr lvl="1"/>
            <a:r>
              <a:rPr lang="en-US" sz="2000" b="1" dirty="0">
                <a:latin typeface="Times New Roman" pitchFamily="18" charset="0"/>
              </a:rPr>
              <a:t>Simple Path coverage</a:t>
            </a:r>
            <a:r>
              <a:rPr lang="en-US" sz="2000" dirty="0">
                <a:latin typeface="Times New Roman" pitchFamily="18" charset="0"/>
              </a:rPr>
              <a:t>.</a:t>
            </a:r>
          </a:p>
          <a:p>
            <a:pPr lvl="1"/>
            <a:r>
              <a:rPr lang="en-US" sz="2000" b="1" dirty="0">
                <a:latin typeface="Times New Roman" pitchFamily="18" charset="0"/>
              </a:rPr>
              <a:t>All Path coverage</a:t>
            </a:r>
            <a:r>
              <a:rPr lang="en-US" sz="2000" dirty="0">
                <a:latin typeface="Times New Roman" pitchFamily="18" charset="0"/>
              </a:rPr>
              <a:t>.</a:t>
            </a:r>
          </a:p>
          <a:p>
            <a:pPr lvl="1"/>
            <a:r>
              <a:rPr lang="en-US" sz="2000" b="1" dirty="0">
                <a:latin typeface="Times New Roman" pitchFamily="18" charset="0"/>
              </a:rPr>
              <a:t>Visit each loop</a:t>
            </a:r>
          </a:p>
          <a:p>
            <a:pPr lvl="1"/>
            <a:r>
              <a:rPr lang="en-US" sz="2000" dirty="0">
                <a:latin typeface="Times New Roman" pitchFamily="18" charset="0"/>
              </a:rPr>
              <a:t>Select paths to achieve </a:t>
            </a:r>
            <a:r>
              <a:rPr lang="en-US" sz="2000" b="1" dirty="0">
                <a:latin typeface="Times New Roman" pitchFamily="18" charset="0"/>
              </a:rPr>
              <a:t>predicate coverage</a:t>
            </a:r>
            <a:r>
              <a:rPr lang="en-US" sz="2000" dirty="0">
                <a:latin typeface="Times New Roman" pitchFamily="18" charset="0"/>
              </a:rPr>
              <a:t> (</a:t>
            </a:r>
            <a:r>
              <a:rPr lang="en-US" altLang="en-US" sz="2000" dirty="0"/>
              <a:t>Make sure that each possible outcome from a condition is tested at least once)</a:t>
            </a:r>
            <a:r>
              <a:rPr lang="en-US" sz="2000" dirty="0">
                <a:latin typeface="Times New Roman" pitchFamily="18" charset="0"/>
              </a:rPr>
              <a:t>.</a:t>
            </a:r>
          </a:p>
          <a:p>
            <a:pPr lvl="1"/>
            <a:r>
              <a:rPr lang="en-US" sz="2000" dirty="0">
                <a:latin typeface="Times New Roman" pitchFamily="18" charset="0"/>
              </a:rPr>
              <a:t>Linearly Independent Paths</a:t>
            </a:r>
          </a:p>
        </p:txBody>
      </p:sp>
      <p:sp>
        <p:nvSpPr>
          <p:cNvPr id="4" name="Rectangle 19"/>
          <p:cNvSpPr>
            <a:spLocks noGrp="1" noChangeArrowheads="1"/>
          </p:cNvSpPr>
          <p:nvPr>
            <p:ph type="sldNum" sz="quarter" idx="12"/>
          </p:nvPr>
        </p:nvSpPr>
        <p:spPr>
          <a:xfrm>
            <a:off x="11704320" y="6455664"/>
            <a:ext cx="448056"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8FA42B7D-09FF-4F95-8666-FC5041748E2B}"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63</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400255232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4850" name="Rectangle 2"/>
          <p:cNvSpPr>
            <a:spLocks noGrp="1" noChangeArrowheads="1"/>
          </p:cNvSpPr>
          <p:nvPr>
            <p:ph type="title"/>
          </p:nvPr>
        </p:nvSpPr>
        <p:spPr>
          <a:xfrm>
            <a:off x="466722" y="586855"/>
            <a:ext cx="3201366" cy="3387497"/>
          </a:xfrm>
        </p:spPr>
        <p:txBody>
          <a:bodyPr anchor="b">
            <a:normAutofit/>
          </a:bodyPr>
          <a:lstStyle/>
          <a:p>
            <a:pPr algn="r"/>
            <a:r>
              <a:rPr lang="en-US" sz="4000">
                <a:solidFill>
                  <a:srgbClr val="FFFFFF"/>
                </a:solidFill>
                <a:latin typeface="Times New Roman" pitchFamily="18" charset="0"/>
              </a:rPr>
              <a:t>Statement coverage criterion</a:t>
            </a:r>
          </a:p>
        </p:txBody>
      </p:sp>
      <p:sp>
        <p:nvSpPr>
          <p:cNvPr id="334851" name="Rectangle 3"/>
          <p:cNvSpPr>
            <a:spLocks noGrp="1" noChangeArrowheads="1"/>
          </p:cNvSpPr>
          <p:nvPr>
            <p:ph type="body" orient="vert" idx="4294967295"/>
          </p:nvPr>
        </p:nvSpPr>
        <p:spPr>
          <a:xfrm>
            <a:off x="4134810" y="171450"/>
            <a:ext cx="7738103" cy="6400800"/>
          </a:xfrm>
        </p:spPr>
        <p:txBody>
          <a:bodyPr anchor="ctr">
            <a:normAutofit/>
          </a:bodyPr>
          <a:lstStyle/>
          <a:p>
            <a:pPr marL="0" indent="0">
              <a:buNone/>
            </a:pPr>
            <a:endParaRPr lang="en-US" dirty="0">
              <a:latin typeface="Times New Roman" pitchFamily="18" charset="0"/>
            </a:endParaRPr>
          </a:p>
          <a:p>
            <a:pPr lvl="1"/>
            <a:r>
              <a:rPr lang="en-US" sz="2800" dirty="0">
                <a:latin typeface="Times New Roman" pitchFamily="18" charset="0"/>
              </a:rPr>
              <a:t>Statement coverage means executing individual program statements and observing the output.</a:t>
            </a:r>
          </a:p>
          <a:p>
            <a:pPr marL="457200" lvl="1" indent="0">
              <a:buNone/>
            </a:pPr>
            <a:endParaRPr lang="en-US" sz="2800" dirty="0">
              <a:latin typeface="Times New Roman" pitchFamily="18" charset="0"/>
            </a:endParaRPr>
          </a:p>
          <a:p>
            <a:pPr lvl="1"/>
            <a:r>
              <a:rPr lang="en-US" sz="2800" dirty="0">
                <a:latin typeface="Times New Roman" pitchFamily="18" charset="0"/>
              </a:rPr>
              <a:t>100% statement coverage means all the statements have been executed at least once.</a:t>
            </a:r>
          </a:p>
          <a:p>
            <a:pPr lvl="1"/>
            <a:endParaRPr lang="en-US" sz="2800" dirty="0">
              <a:latin typeface="Times New Roman" pitchFamily="18" charset="0"/>
            </a:endParaRPr>
          </a:p>
          <a:p>
            <a:pPr lvl="2"/>
            <a:r>
              <a:rPr lang="en-US" sz="2800" dirty="0">
                <a:latin typeface="Times New Roman" pitchFamily="18" charset="0"/>
              </a:rPr>
              <a:t>Cover all assignment statements.</a:t>
            </a:r>
          </a:p>
          <a:p>
            <a:pPr lvl="2"/>
            <a:r>
              <a:rPr lang="en-US" sz="2800" dirty="0">
                <a:latin typeface="Times New Roman" pitchFamily="18" charset="0"/>
              </a:rPr>
              <a:t>Cover all conditional statements.</a:t>
            </a:r>
          </a:p>
          <a:p>
            <a:pPr marL="914400" lvl="2" indent="0">
              <a:buNone/>
            </a:pPr>
            <a:endParaRPr lang="en-US" sz="2800" dirty="0">
              <a:latin typeface="Times New Roman" pitchFamily="18" charset="0"/>
            </a:endParaRPr>
          </a:p>
          <a:p>
            <a:pPr lvl="1"/>
            <a:r>
              <a:rPr lang="en-US" sz="2800" dirty="0">
                <a:latin typeface="Times New Roman" pitchFamily="18" charset="0"/>
              </a:rPr>
              <a:t>Less than 100% statement coverage is unacceptable.</a:t>
            </a:r>
          </a:p>
          <a:p>
            <a:pPr lvl="1"/>
            <a:endParaRPr lang="en-US" sz="2000" dirty="0">
              <a:latin typeface="Times New Roman" pitchFamily="18" charset="0"/>
            </a:endParaRPr>
          </a:p>
          <a:p>
            <a:pPr lvl="1"/>
            <a:endParaRPr lang="en-US" sz="2000" dirty="0">
              <a:latin typeface="Times New Roman" pitchFamily="18" charset="0"/>
            </a:endParaRPr>
          </a:p>
          <a:p>
            <a:pPr lvl="1">
              <a:buFontTx/>
              <a:buNone/>
            </a:pPr>
            <a:endParaRPr lang="en-US" sz="2000" dirty="0">
              <a:latin typeface="Times New Roman" pitchFamily="18" charset="0"/>
            </a:endParaRPr>
          </a:p>
          <a:p>
            <a:pPr lvl="1"/>
            <a:endParaRPr lang="en-US" sz="2000" dirty="0">
              <a:latin typeface="Times New Roman" pitchFamily="18" charset="0"/>
            </a:endParaRPr>
          </a:p>
        </p:txBody>
      </p:sp>
      <p:sp>
        <p:nvSpPr>
          <p:cNvPr id="15" name="Rectangle 19"/>
          <p:cNvSpPr>
            <a:spLocks noGrp="1" noChangeArrowheads="1"/>
          </p:cNvSpPr>
          <p:nvPr>
            <p:ph type="sldNum" sz="quarter" idx="12"/>
          </p:nvPr>
        </p:nvSpPr>
        <p:spPr>
          <a:xfrm>
            <a:off x="11704320" y="6455664"/>
            <a:ext cx="448056"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55AD5CD3-2EA4-4BAE-8223-67622F9B04F6}"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64</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332017752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7" name="Group 7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78" name="Rectangle 7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2" name="Rectangle 8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51" name="Rectangle 2"/>
          <p:cNvSpPr>
            <a:spLocks noGrp="1" noChangeArrowheads="1"/>
          </p:cNvSpPr>
          <p:nvPr>
            <p:ph type="title"/>
          </p:nvPr>
        </p:nvSpPr>
        <p:spPr>
          <a:xfrm>
            <a:off x="1043631" y="873940"/>
            <a:ext cx="5052369" cy="1035781"/>
          </a:xfrm>
        </p:spPr>
        <p:txBody>
          <a:bodyPr anchor="ctr">
            <a:normAutofit/>
          </a:bodyPr>
          <a:lstStyle/>
          <a:p>
            <a:r>
              <a:rPr lang="en-US" altLang="en-US" sz="3300" dirty="0"/>
              <a:t>  Statement Coverage: Example</a:t>
            </a:r>
          </a:p>
        </p:txBody>
      </p:sp>
      <p:sp>
        <p:nvSpPr>
          <p:cNvPr id="537603" name="Rectangle 3"/>
          <p:cNvSpPr>
            <a:spLocks noGrp="1" noChangeArrowheads="1"/>
          </p:cNvSpPr>
          <p:nvPr>
            <p:ph idx="1"/>
          </p:nvPr>
        </p:nvSpPr>
        <p:spPr>
          <a:xfrm>
            <a:off x="463693" y="2316421"/>
            <a:ext cx="6052550" cy="3885424"/>
          </a:xfrm>
        </p:spPr>
        <p:txBody>
          <a:bodyPr anchor="ctr">
            <a:normAutofit/>
          </a:bodyPr>
          <a:lstStyle/>
          <a:p>
            <a:pPr marL="457200" lvl="1" indent="0">
              <a:buNone/>
              <a:defRPr/>
            </a:pPr>
            <a:endParaRPr lang="en-US" sz="2600" u="sng" dirty="0"/>
          </a:p>
          <a:p>
            <a:pPr lvl="1">
              <a:defRPr/>
            </a:pPr>
            <a:r>
              <a:rPr lang="en-US" sz="2600" u="sng" dirty="0"/>
              <a:t>Minimum number  of test cases</a:t>
            </a:r>
            <a:r>
              <a:rPr lang="en-US" sz="2600" dirty="0"/>
              <a:t>: </a:t>
            </a:r>
            <a:r>
              <a:rPr lang="en-US" sz="2600" b="1" dirty="0">
                <a:effectLst>
                  <a:outerShdw blurRad="38100" dist="38100" dir="2700000" algn="tl">
                    <a:srgbClr val="C0C0C0"/>
                  </a:outerShdw>
                </a:effectLst>
              </a:rPr>
              <a:t>2 </a:t>
            </a:r>
          </a:p>
          <a:p>
            <a:pPr lvl="1">
              <a:buFont typeface="Wingdings" pitchFamily="2" charset="2"/>
              <a:buNone/>
              <a:defRPr/>
            </a:pPr>
            <a:endParaRPr lang="en-US" sz="2600" b="1" dirty="0">
              <a:effectLst>
                <a:outerShdw blurRad="38100" dist="38100" dir="2700000" algn="tl">
                  <a:srgbClr val="C0C0C0"/>
                </a:outerShdw>
              </a:effectLst>
            </a:endParaRPr>
          </a:p>
          <a:p>
            <a:pPr lvl="1">
              <a:defRPr/>
            </a:pPr>
            <a:r>
              <a:rPr lang="en-US" sz="2600" u="sng" dirty="0"/>
              <a:t>Paths:</a:t>
            </a:r>
            <a:r>
              <a:rPr lang="en-US" sz="2600" dirty="0"/>
              <a:t>  &lt;2 10 12 14&gt;, &lt;1 3 5 6 7 8 9 15&gt;</a:t>
            </a:r>
          </a:p>
          <a:p>
            <a:pPr lvl="1">
              <a:buFont typeface="Wingdings" pitchFamily="2" charset="2"/>
              <a:buNone/>
              <a:defRPr/>
            </a:pPr>
            <a:endParaRPr lang="en-US" sz="1800" dirty="0"/>
          </a:p>
        </p:txBody>
      </p:sp>
      <p:sp>
        <p:nvSpPr>
          <p:cNvPr id="84" name="Rectangle 83">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6" name="Picture 9"/>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30493" y="1509383"/>
            <a:ext cx="4223252" cy="389951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6" name="Straight Connector 8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54" name="Slide Number Placeholder 5"/>
          <p:cNvSpPr>
            <a:spLocks noGrp="1"/>
          </p:cNvSpPr>
          <p:nvPr>
            <p:ph type="sldNum" sz="quarter" idx="12"/>
          </p:nvPr>
        </p:nvSpPr>
        <p:spPr>
          <a:xfrm>
            <a:off x="8610600" y="6492240"/>
            <a:ext cx="2743200"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45774DD4-459A-4394-96F2-0E412C6E1997}"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65</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55850022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76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3760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6898" name="Rectangle 2"/>
          <p:cNvSpPr>
            <a:spLocks noGrp="1" noChangeArrowheads="1"/>
          </p:cNvSpPr>
          <p:nvPr>
            <p:ph type="title"/>
          </p:nvPr>
        </p:nvSpPr>
        <p:spPr>
          <a:xfrm>
            <a:off x="466722" y="586855"/>
            <a:ext cx="3201366" cy="3387497"/>
          </a:xfrm>
        </p:spPr>
        <p:txBody>
          <a:bodyPr anchor="b">
            <a:normAutofit/>
          </a:bodyPr>
          <a:lstStyle/>
          <a:p>
            <a:pPr algn="r"/>
            <a:r>
              <a:rPr lang="en-US" sz="4000">
                <a:solidFill>
                  <a:srgbClr val="FFFFFF"/>
                </a:solidFill>
                <a:latin typeface="Times New Roman" pitchFamily="18" charset="0"/>
              </a:rPr>
              <a:t>Branch coverage criterion</a:t>
            </a:r>
          </a:p>
        </p:txBody>
      </p:sp>
      <p:sp>
        <p:nvSpPr>
          <p:cNvPr id="336899" name="Rectangle 3"/>
          <p:cNvSpPr>
            <a:spLocks noGrp="1" noChangeArrowheads="1"/>
          </p:cNvSpPr>
          <p:nvPr>
            <p:ph idx="1"/>
          </p:nvPr>
        </p:nvSpPr>
        <p:spPr>
          <a:xfrm>
            <a:off x="4134810" y="242888"/>
            <a:ext cx="7723815" cy="6400800"/>
          </a:xfrm>
        </p:spPr>
        <p:txBody>
          <a:bodyPr anchor="ctr">
            <a:normAutofit fontScale="92500" lnSpcReduction="20000"/>
          </a:bodyPr>
          <a:lstStyle/>
          <a:p>
            <a:pPr algn="just"/>
            <a:r>
              <a:rPr lang="en-US" sz="3200" dirty="0">
                <a:latin typeface="Times New Roman" pitchFamily="18" charset="0"/>
              </a:rPr>
              <a:t>A branch is an outgoing edge from a node in a CFG.</a:t>
            </a:r>
          </a:p>
          <a:p>
            <a:pPr lvl="1" algn="just"/>
            <a:endParaRPr lang="en-US" sz="2800" dirty="0">
              <a:latin typeface="Times New Roman" pitchFamily="18" charset="0"/>
            </a:endParaRPr>
          </a:p>
          <a:p>
            <a:pPr algn="just"/>
            <a:r>
              <a:rPr lang="en-US" sz="3600" dirty="0">
                <a:latin typeface="Times New Roman" pitchFamily="18" charset="0"/>
              </a:rPr>
              <a:t>A condition node has two outgoing branches corresponding to the True and False values of the condition.</a:t>
            </a:r>
          </a:p>
          <a:p>
            <a:pPr lvl="2" algn="just"/>
            <a:endParaRPr lang="en-US" sz="2800" dirty="0">
              <a:latin typeface="Times New Roman" pitchFamily="18" charset="0"/>
            </a:endParaRPr>
          </a:p>
          <a:p>
            <a:pPr algn="just"/>
            <a:r>
              <a:rPr lang="en-US" sz="3200" dirty="0">
                <a:latin typeface="Times New Roman" pitchFamily="18" charset="0"/>
              </a:rPr>
              <a:t>Covering a branch means executing a path that contains the branch.</a:t>
            </a:r>
          </a:p>
          <a:p>
            <a:pPr lvl="1" algn="just"/>
            <a:endParaRPr lang="en-US" sz="2800" dirty="0">
              <a:latin typeface="Times New Roman" pitchFamily="18" charset="0"/>
            </a:endParaRPr>
          </a:p>
          <a:p>
            <a:pPr algn="just"/>
            <a:r>
              <a:rPr lang="en-US" altLang="en-US" sz="3200" dirty="0"/>
              <a:t>Find a set of paths such that every edge lies on at least one path</a:t>
            </a:r>
          </a:p>
          <a:p>
            <a:pPr lvl="1" algn="just"/>
            <a:endParaRPr lang="en-US" sz="2800" dirty="0">
              <a:latin typeface="Times New Roman" pitchFamily="18" charset="0"/>
            </a:endParaRPr>
          </a:p>
          <a:p>
            <a:pPr algn="just"/>
            <a:r>
              <a:rPr lang="en-US" sz="3200" dirty="0">
                <a:latin typeface="Times New Roman" pitchFamily="18" charset="0"/>
              </a:rPr>
              <a:t>100% branch coverage means selecting a set of paths such that each branch is included on some path.</a:t>
            </a:r>
          </a:p>
        </p:txBody>
      </p:sp>
      <p:sp>
        <p:nvSpPr>
          <p:cNvPr id="4" name="Rectangle 19"/>
          <p:cNvSpPr>
            <a:spLocks noGrp="1" noChangeArrowheads="1"/>
          </p:cNvSpPr>
          <p:nvPr>
            <p:ph type="sldNum" sz="quarter" idx="12"/>
          </p:nvPr>
        </p:nvSpPr>
        <p:spPr>
          <a:xfrm>
            <a:off x="11704320" y="6455664"/>
            <a:ext cx="448056" cy="365125"/>
          </a:xfrm>
        </p:spPr>
        <p:txBody>
          <a:bodyP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498DF661-8EB3-48F9-9335-F493F3587C2F}" type="slidenum">
              <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66</a:t>
            </a:fld>
            <a:endParaRPr kumimoji="0" lang="en-US" sz="1100" b="1" i="0" u="none" strike="noStrike" kern="1200" cap="none" spc="0" normalizeH="0" baseline="0" noProof="0">
              <a:ln>
                <a:noFill/>
              </a:ln>
              <a:solidFill>
                <a:prstClr val="black">
                  <a:lumMod val="50000"/>
                  <a:lumOff val="50000"/>
                </a:prstClr>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38774382"/>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 name="Rectangle 7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19" name="Rectangle 2"/>
          <p:cNvSpPr>
            <a:spLocks noGrp="1" noChangeArrowheads="1"/>
          </p:cNvSpPr>
          <p:nvPr>
            <p:ph type="title"/>
          </p:nvPr>
        </p:nvSpPr>
        <p:spPr>
          <a:xfrm>
            <a:off x="589560" y="856180"/>
            <a:ext cx="4560584" cy="1128068"/>
          </a:xfrm>
        </p:spPr>
        <p:txBody>
          <a:bodyPr anchor="ctr">
            <a:normAutofit/>
          </a:bodyPr>
          <a:lstStyle/>
          <a:p>
            <a:r>
              <a:rPr lang="en-US" altLang="en-US" sz="3700"/>
              <a:t>  Branch Coverage: Example</a:t>
            </a:r>
          </a:p>
        </p:txBody>
      </p:sp>
      <p:grpSp>
        <p:nvGrpSpPr>
          <p:cNvPr id="78" name="Group 7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9" name="Rectangle 7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2" name="Rectangle 8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220" name="Rectangle 3"/>
          <p:cNvSpPr>
            <a:spLocks noGrp="1" noChangeArrowheads="1"/>
          </p:cNvSpPr>
          <p:nvPr>
            <p:ph idx="1"/>
          </p:nvPr>
        </p:nvSpPr>
        <p:spPr>
          <a:xfrm>
            <a:off x="312653" y="2224322"/>
            <a:ext cx="5081179" cy="4161735"/>
          </a:xfrm>
        </p:spPr>
        <p:txBody>
          <a:bodyPr anchor="ctr">
            <a:normAutofit/>
          </a:bodyPr>
          <a:lstStyle/>
          <a:p>
            <a:pPr>
              <a:buFont typeface="Wingdings" pitchFamily="2" charset="2"/>
              <a:buNone/>
            </a:pPr>
            <a:endParaRPr lang="en-US" altLang="en-US" sz="3200" dirty="0"/>
          </a:p>
          <a:p>
            <a:r>
              <a:rPr lang="en-US" altLang="en-US" sz="3600" u="sng" dirty="0"/>
              <a:t>Minimum number of test cases</a:t>
            </a:r>
            <a:r>
              <a:rPr lang="en-US" altLang="en-US" sz="3600" dirty="0"/>
              <a:t>:  4</a:t>
            </a:r>
          </a:p>
          <a:p>
            <a:endParaRPr lang="en-US" altLang="en-US" sz="3600" dirty="0"/>
          </a:p>
          <a:p>
            <a:r>
              <a:rPr lang="en-US" altLang="en-US" sz="3600" u="sng" dirty="0"/>
              <a:t>Paths:</a:t>
            </a:r>
            <a:r>
              <a:rPr lang="en-US" altLang="en-US" sz="3600" dirty="0"/>
              <a:t> &lt;2 11&gt;, &lt;2 10 12 13 12 14&gt;,  &lt;1 3 5 6 7 15&gt;, &lt;1 4 6 7 8 9 15&gt;  </a:t>
            </a:r>
          </a:p>
        </p:txBody>
      </p:sp>
      <p:sp>
        <p:nvSpPr>
          <p:cNvPr id="84" name="Rectangle 8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223" name="Picture 8"/>
          <p:cNvPicPr>
            <a:picLocks noChangeAspect="1" noChangeArrowheads="1"/>
          </p:cNvPicPr>
          <p:nvPr/>
        </p:nvPicPr>
        <p:blipFill rotWithShape="1">
          <a:blip r:embed="rId2">
            <a:extLst>
              <a:ext uri="{28A0092B-C50C-407E-A947-70E740481C1C}">
                <a14:useLocalDpi xmlns:a14="http://schemas.microsoft.com/office/drawing/2010/main" val="0"/>
              </a:ext>
            </a:extLst>
          </a:blip>
          <a:srcRect l="4749" r="-2" b="-2"/>
          <a:stretch/>
        </p:blipFill>
        <p:spPr bwMode="auto">
          <a:xfrm>
            <a:off x="5977788" y="1191802"/>
            <a:ext cx="4943641" cy="486684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Slide Number Placeholder 5"/>
          <p:cNvSpPr>
            <a:spLocks noGrp="1"/>
          </p:cNvSpPr>
          <p:nvPr>
            <p:ph type="sldNum" sz="quarter" idx="12"/>
          </p:nvPr>
        </p:nvSpPr>
        <p:spPr>
          <a:xfrm>
            <a:off x="9385070" y="6492240"/>
            <a:ext cx="105571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520312C9-0F05-45CD-AE43-AD5E5E77EA3B}"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67</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222440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5" name="Rectangle 7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1" name="Rectangle 8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3" name="Freeform: Shape 8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1698" name="Rectangle 2"/>
          <p:cNvSpPr>
            <a:spLocks noGrp="1" noChangeArrowheads="1"/>
          </p:cNvSpPr>
          <p:nvPr>
            <p:ph type="title"/>
          </p:nvPr>
        </p:nvSpPr>
        <p:spPr>
          <a:xfrm>
            <a:off x="466722" y="586855"/>
            <a:ext cx="3201366" cy="3387497"/>
          </a:xfrm>
        </p:spPr>
        <p:txBody>
          <a:bodyPr anchor="b">
            <a:normAutofit/>
          </a:bodyPr>
          <a:lstStyle/>
          <a:p>
            <a:pPr algn="r">
              <a:defRPr/>
            </a:pPr>
            <a:r>
              <a:rPr lang="en-US" sz="4000">
                <a:solidFill>
                  <a:srgbClr val="FFFFFF"/>
                </a:solidFill>
              </a:rPr>
              <a:t>Simple Path Coverage</a:t>
            </a:r>
          </a:p>
        </p:txBody>
      </p:sp>
      <p:sp>
        <p:nvSpPr>
          <p:cNvPr id="41987" name="Rectangle 3"/>
          <p:cNvSpPr>
            <a:spLocks noGrp="1" noChangeArrowheads="1"/>
          </p:cNvSpPr>
          <p:nvPr>
            <p:ph idx="1"/>
          </p:nvPr>
        </p:nvSpPr>
        <p:spPr>
          <a:xfrm>
            <a:off x="4810259" y="649480"/>
            <a:ext cx="6555347" cy="5546047"/>
          </a:xfrm>
        </p:spPr>
        <p:txBody>
          <a:bodyPr anchor="ctr">
            <a:normAutofit/>
          </a:bodyPr>
          <a:lstStyle/>
          <a:p>
            <a:r>
              <a:rPr lang="en-US" altLang="en-US" sz="4000" b="1" u="sng" dirty="0"/>
              <a:t>Strategy:</a:t>
            </a:r>
            <a:r>
              <a:rPr lang="en-US" altLang="en-US" sz="4000" dirty="0"/>
              <a:t> </a:t>
            </a:r>
          </a:p>
          <a:p>
            <a:pPr lvl="1"/>
            <a:r>
              <a:rPr lang="en-US" altLang="en-US" sz="4000" dirty="0"/>
              <a:t>every simple path (which </a:t>
            </a:r>
            <a:r>
              <a:rPr lang="en-US" altLang="en-US" sz="4000" i="1" dirty="0"/>
              <a:t>does not contain the same edge more than once</a:t>
            </a:r>
            <a:r>
              <a:rPr lang="en-US" altLang="en-US" sz="4000" dirty="0"/>
              <a:t>) is executed once</a:t>
            </a:r>
          </a:p>
          <a:p>
            <a:endParaRPr lang="en-US" altLang="en-US" sz="2000" u="sng" dirty="0"/>
          </a:p>
          <a:p>
            <a:endParaRPr lang="en-US" altLang="en-US" sz="2000" dirty="0"/>
          </a:p>
        </p:txBody>
      </p:sp>
      <p:sp>
        <p:nvSpPr>
          <p:cNvPr id="41989" name="Slide Number Placeholder 5"/>
          <p:cNvSpPr>
            <a:spLocks noGrp="1"/>
          </p:cNvSpPr>
          <p:nvPr>
            <p:ph type="sldNum" sz="quarter" idx="12"/>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F8E5E25E-3E66-400D-95F7-03E7E336C86D}" type="slidenum">
              <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68</a:t>
            </a:fld>
            <a:endPar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endParaRPr>
          </a:p>
        </p:txBody>
      </p:sp>
    </p:spTree>
    <p:extLst>
      <p:ext uri="{BB962C8B-B14F-4D97-AF65-F5344CB8AC3E}">
        <p14:creationId xmlns:p14="http://schemas.microsoft.com/office/powerpoint/2010/main" val="12267532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71" name="Rectangle 2"/>
          <p:cNvSpPr>
            <a:spLocks noGrp="1" noChangeArrowheads="1"/>
          </p:cNvSpPr>
          <p:nvPr>
            <p:ph type="title"/>
          </p:nvPr>
        </p:nvSpPr>
        <p:spPr>
          <a:xfrm>
            <a:off x="589560" y="856180"/>
            <a:ext cx="4560584" cy="1128068"/>
          </a:xfrm>
        </p:spPr>
        <p:txBody>
          <a:bodyPr anchor="ctr">
            <a:normAutofit/>
          </a:bodyPr>
          <a:lstStyle/>
          <a:p>
            <a:r>
              <a:rPr lang="en-US" altLang="en-US" sz="3700"/>
              <a:t>  Simple Path Coverage: Example</a:t>
            </a:r>
          </a:p>
        </p:txBody>
      </p:sp>
      <p:grpSp>
        <p:nvGrpSpPr>
          <p:cNvPr id="77" name="Group 7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8" name="Rectangle 7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1" name="Rectangle 8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72" name="Rectangle 3"/>
          <p:cNvSpPr>
            <a:spLocks noGrp="1" noChangeArrowheads="1"/>
          </p:cNvSpPr>
          <p:nvPr>
            <p:ph idx="1"/>
          </p:nvPr>
        </p:nvSpPr>
        <p:spPr>
          <a:xfrm>
            <a:off x="159341" y="2364137"/>
            <a:ext cx="5095090" cy="3979585"/>
          </a:xfrm>
        </p:spPr>
        <p:txBody>
          <a:bodyPr anchor="ctr">
            <a:normAutofit lnSpcReduction="10000"/>
          </a:bodyPr>
          <a:lstStyle/>
          <a:p>
            <a:pPr lvl="1">
              <a:buFont typeface="Wingdings" pitchFamily="2" charset="2"/>
              <a:buNone/>
            </a:pPr>
            <a:endParaRPr lang="en-US" altLang="en-US" sz="3200" dirty="0"/>
          </a:p>
          <a:p>
            <a:r>
              <a:rPr lang="en-US" altLang="en-US" sz="3600" u="sng" dirty="0"/>
              <a:t>Minimum number of test cases</a:t>
            </a:r>
            <a:r>
              <a:rPr lang="en-US" altLang="en-US" sz="3600" dirty="0"/>
              <a:t>:  6</a:t>
            </a:r>
          </a:p>
          <a:p>
            <a:pPr lvl="1"/>
            <a:endParaRPr lang="en-US" altLang="en-US" sz="3200" dirty="0"/>
          </a:p>
          <a:p>
            <a:r>
              <a:rPr lang="en-US" altLang="en-US" sz="3600" u="sng" dirty="0"/>
              <a:t>Paths:</a:t>
            </a:r>
            <a:r>
              <a:rPr lang="en-US" altLang="en-US" sz="3600" dirty="0"/>
              <a:t> &lt;2 11&gt;, &lt;2 10 12 14&gt;,  &lt;1 3 5 6 7 15&gt;, &lt; 1 4 6 7 15&gt;, &lt;1 3 5 6 7 8 9 15&gt;,   &lt;1 4 6 7 8 9 15&gt;  </a:t>
            </a:r>
          </a:p>
        </p:txBody>
      </p:sp>
      <p:sp>
        <p:nvSpPr>
          <p:cNvPr id="83" name="Rectangle 8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174" name="Picture 8"/>
          <p:cNvPicPr>
            <a:picLocks noChangeAspect="1" noChangeArrowheads="1"/>
          </p:cNvPicPr>
          <p:nvPr/>
        </p:nvPicPr>
        <p:blipFill rotWithShape="1">
          <a:blip r:embed="rId2">
            <a:extLst>
              <a:ext uri="{28A0092B-C50C-407E-A947-70E740481C1C}">
                <a14:useLocalDpi xmlns:a14="http://schemas.microsoft.com/office/drawing/2010/main" val="0"/>
              </a:ext>
            </a:extLst>
          </a:blip>
          <a:srcRect l="4749" r="-2" b="-2"/>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Slide Number Placeholder 5"/>
          <p:cNvSpPr>
            <a:spLocks noGrp="1"/>
          </p:cNvSpPr>
          <p:nvPr>
            <p:ph type="sldNum" sz="quarter" idx="12"/>
          </p:nvPr>
        </p:nvSpPr>
        <p:spPr>
          <a:xfrm>
            <a:off x="9385070" y="6492240"/>
            <a:ext cx="105571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83CAA59B-8BD5-4512-94EA-11179F0860E9}"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69</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52002212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Freeform: Shape 8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6" name="Rectangle 8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4034" name="Rectangle 2"/>
          <p:cNvSpPr>
            <a:spLocks noGrp="1" noChangeArrowheads="1"/>
          </p:cNvSpPr>
          <p:nvPr>
            <p:ph type="title"/>
          </p:nvPr>
        </p:nvSpPr>
        <p:spPr>
          <a:xfrm>
            <a:off x="466722" y="586855"/>
            <a:ext cx="3201366" cy="3387497"/>
          </a:xfrm>
        </p:spPr>
        <p:txBody>
          <a:bodyPr anchor="b">
            <a:normAutofit/>
          </a:bodyPr>
          <a:lstStyle/>
          <a:p>
            <a:pPr algn="r"/>
            <a:r>
              <a:rPr lang="en-US" altLang="en-US" sz="4000">
                <a:solidFill>
                  <a:srgbClr val="FFFFFF"/>
                </a:solidFill>
              </a:rPr>
              <a:t>All Path Coverage</a:t>
            </a:r>
          </a:p>
        </p:txBody>
      </p:sp>
      <p:sp>
        <p:nvSpPr>
          <p:cNvPr id="44035" name="Rectangle 3"/>
          <p:cNvSpPr>
            <a:spLocks noGrp="1" noChangeArrowheads="1"/>
          </p:cNvSpPr>
          <p:nvPr>
            <p:ph idx="1"/>
          </p:nvPr>
        </p:nvSpPr>
        <p:spPr>
          <a:xfrm>
            <a:off x="4810259" y="649480"/>
            <a:ext cx="6555347" cy="5546047"/>
          </a:xfrm>
        </p:spPr>
        <p:txBody>
          <a:bodyPr anchor="ctr">
            <a:normAutofit lnSpcReduction="10000"/>
          </a:bodyPr>
          <a:lstStyle/>
          <a:p>
            <a:r>
              <a:rPr lang="en-US" altLang="en-US" sz="4000" b="1" u="sng" dirty="0"/>
              <a:t>Strategy:</a:t>
            </a:r>
            <a:r>
              <a:rPr lang="en-US" altLang="en-US" sz="4000" dirty="0"/>
              <a:t> </a:t>
            </a:r>
          </a:p>
          <a:p>
            <a:endParaRPr lang="en-US" altLang="en-US" sz="4000" dirty="0"/>
          </a:p>
          <a:p>
            <a:pPr lvl="1"/>
            <a:r>
              <a:rPr lang="en-US" altLang="en-US" sz="4000" dirty="0"/>
              <a:t>every possible program path is executed at least once</a:t>
            </a:r>
          </a:p>
          <a:p>
            <a:pPr marL="457200" lvl="1" indent="0">
              <a:buNone/>
            </a:pPr>
            <a:endParaRPr lang="en-US" altLang="en-US" sz="4000" dirty="0"/>
          </a:p>
          <a:p>
            <a:pPr lvl="1"/>
            <a:r>
              <a:rPr lang="en-US" altLang="en-US" sz="4000" dirty="0"/>
              <a:t>In terms of flowgraph: find all DD-paths through the flowgraph  </a:t>
            </a:r>
          </a:p>
          <a:p>
            <a:endParaRPr lang="en-US" altLang="en-US" sz="2000" dirty="0"/>
          </a:p>
          <a:p>
            <a:r>
              <a:rPr lang="en-US" altLang="en-US" sz="2000" u="sng" dirty="0"/>
              <a:t> </a:t>
            </a:r>
            <a:endParaRPr lang="en-US" altLang="en-US" sz="2000" dirty="0"/>
          </a:p>
        </p:txBody>
      </p:sp>
      <p:sp>
        <p:nvSpPr>
          <p:cNvPr id="44037" name="Slide Number Placeholder 5"/>
          <p:cNvSpPr>
            <a:spLocks noGrp="1"/>
          </p:cNvSpPr>
          <p:nvPr>
            <p:ph type="sldNum" sz="quarter" idx="12"/>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11239FD8-802F-4999-9AFC-4FB968DA3040}" type="slidenum">
              <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70</a:t>
            </a:fld>
            <a:endPar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endParaRPr>
          </a:p>
        </p:txBody>
      </p:sp>
    </p:spTree>
    <p:extLst>
      <p:ext uri="{BB962C8B-B14F-4D97-AF65-F5344CB8AC3E}">
        <p14:creationId xmlns:p14="http://schemas.microsoft.com/office/powerpoint/2010/main" val="97302743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67" name="Rectangle 2"/>
          <p:cNvSpPr>
            <a:spLocks noGrp="1" noChangeArrowheads="1"/>
          </p:cNvSpPr>
          <p:nvPr>
            <p:ph type="title"/>
          </p:nvPr>
        </p:nvSpPr>
        <p:spPr>
          <a:xfrm>
            <a:off x="589560" y="856180"/>
            <a:ext cx="4560584" cy="1128068"/>
          </a:xfrm>
        </p:spPr>
        <p:txBody>
          <a:bodyPr anchor="ctr">
            <a:normAutofit/>
          </a:bodyPr>
          <a:lstStyle/>
          <a:p>
            <a:r>
              <a:rPr lang="en-US" altLang="en-US" sz="3700"/>
              <a:t>  All Path Coverage: Example</a:t>
            </a:r>
          </a:p>
        </p:txBody>
      </p:sp>
      <p:grpSp>
        <p:nvGrpSpPr>
          <p:cNvPr id="77" name="Group 7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78" name="Rectangle 7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9" name="Rectangle 7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81" name="Rectangle 8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68" name="Rectangle 3"/>
          <p:cNvSpPr>
            <a:spLocks noGrp="1" noChangeArrowheads="1"/>
          </p:cNvSpPr>
          <p:nvPr>
            <p:ph idx="1"/>
          </p:nvPr>
        </p:nvSpPr>
        <p:spPr>
          <a:xfrm>
            <a:off x="590719" y="2330505"/>
            <a:ext cx="4559425" cy="3979585"/>
          </a:xfrm>
        </p:spPr>
        <p:txBody>
          <a:bodyPr anchor="ctr">
            <a:normAutofit lnSpcReduction="10000"/>
          </a:bodyPr>
          <a:lstStyle/>
          <a:p>
            <a:r>
              <a:rPr lang="en-US" altLang="en-US" sz="3200" u="sng" dirty="0"/>
              <a:t>Minimum number of test cases</a:t>
            </a:r>
            <a:r>
              <a:rPr lang="en-US" altLang="en-US" sz="3200" dirty="0"/>
              <a:t>:  Infinite</a:t>
            </a:r>
          </a:p>
          <a:p>
            <a:pPr lvl="1"/>
            <a:endParaRPr lang="en-US" altLang="en-US" sz="2800" dirty="0"/>
          </a:p>
          <a:p>
            <a:r>
              <a:rPr lang="en-US" altLang="en-US" sz="3200" u="sng" dirty="0"/>
              <a:t>Paths:</a:t>
            </a:r>
            <a:r>
              <a:rPr lang="en-US" altLang="en-US" sz="3200" dirty="0"/>
              <a:t> &lt;2 11&gt;, &lt;2 10 12 14&gt;, &lt;2 10 12 (13 12)</a:t>
            </a:r>
            <a:r>
              <a:rPr lang="en-US" altLang="en-US" sz="3200" baseline="30000" dirty="0"/>
              <a:t>n</a:t>
            </a:r>
            <a:r>
              <a:rPr lang="en-US" altLang="en-US" sz="3200" dirty="0"/>
              <a:t> 14&gt;, &lt;1 3 5 6 7 15&gt;, &lt; 1 4 6 7 15&gt;, &lt;1 3 5 6 7 (8 9)</a:t>
            </a:r>
            <a:r>
              <a:rPr lang="en-US" altLang="en-US" sz="3200" baseline="30000" dirty="0"/>
              <a:t>n</a:t>
            </a:r>
            <a:r>
              <a:rPr lang="en-US" altLang="en-US" sz="3200" dirty="0"/>
              <a:t> 15&gt;, &lt;1 4 6 7 (8 9)</a:t>
            </a:r>
            <a:r>
              <a:rPr lang="en-US" altLang="en-US" sz="3200" baseline="30000" dirty="0"/>
              <a:t>n</a:t>
            </a:r>
            <a:r>
              <a:rPr lang="en-US" altLang="en-US" sz="3200" dirty="0"/>
              <a:t> 15&gt; (any n&gt;0)</a:t>
            </a:r>
          </a:p>
        </p:txBody>
      </p:sp>
      <p:sp>
        <p:nvSpPr>
          <p:cNvPr id="83" name="Rectangle 8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270" name="Picture 7"/>
          <p:cNvPicPr>
            <a:picLocks noChangeAspect="1" noChangeArrowheads="1"/>
          </p:cNvPicPr>
          <p:nvPr/>
        </p:nvPicPr>
        <p:blipFill rotWithShape="1">
          <a:blip r:embed="rId2">
            <a:extLst>
              <a:ext uri="{28A0092B-C50C-407E-A947-70E740481C1C}">
                <a14:useLocalDpi xmlns:a14="http://schemas.microsoft.com/office/drawing/2010/main" val="0"/>
              </a:ext>
            </a:extLst>
          </a:blip>
          <a:srcRect l="4749" r="-2" b="-2"/>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Slide Number Placeholder 5"/>
          <p:cNvSpPr>
            <a:spLocks noGrp="1"/>
          </p:cNvSpPr>
          <p:nvPr>
            <p:ph type="sldNum" sz="quarter" idx="12"/>
          </p:nvPr>
        </p:nvSpPr>
        <p:spPr>
          <a:xfrm>
            <a:off x="9385070" y="6492240"/>
            <a:ext cx="105571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D0188147-444A-4A9F-A327-FB543BDCF3CB}"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71</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38038261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8" name="Rectangle 137">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ectangle 139">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2" name="Rectangle 141">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4" name="Rectangle 143">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6" name="Freeform: Shape 145">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8" name="Rectangle 147">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38626" name="Rectangle 2"/>
          <p:cNvSpPr>
            <a:spLocks noGrp="1" noChangeArrowheads="1"/>
          </p:cNvSpPr>
          <p:nvPr>
            <p:ph type="title"/>
          </p:nvPr>
        </p:nvSpPr>
        <p:spPr>
          <a:xfrm>
            <a:off x="466722" y="586855"/>
            <a:ext cx="3201366" cy="3387497"/>
          </a:xfrm>
        </p:spPr>
        <p:txBody>
          <a:bodyPr anchor="b">
            <a:normAutofit/>
          </a:bodyPr>
          <a:lstStyle/>
          <a:p>
            <a:pPr algn="r">
              <a:defRPr/>
            </a:pPr>
            <a:r>
              <a:rPr lang="en-US" sz="4000">
                <a:solidFill>
                  <a:srgbClr val="FFFFFF"/>
                </a:solidFill>
              </a:rPr>
              <a:t> Visit-Each-Loop Coverage </a:t>
            </a:r>
          </a:p>
        </p:txBody>
      </p:sp>
      <p:sp>
        <p:nvSpPr>
          <p:cNvPr id="54275" name="Rectangle 3"/>
          <p:cNvSpPr>
            <a:spLocks noGrp="1" noChangeArrowheads="1"/>
          </p:cNvSpPr>
          <p:nvPr>
            <p:ph idx="1"/>
          </p:nvPr>
        </p:nvSpPr>
        <p:spPr>
          <a:xfrm>
            <a:off x="4810259" y="649480"/>
            <a:ext cx="6555347" cy="5546047"/>
          </a:xfrm>
        </p:spPr>
        <p:txBody>
          <a:bodyPr anchor="ctr">
            <a:normAutofit/>
          </a:bodyPr>
          <a:lstStyle/>
          <a:p>
            <a:pPr>
              <a:defRPr/>
            </a:pPr>
            <a:r>
              <a:rPr lang="en-US" sz="3600" b="1" u="sng" dirty="0"/>
              <a:t>Strategy:</a:t>
            </a:r>
            <a:r>
              <a:rPr lang="en-US" sz="3600" dirty="0"/>
              <a:t> </a:t>
            </a:r>
          </a:p>
          <a:p>
            <a:pPr lvl="1">
              <a:defRPr/>
            </a:pPr>
            <a:r>
              <a:rPr lang="en-US" sz="3600" dirty="0">
                <a:effectLst>
                  <a:outerShdw blurRad="38100" dist="38100" dir="2700000" algn="tl">
                    <a:srgbClr val="C0C0C0"/>
                  </a:outerShdw>
                </a:effectLst>
                <a:latin typeface="Helvetica" pitchFamily="34" charset="0"/>
              </a:rPr>
              <a:t>skip the loop entirely </a:t>
            </a:r>
          </a:p>
          <a:p>
            <a:pPr lvl="1">
              <a:defRPr/>
            </a:pPr>
            <a:r>
              <a:rPr lang="en-US" sz="3600" dirty="0">
                <a:effectLst>
                  <a:outerShdw blurRad="38100" dist="38100" dir="2700000" algn="tl">
                    <a:srgbClr val="C0C0C0"/>
                  </a:outerShdw>
                </a:effectLst>
                <a:latin typeface="Helvetica" pitchFamily="34" charset="0"/>
              </a:rPr>
              <a:t>only one pass through the loop </a:t>
            </a:r>
          </a:p>
          <a:p>
            <a:pPr lvl="1">
              <a:defRPr/>
            </a:pPr>
            <a:endParaRPr lang="en-US" sz="2000" u="sng" dirty="0">
              <a:effectLst>
                <a:outerShdw blurRad="38100" dist="38100" dir="2700000" algn="tl">
                  <a:srgbClr val="C0C0C0"/>
                </a:outerShdw>
              </a:effectLst>
              <a:latin typeface="Helvetica" pitchFamily="34" charset="0"/>
            </a:endParaRPr>
          </a:p>
          <a:p>
            <a:pPr>
              <a:defRPr/>
            </a:pPr>
            <a:endParaRPr lang="en-US" sz="2000" dirty="0"/>
          </a:p>
        </p:txBody>
      </p:sp>
      <p:sp>
        <p:nvSpPr>
          <p:cNvPr id="40965" name="Slide Number Placeholder 5"/>
          <p:cNvSpPr>
            <a:spLocks noGrp="1"/>
          </p:cNvSpPr>
          <p:nvPr>
            <p:ph type="sldNum" sz="quarter" idx="12"/>
          </p:nvPr>
        </p:nvSpPr>
        <p:spPr>
          <a:xfrm>
            <a:off x="11704320" y="6455664"/>
            <a:ext cx="44805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841347CC-7B7D-40EA-A54A-E72EDDF3A978}" type="slidenum">
              <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72</a:t>
            </a:fld>
            <a:endParaRPr kumimoji="0" lang="en-US" altLang="en-US" sz="1100" b="1" i="0" u="none" strike="noStrike" kern="1200" cap="none" spc="0" normalizeH="0" baseline="0" noProof="0">
              <a:ln>
                <a:noFill/>
              </a:ln>
              <a:solidFill>
                <a:prstClr val="black">
                  <a:lumMod val="50000"/>
                  <a:lumOff val="50000"/>
                </a:prstClr>
              </a:solidFill>
              <a:effectLst/>
              <a:uLnTx/>
              <a:uFillTx/>
              <a:latin typeface="Arial" pitchFamily="34" charset="0"/>
              <a:ea typeface="+mn-ea"/>
              <a:cs typeface="+mn-cs"/>
            </a:endParaRPr>
          </a:p>
        </p:txBody>
      </p:sp>
    </p:spTree>
    <p:extLst>
      <p:ext uri="{BB962C8B-B14F-4D97-AF65-F5344CB8AC3E}">
        <p14:creationId xmlns:p14="http://schemas.microsoft.com/office/powerpoint/2010/main" val="3628797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0674" name="Rectangle 1026"/>
          <p:cNvSpPr>
            <a:spLocks noGrp="1" noChangeArrowheads="1"/>
          </p:cNvSpPr>
          <p:nvPr>
            <p:ph type="title"/>
          </p:nvPr>
        </p:nvSpPr>
        <p:spPr>
          <a:xfrm>
            <a:off x="589560" y="856180"/>
            <a:ext cx="4560584" cy="1128068"/>
          </a:xfrm>
        </p:spPr>
        <p:txBody>
          <a:bodyPr anchor="ctr">
            <a:normAutofit/>
          </a:bodyPr>
          <a:lstStyle/>
          <a:p>
            <a:pPr>
              <a:defRPr/>
            </a:pPr>
            <a:r>
              <a:rPr lang="en-US" sz="3700"/>
              <a:t>  Visit-Each-Loop Coverage: Example</a:t>
            </a:r>
          </a:p>
        </p:txBody>
      </p:sp>
      <p:grpSp>
        <p:nvGrpSpPr>
          <p:cNvPr id="138" name="Group 13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9" name="Rectangle 138">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0" name="Rectangle 139">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2" name="Rectangle 141">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0675" name="Rectangle 1027"/>
          <p:cNvSpPr>
            <a:spLocks noGrp="1" noChangeArrowheads="1"/>
          </p:cNvSpPr>
          <p:nvPr>
            <p:ph idx="1"/>
          </p:nvPr>
        </p:nvSpPr>
        <p:spPr>
          <a:xfrm>
            <a:off x="590719" y="2330505"/>
            <a:ext cx="4559425" cy="3979585"/>
          </a:xfrm>
        </p:spPr>
        <p:txBody>
          <a:bodyPr anchor="ctr">
            <a:normAutofit/>
          </a:bodyPr>
          <a:lstStyle/>
          <a:p>
            <a:pPr>
              <a:defRPr/>
            </a:pPr>
            <a:r>
              <a:rPr lang="en-US" u="sng" dirty="0"/>
              <a:t>Minimum number of test cases</a:t>
            </a:r>
            <a:r>
              <a:rPr lang="en-US" dirty="0"/>
              <a:t>:  </a:t>
            </a:r>
            <a:r>
              <a:rPr lang="en-US" b="1" dirty="0">
                <a:effectLst>
                  <a:outerShdw blurRad="38100" dist="38100" dir="2700000" algn="tl">
                    <a:srgbClr val="C0C0C0"/>
                  </a:outerShdw>
                </a:effectLst>
              </a:rPr>
              <a:t>7</a:t>
            </a:r>
            <a:endParaRPr lang="en-US" dirty="0"/>
          </a:p>
          <a:p>
            <a:pPr lvl="1">
              <a:defRPr/>
            </a:pPr>
            <a:endParaRPr lang="en-US" sz="2800" dirty="0"/>
          </a:p>
          <a:p>
            <a:pPr>
              <a:defRPr/>
            </a:pPr>
            <a:r>
              <a:rPr lang="en-US" u="sng" dirty="0"/>
              <a:t>Paths:</a:t>
            </a:r>
            <a:r>
              <a:rPr lang="en-US" dirty="0"/>
              <a:t> &lt;2 11&gt;, &lt;2 10 12 14&gt;, &lt;2 10 12 13 12 14&gt;,  &lt;1 3 5 6 7 15&gt;, &lt; 1 4 6 7 15&gt;, &lt;1 3 5 6 7 8 9 15&gt;,  &lt;1 4 6 7 8 9 15&gt;</a:t>
            </a:r>
            <a:endParaRPr lang="en-US" u="sng" dirty="0"/>
          </a:p>
        </p:txBody>
      </p:sp>
      <p:sp>
        <p:nvSpPr>
          <p:cNvPr id="144" name="Rectangle 143">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6" name="Rectangle 145">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128" name="Picture 9"/>
          <p:cNvPicPr>
            <a:picLocks noChangeAspect="1" noChangeArrowheads="1"/>
          </p:cNvPicPr>
          <p:nvPr/>
        </p:nvPicPr>
        <p:blipFill rotWithShape="1">
          <a:blip r:embed="rId2">
            <a:extLst>
              <a:ext uri="{28A0092B-C50C-407E-A947-70E740481C1C}">
                <a14:useLocalDpi xmlns:a14="http://schemas.microsoft.com/office/drawing/2010/main" val="0"/>
              </a:ext>
            </a:extLst>
          </a:blip>
          <a:srcRect l="4749" r="-2" b="-2"/>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Slide Number Placeholder 5"/>
          <p:cNvSpPr>
            <a:spLocks noGrp="1"/>
          </p:cNvSpPr>
          <p:nvPr>
            <p:ph type="sldNum" sz="quarter" idx="12"/>
          </p:nvPr>
        </p:nvSpPr>
        <p:spPr>
          <a:xfrm>
            <a:off x="9385070" y="6492240"/>
            <a:ext cx="1055716"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eaLnBrk="0" hangingPunct="0">
              <a:defRPr>
                <a:solidFill>
                  <a:schemeClr val="tx1"/>
                </a:solidFill>
                <a:latin typeface="Arial" pitchFamily="34" charset="0"/>
              </a:defRPr>
            </a:lvl1pPr>
            <a:lvl2pPr marL="742950" indent="-285750"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0" algn="r" defTabSz="914400" rtl="0" eaLnBrk="1" fontAlgn="base" latinLnBrk="0" hangingPunct="1">
              <a:lnSpc>
                <a:spcPct val="100000"/>
              </a:lnSpc>
              <a:spcBef>
                <a:spcPct val="0"/>
              </a:spcBef>
              <a:spcAft>
                <a:spcPts val="600"/>
              </a:spcAft>
              <a:buClrTx/>
              <a:buSzTx/>
              <a:buFontTx/>
              <a:buNone/>
              <a:tabLst/>
              <a:defRPr/>
            </a:pPr>
            <a:fld id="{5870183D-DF3C-4CC4-839E-8DE7636D4298}" type="slidenum">
              <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73</a:t>
            </a:fld>
            <a:endParaRPr kumimoji="0" lang="en-US" altLang="en-US" sz="1200" b="1" i="0" u="none" strike="noStrike" kern="1200" cap="none" spc="0" normalizeH="0" baseline="0" noProof="0">
              <a:ln>
                <a:noFill/>
              </a:ln>
              <a:solidFill>
                <a:prstClr val="black"/>
              </a:solidFill>
              <a:effectLst/>
              <a:uLnTx/>
              <a:uFillTx/>
              <a:latin typeface="Arial" pitchFamily="34" charset="0"/>
              <a:ea typeface="+mn-ea"/>
              <a:cs typeface="+mn-cs"/>
            </a:endParaRPr>
          </a:p>
        </p:txBody>
      </p:sp>
    </p:spTree>
    <p:extLst>
      <p:ext uri="{BB962C8B-B14F-4D97-AF65-F5344CB8AC3E}">
        <p14:creationId xmlns:p14="http://schemas.microsoft.com/office/powerpoint/2010/main" val="18696750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4" name="Rectangle 7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8" name="Rectangle 7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0" name="Rectangle 7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2" name="Freeform: Shape 8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4" name="Rectangle 8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3"/>
          <p:cNvSpPr txBox="1">
            <a:spLocks noChangeArrowheads="1"/>
          </p:cNvSpPr>
          <p:nvPr/>
        </p:nvSpPr>
        <p:spPr>
          <a:xfrm>
            <a:off x="466722" y="586855"/>
            <a:ext cx="3201366" cy="3387497"/>
          </a:xfrm>
          <a:prstGeom prst="rect">
            <a:avLst/>
          </a:prstGeom>
        </p:spPr>
        <p:txBody>
          <a:bodyPr vert="horz" lIns="91440" tIns="45720" rIns="91440" bIns="45720" rtlCol="0" anchor="b">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pPr marL="0" marR="0" lvl="0" indent="0" algn="r" defTabSz="914400" rtl="0" eaLnBrk="1" fontAlgn="auto" latinLnBrk="0" hangingPunct="1">
              <a:lnSpc>
                <a:spcPct val="90000"/>
              </a:lnSpc>
              <a:spcBef>
                <a:spcPct val="0"/>
              </a:spcBef>
              <a:spcAft>
                <a:spcPts val="600"/>
              </a:spcAft>
              <a:buClr>
                <a:srgbClr val="0BD0D9"/>
              </a:buClr>
              <a:buSzPct val="95000"/>
              <a:buFont typeface="Wingdings 2"/>
              <a:buNone/>
              <a:tabLst/>
              <a:defRPr/>
            </a:pPr>
            <a:r>
              <a:rPr kumimoji="0" lang="en-US" sz="4000" b="0" i="0" u="none" strike="noStrike" kern="1200" cap="none" spc="0" normalizeH="0" baseline="0" noProof="0">
                <a:ln>
                  <a:noFill/>
                </a:ln>
                <a:solidFill>
                  <a:srgbClr val="FFFFFF"/>
                </a:solidFill>
                <a:effectLst/>
                <a:uLnTx/>
                <a:uFillTx/>
                <a:latin typeface="Calibri Light" panose="020F0302020204030204"/>
                <a:ea typeface="+mn-ea"/>
                <a:cs typeface="+mn-cs"/>
              </a:rPr>
              <a:t>Predicate coverage criterion</a:t>
            </a:r>
          </a:p>
        </p:txBody>
      </p:sp>
      <p:sp>
        <p:nvSpPr>
          <p:cNvPr id="340995" name="Rectangle 3"/>
          <p:cNvSpPr>
            <a:spLocks noGrp="1" noChangeArrowheads="1"/>
          </p:cNvSpPr>
          <p:nvPr>
            <p:ph idx="1"/>
          </p:nvPr>
        </p:nvSpPr>
        <p:spPr>
          <a:xfrm>
            <a:off x="4810259" y="649480"/>
            <a:ext cx="6555347" cy="5546047"/>
          </a:xfrm>
        </p:spPr>
        <p:txBody>
          <a:bodyPr vert="horz" lIns="91440" tIns="45720" rIns="91440" bIns="45720" rtlCol="0" anchor="ctr">
            <a:normAutofit/>
          </a:bodyPr>
          <a:lstStyle/>
          <a:p>
            <a:pPr lvl="1"/>
            <a:r>
              <a:rPr lang="en-US" sz="3200" dirty="0"/>
              <a:t>If all possible combinations of truth values of the conditions affecting a path have been explored under some tests, then we say that predicate coverage has been achieved. </a:t>
            </a:r>
          </a:p>
        </p:txBody>
      </p:sp>
      <p:sp>
        <p:nvSpPr>
          <p:cNvPr id="4" name="Rectangle 19"/>
          <p:cNvSpPr>
            <a:spLocks noGrp="1" noChangeArrowheads="1"/>
          </p:cNvSpPr>
          <p:nvPr>
            <p:ph type="sldNum" sz="quarter" idx="12"/>
          </p:nvPr>
        </p:nvSpPr>
        <p:spPr>
          <a:xfrm>
            <a:off x="11704320" y="6455664"/>
            <a:ext cx="448056" cy="365125"/>
          </a:xfrm>
        </p:spPr>
        <p:txBody>
          <a:bodyPr vert="horz" lIns="91440" tIns="45720" rIns="91440" bIns="45720" rtlCol="0" anchor="ctr">
            <a:normAutofit/>
          </a:bodyPr>
          <a:lstStyle/>
          <a:p>
            <a:pPr marL="0" marR="0" lvl="0" indent="0" algn="r" defTabSz="914400" rtl="0" eaLnBrk="1" fontAlgn="base" latinLnBrk="0" hangingPunct="1">
              <a:lnSpc>
                <a:spcPct val="100000"/>
              </a:lnSpc>
              <a:spcBef>
                <a:spcPct val="0"/>
              </a:spcBef>
              <a:spcAft>
                <a:spcPts val="600"/>
              </a:spcAft>
              <a:buClrTx/>
              <a:buSzTx/>
              <a:buFontTx/>
              <a:buNone/>
              <a:tabLst/>
              <a:defRPr/>
            </a:pPr>
            <a:fld id="{3A002DC8-72A8-4A30-942F-EA8FBF594529}" type="slidenum">
              <a:rPr kumimoji="0" lang="en-US" sz="1100" b="1"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rPr>
              <a:pPr marL="0" marR="0" lvl="0" indent="0" algn="r" defTabSz="914400" rtl="0" eaLnBrk="1" fontAlgn="base" latinLnBrk="0" hangingPunct="1">
                <a:lnSpc>
                  <a:spcPct val="100000"/>
                </a:lnSpc>
                <a:spcBef>
                  <a:spcPct val="0"/>
                </a:spcBef>
                <a:spcAft>
                  <a:spcPts val="600"/>
                </a:spcAft>
                <a:buClrTx/>
                <a:buSzTx/>
                <a:buFontTx/>
                <a:buNone/>
                <a:tabLst/>
                <a:defRPr/>
              </a:pPr>
              <a:t>74</a:t>
            </a:fld>
            <a:endParaRPr kumimoji="0" lang="en-US" sz="1100" b="1" i="0" u="none" strike="noStrike" kern="1200" cap="none" spc="0" normalizeH="0" baseline="0" noProof="0">
              <a:ln>
                <a:noFill/>
              </a:ln>
              <a:solidFill>
                <a:prstClr val="black">
                  <a:lumMod val="50000"/>
                  <a:lumOff val="50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6624477"/>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McCabe’s </a:t>
            </a:r>
            <a:r>
              <a:rPr lang="en-US" dirty="0" err="1"/>
              <a:t>Cyclomatic</a:t>
            </a:r>
            <a:r>
              <a:rPr lang="en-US" dirty="0"/>
              <a:t> Complexity</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C617E-4B7E-4AE2-8B7C-CB4469A334C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26"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025" name="Object 1"/>
          <p:cNvGraphicFramePr>
            <a:graphicFrameLocks noChangeAspect="1"/>
          </p:cNvGraphicFramePr>
          <p:nvPr/>
        </p:nvGraphicFramePr>
        <p:xfrm>
          <a:off x="3328417" y="2157984"/>
          <a:ext cx="5400675" cy="4038600"/>
        </p:xfrm>
        <a:graphic>
          <a:graphicData uri="http://schemas.openxmlformats.org/presentationml/2006/ole">
            <mc:AlternateContent xmlns:mc="http://schemas.openxmlformats.org/markup-compatibility/2006">
              <mc:Choice xmlns:v="urn:schemas-microsoft-com:vml" Requires="v">
                <p:oleObj name="Slide" r:id="rId2" imgW="4375508" imgH="3281296" progId="PowerPoint.Slide.12">
                  <p:embed/>
                </p:oleObj>
              </mc:Choice>
              <mc:Fallback>
                <p:oleObj name="Slide" r:id="rId2" imgW="4375508" imgH="3281296" progId="PowerPoint.Slide.12">
                  <p:embed/>
                  <p:pic>
                    <p:nvPicPr>
                      <p:cNvPr id="1025"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8417" y="2157984"/>
                        <a:ext cx="5400675" cy="403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527476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4352" y="204216"/>
            <a:ext cx="8229600" cy="1143000"/>
          </a:xfrm>
        </p:spPr>
        <p:txBody>
          <a:bodyPr/>
          <a:lstStyle/>
          <a:p>
            <a:r>
              <a:rPr lang="en-US" dirty="0"/>
              <a:t>McCabe Example</a:t>
            </a:r>
          </a:p>
        </p:txBody>
      </p:sp>
      <p:sp>
        <p:nvSpPr>
          <p:cNvPr id="3" name="Content Placeholder 2"/>
          <p:cNvSpPr>
            <a:spLocks noGrp="1"/>
          </p:cNvSpPr>
          <p:nvPr>
            <p:ph idx="1"/>
          </p:nvPr>
        </p:nvSpPr>
        <p:spPr/>
        <p:txBody>
          <a:bodyPr>
            <a:normAutofit fontScale="47500" lnSpcReduction="20000"/>
          </a:bodyPr>
          <a:lstStyle/>
          <a:p>
            <a:pPr lvl="0">
              <a:buNone/>
            </a:pPr>
            <a:r>
              <a:rPr lang="en-US" dirty="0"/>
              <a:t>1.	</a:t>
            </a:r>
            <a:r>
              <a:rPr lang="en-US" dirty="0" err="1"/>
              <a:t>i</a:t>
            </a:r>
            <a:r>
              <a:rPr lang="en-US" dirty="0"/>
              <a:t>=1;</a:t>
            </a:r>
          </a:p>
          <a:p>
            <a:pPr>
              <a:buNone/>
            </a:pPr>
            <a:r>
              <a:rPr lang="en-US" dirty="0"/>
              <a:t>2	if  (a&lt; b) </a:t>
            </a:r>
          </a:p>
          <a:p>
            <a:pPr>
              <a:buNone/>
            </a:pPr>
            <a:r>
              <a:rPr lang="en-US" dirty="0"/>
              <a:t>3		a=</a:t>
            </a:r>
            <a:r>
              <a:rPr lang="en-US" dirty="0" err="1"/>
              <a:t>a+b</a:t>
            </a:r>
            <a:r>
              <a:rPr lang="en-US" dirty="0"/>
              <a:t>;</a:t>
            </a:r>
          </a:p>
          <a:p>
            <a:pPr>
              <a:buNone/>
            </a:pPr>
            <a:r>
              <a:rPr lang="en-US" dirty="0"/>
              <a:t>4	else</a:t>
            </a:r>
          </a:p>
          <a:p>
            <a:pPr>
              <a:buNone/>
            </a:pPr>
            <a:r>
              <a:rPr lang="en-US" dirty="0"/>
              <a:t>5		b=</a:t>
            </a:r>
            <a:r>
              <a:rPr lang="en-US" dirty="0" err="1"/>
              <a:t>a+c</a:t>
            </a:r>
            <a:r>
              <a:rPr lang="en-US" dirty="0"/>
              <a:t>;</a:t>
            </a:r>
          </a:p>
          <a:p>
            <a:pPr>
              <a:buNone/>
            </a:pPr>
            <a:r>
              <a:rPr lang="en-US" dirty="0"/>
              <a:t>6	while (</a:t>
            </a:r>
            <a:r>
              <a:rPr lang="en-US" dirty="0" err="1"/>
              <a:t>i</a:t>
            </a:r>
            <a:r>
              <a:rPr lang="en-US" dirty="0"/>
              <a:t>&lt;20) </a:t>
            </a:r>
          </a:p>
          <a:p>
            <a:pPr>
              <a:buNone/>
            </a:pPr>
            <a:r>
              <a:rPr lang="en-US" dirty="0"/>
              <a:t>7	{</a:t>
            </a:r>
          </a:p>
          <a:p>
            <a:pPr>
              <a:buNone/>
            </a:pPr>
            <a:r>
              <a:rPr lang="en-US" dirty="0"/>
              <a:t>8	if (b&lt;c) </a:t>
            </a:r>
          </a:p>
          <a:p>
            <a:pPr>
              <a:buNone/>
            </a:pPr>
            <a:r>
              <a:rPr lang="en-US" dirty="0"/>
              <a:t>9	{</a:t>
            </a:r>
          </a:p>
          <a:p>
            <a:pPr>
              <a:buNone/>
            </a:pPr>
            <a:r>
              <a:rPr lang="en-US" dirty="0"/>
              <a:t>10		if (b&gt;c) </a:t>
            </a:r>
          </a:p>
          <a:p>
            <a:pPr>
              <a:buNone/>
            </a:pPr>
            <a:r>
              <a:rPr lang="en-US" dirty="0"/>
              <a:t>11			b=</a:t>
            </a:r>
            <a:r>
              <a:rPr lang="en-US" dirty="0" err="1"/>
              <a:t>b+a</a:t>
            </a:r>
            <a:r>
              <a:rPr lang="en-US" dirty="0"/>
              <a:t>;</a:t>
            </a:r>
          </a:p>
          <a:p>
            <a:pPr>
              <a:buNone/>
            </a:pPr>
            <a:r>
              <a:rPr lang="en-US" dirty="0"/>
              <a:t>12	  }</a:t>
            </a:r>
          </a:p>
          <a:p>
            <a:pPr>
              <a:buNone/>
            </a:pPr>
            <a:r>
              <a:rPr lang="en-US" dirty="0"/>
              <a:t>13		else</a:t>
            </a:r>
          </a:p>
          <a:p>
            <a:pPr>
              <a:buNone/>
            </a:pPr>
            <a:r>
              <a:rPr lang="en-US" dirty="0"/>
              <a:t>14			c=</a:t>
            </a:r>
            <a:r>
              <a:rPr lang="en-US" dirty="0" err="1"/>
              <a:t>b+a</a:t>
            </a:r>
            <a:r>
              <a:rPr lang="en-US" dirty="0"/>
              <a:t>;</a:t>
            </a:r>
          </a:p>
          <a:p>
            <a:pPr>
              <a:buNone/>
            </a:pPr>
            <a:r>
              <a:rPr lang="en-US" dirty="0"/>
              <a:t>15		</a:t>
            </a:r>
            <a:r>
              <a:rPr lang="en-US" dirty="0" err="1"/>
              <a:t>i</a:t>
            </a:r>
            <a:r>
              <a:rPr lang="en-US" dirty="0"/>
              <a:t>++;</a:t>
            </a:r>
          </a:p>
          <a:p>
            <a:pPr>
              <a:buNone/>
            </a:pPr>
            <a:r>
              <a:rPr lang="en-US" dirty="0"/>
              <a:t>16	}</a:t>
            </a:r>
          </a:p>
          <a:p>
            <a:pPr>
              <a:buNone/>
            </a:pPr>
            <a:endParaRPr lang="en-US" dirty="0"/>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C617E-4B7E-4AE2-8B7C-CB4469A334C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p:cNvSpPr txBox="1"/>
          <p:nvPr/>
        </p:nvSpPr>
        <p:spPr>
          <a:xfrm>
            <a:off x="1914144" y="1475232"/>
            <a:ext cx="4016036"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 program fragment : all variables are </a:t>
            </a:r>
            <a:r>
              <a:rPr kumimoji="0" lang="en-US" sz="1800" b="0" i="0" u="none" strike="noStrike" kern="1200" cap="none" spc="0" normalizeH="0" baseline="0" noProof="0" dirty="0" err="1">
                <a:ln>
                  <a:noFill/>
                </a:ln>
                <a:solidFill>
                  <a:srgbClr val="FF0000"/>
                </a:solidFill>
                <a:effectLst/>
                <a:uLnTx/>
                <a:uFillTx/>
                <a:latin typeface="Calibri" panose="020F0502020204030204"/>
                <a:ea typeface="+mn-ea"/>
                <a:cs typeface="+mn-cs"/>
              </a:rPr>
              <a:t>int</a:t>
            </a:r>
            <a:endPar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7" name="TextBox 6"/>
          <p:cNvSpPr txBox="1"/>
          <p:nvPr/>
        </p:nvSpPr>
        <p:spPr>
          <a:xfrm>
            <a:off x="2011680" y="5937504"/>
            <a:ext cx="646176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Calibri" panose="020F0502020204030204"/>
                <a:ea typeface="+mn-ea"/>
                <a:cs typeface="+mn-cs"/>
              </a:rPr>
              <a:t>I added line numbers for ease of analysis</a:t>
            </a:r>
          </a:p>
        </p:txBody>
      </p:sp>
    </p:spTree>
    <p:extLst>
      <p:ext uri="{BB962C8B-B14F-4D97-AF65-F5344CB8AC3E}">
        <p14:creationId xmlns:p14="http://schemas.microsoft.com/office/powerpoint/2010/main" val="391624402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C617E-4B7E-4AE2-8B7C-CB4469A334C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3" name="Rectangle 62"/>
          <p:cNvSpPr/>
          <p:nvPr/>
        </p:nvSpPr>
        <p:spPr>
          <a:xfrm>
            <a:off x="1822704" y="808976"/>
            <a:ext cx="3407664" cy="34163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Condense line numbers together as follows: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A=1,2;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B=3;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C=4,5;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D=6,7,8;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E=9,10;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F=11;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G=12,15,16, and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H=13,14 we see that the program graph is </a:t>
            </a: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sym typeface="Wingdings" pitchFamily="2" charset="2"/>
              </a:rPr>
              <a:t></a:t>
            </a:r>
          </a:p>
        </p:txBody>
      </p:sp>
      <p:sp>
        <p:nvSpPr>
          <p:cNvPr id="64" name="Oval 63"/>
          <p:cNvSpPr/>
          <p:nvPr/>
        </p:nvSpPr>
        <p:spPr>
          <a:xfrm>
            <a:off x="7395972" y="384048"/>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5" name="Oval 64"/>
          <p:cNvSpPr/>
          <p:nvPr/>
        </p:nvSpPr>
        <p:spPr>
          <a:xfrm>
            <a:off x="6557772" y="1374648"/>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Oval 65"/>
          <p:cNvSpPr/>
          <p:nvPr/>
        </p:nvSpPr>
        <p:spPr>
          <a:xfrm>
            <a:off x="8310372" y="1374648"/>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Oval 66"/>
          <p:cNvSpPr/>
          <p:nvPr/>
        </p:nvSpPr>
        <p:spPr>
          <a:xfrm>
            <a:off x="7472172" y="2441448"/>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8" name="Oval 67"/>
          <p:cNvSpPr/>
          <p:nvPr/>
        </p:nvSpPr>
        <p:spPr>
          <a:xfrm>
            <a:off x="6862572" y="3660648"/>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Oval 68"/>
          <p:cNvSpPr/>
          <p:nvPr/>
        </p:nvSpPr>
        <p:spPr>
          <a:xfrm>
            <a:off x="6405372" y="4879848"/>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0" name="Oval 69"/>
          <p:cNvSpPr/>
          <p:nvPr/>
        </p:nvSpPr>
        <p:spPr>
          <a:xfrm>
            <a:off x="7624572" y="5565648"/>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1" name="TextBox 10"/>
          <p:cNvSpPr txBox="1"/>
          <p:nvPr/>
        </p:nvSpPr>
        <p:spPr>
          <a:xfrm>
            <a:off x="7548372" y="536449"/>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72" name="TextBox 12"/>
          <p:cNvSpPr txBox="1"/>
          <p:nvPr/>
        </p:nvSpPr>
        <p:spPr>
          <a:xfrm>
            <a:off x="6710172" y="1450849"/>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B</a:t>
            </a:r>
          </a:p>
        </p:txBody>
      </p:sp>
      <p:sp>
        <p:nvSpPr>
          <p:cNvPr id="73" name="TextBox 13"/>
          <p:cNvSpPr txBox="1"/>
          <p:nvPr/>
        </p:nvSpPr>
        <p:spPr>
          <a:xfrm>
            <a:off x="8538972" y="1527049"/>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C</a:t>
            </a:r>
          </a:p>
        </p:txBody>
      </p:sp>
      <p:sp>
        <p:nvSpPr>
          <p:cNvPr id="74" name="TextBox 14"/>
          <p:cNvSpPr txBox="1"/>
          <p:nvPr/>
        </p:nvSpPr>
        <p:spPr>
          <a:xfrm>
            <a:off x="7624572" y="2593849"/>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D</a:t>
            </a:r>
          </a:p>
        </p:txBody>
      </p:sp>
      <p:sp>
        <p:nvSpPr>
          <p:cNvPr id="75" name="TextBox 15"/>
          <p:cNvSpPr txBox="1"/>
          <p:nvPr/>
        </p:nvSpPr>
        <p:spPr>
          <a:xfrm>
            <a:off x="7091172" y="3813049"/>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E</a:t>
            </a:r>
          </a:p>
        </p:txBody>
      </p:sp>
      <p:sp>
        <p:nvSpPr>
          <p:cNvPr id="76" name="TextBox 16"/>
          <p:cNvSpPr txBox="1"/>
          <p:nvPr/>
        </p:nvSpPr>
        <p:spPr>
          <a:xfrm>
            <a:off x="6633972" y="5032249"/>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a:t>
            </a:r>
          </a:p>
        </p:txBody>
      </p:sp>
      <p:sp>
        <p:nvSpPr>
          <p:cNvPr id="77" name="TextBox 17"/>
          <p:cNvSpPr txBox="1"/>
          <p:nvPr/>
        </p:nvSpPr>
        <p:spPr>
          <a:xfrm>
            <a:off x="7776972" y="5718049"/>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G</a:t>
            </a:r>
          </a:p>
        </p:txBody>
      </p:sp>
      <p:cxnSp>
        <p:nvCxnSpPr>
          <p:cNvPr id="78" name="Straight Arrow Connector 77"/>
          <p:cNvCxnSpPr>
            <a:endCxn id="65" idx="0"/>
          </p:cNvCxnSpPr>
          <p:nvPr/>
        </p:nvCxnSpPr>
        <p:spPr>
          <a:xfrm rot="5400000">
            <a:off x="6938772" y="917448"/>
            <a:ext cx="4572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a:stCxn id="65" idx="4"/>
          </p:cNvCxnSpPr>
          <p:nvPr/>
        </p:nvCxnSpPr>
        <p:spPr>
          <a:xfrm rot="16200000" flipH="1">
            <a:off x="6938772" y="2136648"/>
            <a:ext cx="533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0" name="Straight Arrow Connector 79"/>
          <p:cNvCxnSpPr/>
          <p:nvPr/>
        </p:nvCxnSpPr>
        <p:spPr>
          <a:xfrm rot="16200000" flipH="1">
            <a:off x="8081772" y="917448"/>
            <a:ext cx="492592" cy="4925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p:nvPr/>
        </p:nvCxnSpPr>
        <p:spPr>
          <a:xfrm rot="5400000">
            <a:off x="8102176" y="2192444"/>
            <a:ext cx="492592"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rot="5400000">
            <a:off x="7281672" y="3241548"/>
            <a:ext cx="533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endCxn id="69" idx="0"/>
          </p:cNvCxnSpPr>
          <p:nvPr/>
        </p:nvCxnSpPr>
        <p:spPr>
          <a:xfrm rot="5400000">
            <a:off x="6710172" y="4498848"/>
            <a:ext cx="457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69" idx="5"/>
            <a:endCxn id="70" idx="2"/>
          </p:cNvCxnSpPr>
          <p:nvPr/>
        </p:nvCxnSpPr>
        <p:spPr>
          <a:xfrm rot="16200000" flipH="1">
            <a:off x="7131980" y="5454056"/>
            <a:ext cx="416392" cy="5687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endCxn id="70" idx="1"/>
          </p:cNvCxnSpPr>
          <p:nvPr/>
        </p:nvCxnSpPr>
        <p:spPr>
          <a:xfrm rot="16200000" flipH="1">
            <a:off x="6900672" y="4841748"/>
            <a:ext cx="1330792" cy="3401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6" name="Oval 85"/>
          <p:cNvSpPr/>
          <p:nvPr/>
        </p:nvSpPr>
        <p:spPr>
          <a:xfrm>
            <a:off x="8462772" y="3813048"/>
            <a:ext cx="762000" cy="7620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7" name="TextBox 27"/>
          <p:cNvSpPr txBox="1"/>
          <p:nvPr/>
        </p:nvSpPr>
        <p:spPr>
          <a:xfrm>
            <a:off x="8615172" y="3965449"/>
            <a:ext cx="457200"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H</a:t>
            </a:r>
          </a:p>
        </p:txBody>
      </p:sp>
      <p:cxnSp>
        <p:nvCxnSpPr>
          <p:cNvPr id="88" name="Straight Arrow Connector 87"/>
          <p:cNvCxnSpPr>
            <a:endCxn id="86" idx="1"/>
          </p:cNvCxnSpPr>
          <p:nvPr/>
        </p:nvCxnSpPr>
        <p:spPr>
          <a:xfrm rot="16200000" flipH="1">
            <a:off x="7929372" y="3279648"/>
            <a:ext cx="721192" cy="56879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86" idx="4"/>
          </p:cNvCxnSpPr>
          <p:nvPr/>
        </p:nvCxnSpPr>
        <p:spPr>
          <a:xfrm rot="5400000">
            <a:off x="7967472" y="4765548"/>
            <a:ext cx="1066800" cy="685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Curved Connector 50"/>
          <p:cNvCxnSpPr>
            <a:stCxn id="67" idx="2"/>
          </p:cNvCxnSpPr>
          <p:nvPr/>
        </p:nvCxnSpPr>
        <p:spPr>
          <a:xfrm rot="10800000" flipH="1" flipV="1">
            <a:off x="7472172" y="2822448"/>
            <a:ext cx="152400" cy="3276600"/>
          </a:xfrm>
          <a:prstGeom prst="curvedConnector4">
            <a:avLst>
              <a:gd name="adj1" fmla="val -1507895"/>
              <a:gd name="adj2" fmla="val 101836"/>
            </a:avLst>
          </a:prstGeom>
          <a:ln>
            <a:headEnd type="triangle"/>
            <a:tailEnd type="none"/>
          </a:ln>
        </p:spPr>
        <p:style>
          <a:lnRef idx="1">
            <a:schemeClr val="accent1"/>
          </a:lnRef>
          <a:fillRef idx="0">
            <a:schemeClr val="accent1"/>
          </a:fillRef>
          <a:effectRef idx="0">
            <a:schemeClr val="accent1"/>
          </a:effectRef>
          <a:fontRef idx="minor">
            <a:schemeClr val="tx1"/>
          </a:fontRef>
        </p:style>
      </p:cxnSp>
      <p:sp>
        <p:nvSpPr>
          <p:cNvPr id="95" name="Rectangle 94"/>
          <p:cNvSpPr/>
          <p:nvPr/>
        </p:nvSpPr>
        <p:spPr>
          <a:xfrm>
            <a:off x="1859280" y="4919008"/>
            <a:ext cx="3188208" cy="193899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Noted: You can draw a graph that assigns a node to each syntactic element of the program (including { and }, which had 16 nodes and 19 edges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This is a perfectly correct approach, and you are less likely to make mistakes this way.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For efficiency, however, I chose to condense line numbers.)</a:t>
            </a:r>
          </a:p>
        </p:txBody>
      </p:sp>
      <p:sp>
        <p:nvSpPr>
          <p:cNvPr id="96" name="Rectangle 95"/>
          <p:cNvSpPr/>
          <p:nvPr/>
        </p:nvSpPr>
        <p:spPr>
          <a:xfrm>
            <a:off x="8411128" y="520387"/>
            <a:ext cx="2086184" cy="64633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sym typeface="Wingdings" pitchFamily="2" charset="2"/>
              </a:rPr>
              <a:t>11 edges and 8 nodes</a:t>
            </a:r>
            <a:endPar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868397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Freeform: Shape 12">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686834" y="1153572"/>
            <a:ext cx="3200400" cy="4461163"/>
          </a:xfrm>
        </p:spPr>
        <p:txBody>
          <a:bodyPr vert="horz" lIns="91440" tIns="45720" rIns="91440" bIns="45720" rtlCol="0" anchor="ctr">
            <a:normAutofit/>
          </a:bodyPr>
          <a:lstStyle/>
          <a:p>
            <a:r>
              <a:rPr lang="en-US" kern="1200">
                <a:solidFill>
                  <a:srgbClr val="FFFFFF"/>
                </a:solidFill>
                <a:latin typeface="+mj-lt"/>
                <a:ea typeface="+mj-ea"/>
                <a:cs typeface="+mj-cs"/>
              </a:rPr>
              <a:t>Example, Continued</a:t>
            </a:r>
          </a:p>
        </p:txBody>
      </p:sp>
      <p:sp>
        <p:nvSpPr>
          <p:cNvPr id="15" name="Arc 1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5"/>
          <p:cNvSpPr/>
          <p:nvPr/>
        </p:nvSpPr>
        <p:spPr>
          <a:xfrm>
            <a:off x="4447308" y="591344"/>
            <a:ext cx="6906491" cy="5585619"/>
          </a:xfrm>
          <a:prstGeom prst="rect">
            <a:avLst/>
          </a:prstGeom>
        </p:spPr>
        <p:txBody>
          <a:bodyPr vert="horz" lIns="91440" tIns="45720" rIns="91440" bIns="45720" rtlCol="0" anchor="ctr">
            <a:normAutofit/>
          </a:bodyPr>
          <a:lstStyle/>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From the graph we can see that e=11 and n=8. </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Now with c=e-n+2 we have c=11-8+2 = 5.</a:t>
            </a: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As a check, you can count the number of simple branches (if and while statements without complex predicates) and add one to it. There are 4 simple branches so c=4 + 1 = 5. </a:t>
            </a:r>
          </a:p>
        </p:txBody>
      </p:sp>
      <p:sp>
        <p:nvSpPr>
          <p:cNvPr id="5" name="Slide Number Placeholder 4"/>
          <p:cNvSpPr>
            <a:spLocks noGrp="1"/>
          </p:cNvSpPr>
          <p:nvPr>
            <p:ph type="sldNum" sz="quarter" idx="12"/>
          </p:nvPr>
        </p:nvSpPr>
        <p:spPr>
          <a:xfrm>
            <a:off x="9541564" y="6356350"/>
            <a:ext cx="1812235" cy="365125"/>
          </a:xfrm>
        </p:spPr>
        <p:txBody>
          <a:bodyPr vert="horz" lIns="91440" tIns="45720" rIns="91440" bIns="45720" rtlCol="0"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4D9C617E-4B7E-4AE2-8B7C-CB4469A334C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78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696208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677" y="8360"/>
            <a:ext cx="10515600" cy="1325563"/>
          </a:xfrm>
        </p:spPr>
        <p:txBody>
          <a:bodyPr/>
          <a:lstStyle/>
          <a:p>
            <a:r>
              <a:rPr lang="en-US" dirty="0"/>
              <a:t>Linearly Independent Paths</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C617E-4B7E-4AE2-8B7C-CB4469A334C1}"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p:cNvSpPr txBox="1"/>
          <p:nvPr/>
        </p:nvSpPr>
        <p:spPr>
          <a:xfrm>
            <a:off x="287677" y="3506385"/>
            <a:ext cx="275539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List the independent code paths in this code.  </a:t>
            </a:r>
          </a:p>
        </p:txBody>
      </p:sp>
      <p:sp>
        <p:nvSpPr>
          <p:cNvPr id="7" name="Rectangle 6"/>
          <p:cNvSpPr/>
          <p:nvPr/>
        </p:nvSpPr>
        <p:spPr>
          <a:xfrm>
            <a:off x="3146119" y="2812695"/>
            <a:ext cx="4572000" cy="1754326"/>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One set of 5 independent paths is: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1: ABDEFGD…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2: ABDEG…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3: ABDHG…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4: ACDE…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C00000"/>
                </a:solidFill>
                <a:effectLst/>
                <a:uLnTx/>
                <a:uFillTx/>
                <a:latin typeface="Calibri" panose="020F0502020204030204"/>
                <a:ea typeface="+mn-ea"/>
                <a:cs typeface="+mn-cs"/>
              </a:rPr>
              <a:t>5: ACDHG…</a:t>
            </a:r>
          </a:p>
        </p:txBody>
      </p:sp>
      <p:pic>
        <p:nvPicPr>
          <p:cNvPr id="92162" name="Picture 2"/>
          <p:cNvPicPr>
            <a:picLocks noChangeAspect="1" noChangeArrowheads="1"/>
          </p:cNvPicPr>
          <p:nvPr/>
        </p:nvPicPr>
        <p:blipFill>
          <a:blip r:embed="rId2" cstate="print"/>
          <a:srcRect/>
          <a:stretch>
            <a:fillRect/>
          </a:stretch>
        </p:blipFill>
        <p:spPr bwMode="auto">
          <a:xfrm>
            <a:off x="7084135" y="1497004"/>
            <a:ext cx="2554595" cy="3745548"/>
          </a:xfrm>
          <a:prstGeom prst="rect">
            <a:avLst/>
          </a:prstGeom>
          <a:noFill/>
          <a:ln w="9525">
            <a:noFill/>
            <a:miter lim="800000"/>
            <a:headEnd/>
            <a:tailEnd/>
          </a:ln>
          <a:effectLst/>
        </p:spPr>
      </p:pic>
      <p:sp>
        <p:nvSpPr>
          <p:cNvPr id="9" name="Rectangle 8"/>
          <p:cNvSpPr/>
          <p:nvPr/>
        </p:nvSpPr>
        <p:spPr>
          <a:xfrm>
            <a:off x="2121408" y="4986529"/>
            <a:ext cx="5291328" cy="120032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0C0"/>
                </a:solidFill>
                <a:effectLst/>
                <a:uLnTx/>
                <a:uFillTx/>
                <a:latin typeface="Calibri" panose="020F0502020204030204"/>
                <a:ea typeface="+mn-ea"/>
                <a:cs typeface="+mn-cs"/>
              </a:rPr>
              <a:t>Note that path 4 covers both ACDEFGD…and ACDEG …because DEFGD and DEG are in paths 1 and 2. Now, converting A-G to their corresponding line numbers gives the test paths in terms of the code.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70C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70C0"/>
                </a:solidFill>
                <a:effectLst/>
                <a:uLnTx/>
                <a:uFillTx/>
                <a:latin typeface="Calibri" panose="020F0502020204030204"/>
                <a:ea typeface="+mn-ea"/>
                <a:cs typeface="+mn-cs"/>
              </a:rPr>
              <a:t>Note: you can get a different set that is also correct – for a code graph vector space there can be more than one basis set.</a:t>
            </a:r>
          </a:p>
        </p:txBody>
      </p:sp>
      <p:sp>
        <p:nvSpPr>
          <p:cNvPr id="10" name="TextBox 9">
            <a:extLst>
              <a:ext uri="{FF2B5EF4-FFF2-40B4-BE49-F238E27FC236}">
                <a16:creationId xmlns:a16="http://schemas.microsoft.com/office/drawing/2014/main" id="{2487C68B-000B-40C1-99DD-091D3938A302}"/>
              </a:ext>
            </a:extLst>
          </p:cNvPr>
          <p:cNvSpPr txBox="1"/>
          <p:nvPr/>
        </p:nvSpPr>
        <p:spPr>
          <a:xfrm>
            <a:off x="287677" y="1290658"/>
            <a:ext cx="6924678"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02124"/>
                </a:solidFill>
                <a:effectLst/>
                <a:uLnTx/>
                <a:uFillTx/>
                <a:latin typeface="Roboto" panose="02000000000000000000" pitchFamily="2" charset="0"/>
                <a:ea typeface="+mn-ea"/>
                <a:cs typeface="+mn-cs"/>
              </a:rPr>
              <a:t>The cyclomatic complexity of a section of source code is the maximum number of linearly independent paths within it—where "linearly independent" means that </a:t>
            </a:r>
            <a:r>
              <a:rPr kumimoji="0" lang="en-US" sz="1800" b="1" i="0" u="none" strike="noStrike" kern="1200" cap="none" spc="0" normalizeH="0" baseline="0" noProof="0" dirty="0">
                <a:ln>
                  <a:noFill/>
                </a:ln>
                <a:solidFill>
                  <a:srgbClr val="202124"/>
                </a:solidFill>
                <a:effectLst/>
                <a:uLnTx/>
                <a:uFillTx/>
                <a:latin typeface="Roboto" panose="02000000000000000000" pitchFamily="2" charset="0"/>
                <a:ea typeface="+mn-ea"/>
                <a:cs typeface="+mn-cs"/>
              </a:rPr>
              <a:t>each path has at least one edge that is not in one of the other paths</a:t>
            </a:r>
            <a:r>
              <a:rPr kumimoji="0" lang="en-US" sz="1800" b="0" i="0" u="none" strike="noStrike" kern="1200" cap="none" spc="0" normalizeH="0" baseline="0" noProof="0" dirty="0">
                <a:ln>
                  <a:noFill/>
                </a:ln>
                <a:solidFill>
                  <a:srgbClr val="202124"/>
                </a:solidFill>
                <a:effectLst/>
                <a:uLnTx/>
                <a:uFillTx/>
                <a:latin typeface="Roboto" panose="02000000000000000000" pitchFamily="2" charset="0"/>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197604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9446" name="Rectangle 136">
            <a:extLst>
              <a:ext uri="{FF2B5EF4-FFF2-40B4-BE49-F238E27FC236}">
                <a16:creationId xmlns:a16="http://schemas.microsoft.com/office/drawing/2014/main" id="{4C608BEB-860E-4094-8511-78603564A7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050" cy="6858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266" name="Rectangle 2"/>
          <p:cNvSpPr>
            <a:spLocks noGrp="1" noChangeArrowheads="1"/>
          </p:cNvSpPr>
          <p:nvPr>
            <p:ph type="title"/>
          </p:nvPr>
        </p:nvSpPr>
        <p:spPr>
          <a:xfrm>
            <a:off x="838200" y="1412488"/>
            <a:ext cx="2899189" cy="4363844"/>
          </a:xfrm>
        </p:spPr>
        <p:txBody>
          <a:bodyPr vert="horz" lIns="91440" tIns="45720" rIns="91440" bIns="45720" rtlCol="0" anchor="t">
            <a:normAutofit/>
          </a:bodyPr>
          <a:lstStyle/>
          <a:p>
            <a:r>
              <a:rPr lang="en-US" altLang="en-US" sz="3700" kern="1200">
                <a:solidFill>
                  <a:srgbClr val="FFFFFF"/>
                </a:solidFill>
                <a:latin typeface="+mj-lt"/>
                <a:ea typeface="+mj-ea"/>
                <a:cs typeface="+mj-cs"/>
              </a:rPr>
              <a:t>Code coverage requirements </a:t>
            </a:r>
          </a:p>
        </p:txBody>
      </p:sp>
      <p:sp>
        <p:nvSpPr>
          <p:cNvPr id="11267" name="Rectangle 3"/>
          <p:cNvSpPr>
            <a:spLocks noGrp="1" noChangeArrowheads="1"/>
          </p:cNvSpPr>
          <p:nvPr>
            <p:ph type="body" idx="1"/>
          </p:nvPr>
        </p:nvSpPr>
        <p:spPr>
          <a:xfrm>
            <a:off x="4219952" y="1412488"/>
            <a:ext cx="3749016" cy="4363844"/>
          </a:xfrm>
        </p:spPr>
        <p:txBody>
          <a:bodyPr vert="horz" lIns="91440" tIns="45720" rIns="91440" bIns="45720" rtlCol="0">
            <a:normAutofit/>
          </a:bodyPr>
          <a:lstStyle/>
          <a:p>
            <a:pPr algn="just"/>
            <a:r>
              <a:rPr lang="en-US" altLang="en-US" sz="2000" dirty="0"/>
              <a:t>Low code coverage indicates inadequate testing, but 100% coverage is impossible in practice</a:t>
            </a:r>
            <a:r>
              <a:rPr lang="en-US" altLang="en-US" sz="2000" b="1" dirty="0"/>
              <a:t> and  generally </a:t>
            </a:r>
            <a:r>
              <a:rPr lang="en-US" altLang="en-US" sz="2000" dirty="0"/>
              <a:t>not cost effective.</a:t>
            </a:r>
          </a:p>
          <a:p>
            <a:pPr algn="just"/>
            <a:endParaRPr lang="en-US" altLang="en-US" sz="2000" dirty="0"/>
          </a:p>
          <a:p>
            <a:pPr algn="just"/>
            <a:r>
              <a:rPr lang="en-US" altLang="en-US" sz="2000" dirty="0"/>
              <a:t>Although 100% code coverage may appear like a best possible effort, even 100% code coverage is estimated to only expose about half the faults in a system. </a:t>
            </a:r>
          </a:p>
          <a:p>
            <a:endParaRPr lang="en-US" altLang="en-US" sz="2000" b="1" dirty="0"/>
          </a:p>
          <a:p>
            <a:endParaRPr lang="en-US" altLang="en-US" sz="2000" b="1" dirty="0"/>
          </a:p>
          <a:p>
            <a:endParaRPr lang="en-US" altLang="en-US" sz="2000" b="1" dirty="0"/>
          </a:p>
          <a:p>
            <a:endParaRPr lang="en-US" altLang="en-US" sz="2000" b="1" dirty="0"/>
          </a:p>
          <a:p>
            <a:endParaRPr lang="en-US" altLang="en-US" sz="2000" b="1" dirty="0"/>
          </a:p>
          <a:p>
            <a:endParaRPr lang="en-US" altLang="en-US" sz="2000" b="1" dirty="0"/>
          </a:p>
          <a:p>
            <a:endParaRPr lang="en-US" altLang="en-US" sz="2000" b="1" dirty="0"/>
          </a:p>
          <a:p>
            <a:endParaRPr lang="en-US" altLang="en-US" sz="2000" dirty="0"/>
          </a:p>
        </p:txBody>
      </p:sp>
      <p:cxnSp>
        <p:nvCxnSpPr>
          <p:cNvPr id="189447" name="Straight Connector 138">
            <a:extLst>
              <a:ext uri="{FF2B5EF4-FFF2-40B4-BE49-F238E27FC236}">
                <a16:creationId xmlns:a16="http://schemas.microsoft.com/office/drawing/2014/main" id="{1F16A8D4-FE87-4604-88B2-394B5D1EB4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29871" y="1412488"/>
            <a:ext cx="0" cy="3657600"/>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89444" name="Text Box 4"/>
          <p:cNvSpPr txBox="1">
            <a:spLocks noChangeArrowheads="1"/>
          </p:cNvSpPr>
          <p:nvPr/>
        </p:nvSpPr>
        <p:spPr bwMode="auto">
          <a:xfrm>
            <a:off x="8451603" y="1412488"/>
            <a:ext cx="3599977" cy="4363844"/>
          </a:xfrm>
          <a:prstGeom prst="rect">
            <a:avLst/>
          </a:prstGeom>
        </p:spPr>
        <p:txBody>
          <a:bodyPr vert="horz" lIns="91440" tIns="45720" rIns="91440" bIns="45720" rtlCol="0">
            <a:normAutofit/>
          </a:bodyPr>
          <a:lstStyle>
            <a:lvl1pPr eaLnBrk="0" hangingPunct="0">
              <a:defRPr>
                <a:solidFill>
                  <a:schemeClr val="tx1"/>
                </a:solidFill>
                <a:latin typeface="Arial" pitchFamily="34" charset="0"/>
              </a:defRPr>
            </a:lvl1pPr>
            <a:lvl2pPr eaLnBrk="0" hangingPunct="0">
              <a:defRPr>
                <a:solidFill>
                  <a:schemeClr val="tx1"/>
                </a:solidFill>
                <a:latin typeface="Arial" pitchFamily="34" charset="0"/>
              </a:defRPr>
            </a:lvl2pPr>
            <a:lvl3pPr marL="1143000" indent="-228600" eaLnBrk="0" hangingPunct="0">
              <a:defRPr>
                <a:solidFill>
                  <a:schemeClr val="tx1"/>
                </a:solidFill>
                <a:latin typeface="Arial" pitchFamily="34" charset="0"/>
              </a:defRPr>
            </a:lvl3pPr>
            <a:lvl4pPr marL="1600200" indent="-228600" eaLnBrk="0" hangingPunct="0">
              <a:defRPr>
                <a:solidFill>
                  <a:schemeClr val="tx1"/>
                </a:solidFill>
                <a:latin typeface="Arial" pitchFamily="34" charset="0"/>
              </a:defRPr>
            </a:lvl4pPr>
            <a:lvl5pPr marL="2057400" indent="-228600" eaLnBrk="0" hangingPunct="0">
              <a:defRPr>
                <a:solidFill>
                  <a:schemeClr val="tx1"/>
                </a:solidFill>
                <a:latin typeface="Arial" pitchFamily="34" charset="0"/>
              </a:defRPr>
            </a:lvl5pPr>
            <a:lvl6pPr marL="2514600" indent="-228600" eaLnBrk="0" fontAlgn="base" hangingPunct="0">
              <a:spcBef>
                <a:spcPct val="0"/>
              </a:spcBef>
              <a:spcAft>
                <a:spcPct val="0"/>
              </a:spcAft>
              <a:defRPr>
                <a:solidFill>
                  <a:schemeClr val="tx1"/>
                </a:solidFill>
                <a:latin typeface="Arial" pitchFamily="34" charset="0"/>
              </a:defRPr>
            </a:lvl6pPr>
            <a:lvl7pPr marL="2971800" indent="-228600" eaLnBrk="0" fontAlgn="base" hangingPunct="0">
              <a:spcBef>
                <a:spcPct val="0"/>
              </a:spcBef>
              <a:spcAft>
                <a:spcPct val="0"/>
              </a:spcAft>
              <a:defRPr>
                <a:solidFill>
                  <a:schemeClr val="tx1"/>
                </a:solidFill>
                <a:latin typeface="Arial" pitchFamily="34" charset="0"/>
              </a:defRPr>
            </a:lvl7pPr>
            <a:lvl8pPr marL="3429000" indent="-228600" eaLnBrk="0" fontAlgn="base" hangingPunct="0">
              <a:spcBef>
                <a:spcPct val="0"/>
              </a:spcBef>
              <a:spcAft>
                <a:spcPct val="0"/>
              </a:spcAft>
              <a:defRPr>
                <a:solidFill>
                  <a:schemeClr val="tx1"/>
                </a:solidFill>
                <a:latin typeface="Arial" pitchFamily="34" charset="0"/>
              </a:defRPr>
            </a:lvl8pPr>
            <a:lvl9pPr marL="3886200" indent="-228600" eaLnBrk="0" fontAlgn="base" hangingPunct="0">
              <a:spcBef>
                <a:spcPct val="0"/>
              </a:spcBef>
              <a:spcAft>
                <a:spcPct val="0"/>
              </a:spcAft>
              <a:defRPr>
                <a:solidFill>
                  <a:schemeClr val="tx1"/>
                </a:solidFill>
                <a:latin typeface="Arial" pitchFamily="34" charset="0"/>
              </a:defRPr>
            </a:lvl9pPr>
          </a:lstStyle>
          <a:p>
            <a:pPr marL="0" marR="0" lvl="0" indent="-228600" algn="just" defTabSz="914400" rtl="0" eaLnBrk="1" fontAlgn="base" latinLnBrk="0" hangingPunct="1">
              <a:lnSpc>
                <a:spcPct val="90000"/>
              </a:lnSpc>
              <a:spcBef>
                <a:spcPct val="50000"/>
              </a:spcBef>
              <a:spcAft>
                <a:spcPct val="0"/>
              </a:spcAft>
              <a:buClrTx/>
              <a:buSzTx/>
              <a:buFont typeface="Arial" panose="020B0604020202020204" pitchFamily="34" charset="0"/>
              <a:buChar char="•"/>
              <a:tabLst/>
              <a:defRPr/>
            </a:pPr>
            <a:r>
              <a:rPr kumimoji="0" lang="en-US" altLang="en-US" sz="1900" b="1" i="0" u="none" strike="noStrike" kern="1200" cap="none" spc="0" normalizeH="0" baseline="0" noProof="0" dirty="0">
                <a:ln>
                  <a:noFill/>
                </a:ln>
                <a:solidFill>
                  <a:prstClr val="black"/>
                </a:solidFill>
                <a:effectLst/>
                <a:uLnTx/>
                <a:uFillTx/>
                <a:latin typeface="Calibri" panose="020F0502020204030204"/>
                <a:ea typeface="+mn-ea"/>
                <a:cs typeface="+mn-cs"/>
              </a:rPr>
              <a:t>Code coverage of 70-80% is a reasonable goal for system test of most projects with most coverage metrics.</a:t>
            </a:r>
          </a:p>
          <a:p>
            <a:pPr marL="0" marR="0" lvl="0" indent="-228600" algn="just" defTabSz="914400" rtl="0" eaLnBrk="1" fontAlgn="base" latinLnBrk="0" hangingPunct="1">
              <a:lnSpc>
                <a:spcPct val="90000"/>
              </a:lnSpc>
              <a:spcBef>
                <a:spcPct val="50000"/>
              </a:spcBef>
              <a:spcAft>
                <a:spcPct val="0"/>
              </a:spcAft>
              <a:buClrTx/>
              <a:buSzTx/>
              <a:buFont typeface="Arial" panose="020B0604020202020204" pitchFamily="34" charset="0"/>
              <a:buChar char="•"/>
              <a:tabLst/>
              <a:defRPr/>
            </a:pPr>
            <a:endParaRPr kumimoji="0" lang="en-US" altLang="en-US" sz="19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228600" algn="just" defTabSz="914400" rtl="0" eaLnBrk="1" fontAlgn="base" latinLnBrk="0" hangingPunct="1">
              <a:lnSpc>
                <a:spcPct val="90000"/>
              </a:lnSpc>
              <a:spcBef>
                <a:spcPct val="50000"/>
              </a:spcBef>
              <a:spcAft>
                <a:spcPct val="0"/>
              </a:spcAft>
              <a:buClrTx/>
              <a:buSzTx/>
              <a:buFont typeface="Arial" panose="020B0604020202020204" pitchFamily="34" charset="0"/>
              <a:buChar char="•"/>
              <a:tabLst/>
              <a:defRPr/>
            </a:pPr>
            <a:r>
              <a:rPr kumimoji="0" lang="en-US" altLang="en-US" sz="1900" b="1" i="0" u="none" strike="noStrike" kern="1200" cap="none" spc="0" normalizeH="0" baseline="0" noProof="0" dirty="0">
                <a:ln>
                  <a:noFill/>
                </a:ln>
                <a:solidFill>
                  <a:prstClr val="black"/>
                </a:solidFill>
                <a:effectLst/>
                <a:uLnTx/>
                <a:uFillTx/>
                <a:latin typeface="Calibri" panose="020F0502020204030204"/>
                <a:ea typeface="+mn-ea"/>
                <a:cs typeface="+mn-cs"/>
              </a:rPr>
              <a:t>Empirical studies of real projects found that increasing code coverage above 70-80% is time consuming and therefore leads to a relatively slow bug detection rate</a:t>
            </a:r>
          </a:p>
        </p:txBody>
      </p:sp>
      <p:sp>
        <p:nvSpPr>
          <p:cNvPr id="2" name="Slide Number Placeholder 1">
            <a:extLst>
              <a:ext uri="{FF2B5EF4-FFF2-40B4-BE49-F238E27FC236}">
                <a16:creationId xmlns:a16="http://schemas.microsoft.com/office/drawing/2014/main" id="{CFCD558A-4DDC-4457-BB28-A4774324240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676452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9444"/>
                                        </p:tgtEl>
                                        <p:attrNameLst>
                                          <p:attrName>style.visibility</p:attrName>
                                        </p:attrNameLst>
                                      </p:cBhvr>
                                      <p:to>
                                        <p:strVal val="visible"/>
                                      </p:to>
                                    </p:set>
                                    <p:anim calcmode="lin" valueType="num">
                                      <p:cBhvr additive="base">
                                        <p:cTn id="7" dur="500" fill="hold"/>
                                        <p:tgtEl>
                                          <p:spTgt spid="189444"/>
                                        </p:tgtEl>
                                        <p:attrNameLst>
                                          <p:attrName>ppt_x</p:attrName>
                                        </p:attrNameLst>
                                      </p:cBhvr>
                                      <p:tavLst>
                                        <p:tav tm="0">
                                          <p:val>
                                            <p:strVal val="#ppt_x"/>
                                          </p:val>
                                        </p:tav>
                                        <p:tav tm="100000">
                                          <p:val>
                                            <p:strVal val="#ppt_x"/>
                                          </p:val>
                                        </p:tav>
                                      </p:tavLst>
                                    </p:anim>
                                    <p:anim calcmode="lin" valueType="num">
                                      <p:cBhvr additive="base">
                                        <p:cTn id="8" dur="500" fill="hold"/>
                                        <p:tgtEl>
                                          <p:spTgt spid="1894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4"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68575C10-8187-4AC4-AD72-C754EAFD28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654295"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290" name="Title 1"/>
          <p:cNvSpPr>
            <a:spLocks noGrp="1"/>
          </p:cNvSpPr>
          <p:nvPr>
            <p:ph type="title"/>
          </p:nvPr>
        </p:nvSpPr>
        <p:spPr>
          <a:xfrm>
            <a:off x="762000" y="559678"/>
            <a:ext cx="3567915" cy="4952492"/>
          </a:xfrm>
        </p:spPr>
        <p:txBody>
          <a:bodyPr>
            <a:normAutofit/>
          </a:bodyPr>
          <a:lstStyle/>
          <a:p>
            <a:r>
              <a:rPr lang="en-CA" altLang="en-US" b="1">
                <a:solidFill>
                  <a:schemeClr val="bg1"/>
                </a:solidFill>
              </a:rPr>
              <a:t>Minimum Acceptable Code Coverage Standards</a:t>
            </a:r>
          </a:p>
        </p:txBody>
      </p:sp>
      <p:cxnSp>
        <p:nvCxnSpPr>
          <p:cNvPr id="75" name="Straight Connector 74">
            <a:extLst>
              <a:ext uri="{FF2B5EF4-FFF2-40B4-BE49-F238E27FC236}">
                <a16:creationId xmlns:a16="http://schemas.microsoft.com/office/drawing/2014/main" id="{74E776C9-ED67-41B7-B3A3-4DF76EF3ACE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29768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12293" name="Content Placeholder 2">
            <a:extLst>
              <a:ext uri="{FF2B5EF4-FFF2-40B4-BE49-F238E27FC236}">
                <a16:creationId xmlns:a16="http://schemas.microsoft.com/office/drawing/2014/main" id="{50D80A3E-F028-4213-883B-DD7B1A11AF9B}"/>
              </a:ext>
            </a:extLst>
          </p:cNvPr>
          <p:cNvGraphicFramePr>
            <a:graphicFrameLocks noGrp="1"/>
          </p:cNvGraphicFramePr>
          <p:nvPr>
            <p:ph idx="1"/>
          </p:nvPr>
        </p:nvGraphicFramePr>
        <p:xfrm>
          <a:off x="5181599" y="568325"/>
          <a:ext cx="6859713" cy="5656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AA352C4A-82FF-4E1A-992D-40BD5F3B2B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84487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6"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8"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9CBF7DC-28CB-4E80-88F8-D37F1733DB4E}"/>
              </a:ext>
            </a:extLst>
          </p:cNvPr>
          <p:cNvSpPr>
            <a:spLocks noGrp="1"/>
          </p:cNvSpPr>
          <p:nvPr>
            <p:ph type="title"/>
          </p:nvPr>
        </p:nvSpPr>
        <p:spPr>
          <a:xfrm>
            <a:off x="1043631" y="873940"/>
            <a:ext cx="5052369" cy="1035781"/>
          </a:xfrm>
        </p:spPr>
        <p:txBody>
          <a:bodyPr anchor="ctr">
            <a:normAutofit fontScale="90000"/>
          </a:bodyPr>
          <a:lstStyle/>
          <a:p>
            <a:r>
              <a:rPr lang="en-US" sz="3600" dirty="0"/>
              <a:t>Assessment – Feasible Path</a:t>
            </a:r>
          </a:p>
        </p:txBody>
      </p:sp>
      <p:sp>
        <p:nvSpPr>
          <p:cNvPr id="19" name="Rectangle 18">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B2936626-1848-434B-A7AB-ED8E260A1EC1}"/>
              </a:ext>
            </a:extLst>
          </p:cNvPr>
          <p:cNvPicPr>
            <a:picLocks noChangeAspect="1"/>
          </p:cNvPicPr>
          <p:nvPr/>
        </p:nvPicPr>
        <p:blipFill>
          <a:blip r:embed="rId2"/>
          <a:stretch>
            <a:fillRect/>
          </a:stretch>
        </p:blipFill>
        <p:spPr>
          <a:xfrm>
            <a:off x="7559727" y="901032"/>
            <a:ext cx="2964783" cy="5116220"/>
          </a:xfrm>
          <a:prstGeom prst="rect">
            <a:avLst/>
          </a:prstGeom>
        </p:spPr>
      </p:pic>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640A55B5-2A91-4BCE-8C22-AD6126034B7E}"/>
              </a:ext>
            </a:extLst>
          </p:cNvPr>
          <p:cNvSpPr txBox="1"/>
          <p:nvPr/>
        </p:nvSpPr>
        <p:spPr>
          <a:xfrm>
            <a:off x="360506" y="2799158"/>
            <a:ext cx="5995287" cy="29546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In the control flow graph shown, A, B, C, D and J are computation nodes that do not affect the value of variable x.</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If there is no limit to the number of test case, how many different feasible execution paths can be tested?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lide Number Placeholder 2">
            <a:extLst>
              <a:ext uri="{FF2B5EF4-FFF2-40B4-BE49-F238E27FC236}">
                <a16:creationId xmlns:a16="http://schemas.microsoft.com/office/drawing/2014/main" id="{23687C19-DA64-4211-9C58-8788E9DBDA3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9920056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87E8017-A229-4E18-8C2A-1E3E1B0B444E}"/>
              </a:ext>
            </a:extLst>
          </p:cNvPr>
          <p:cNvSpPr>
            <a:spLocks noGrp="1"/>
          </p:cNvSpPr>
          <p:nvPr>
            <p:ph type="title"/>
          </p:nvPr>
        </p:nvSpPr>
        <p:spPr>
          <a:xfrm>
            <a:off x="1043631" y="809898"/>
            <a:ext cx="9942716" cy="1554480"/>
          </a:xfrm>
        </p:spPr>
        <p:txBody>
          <a:bodyPr anchor="ctr">
            <a:normAutofit/>
          </a:bodyPr>
          <a:lstStyle/>
          <a:p>
            <a:r>
              <a:rPr lang="en-US" sz="4800"/>
              <a:t>Assessment – Coverage Criteria</a:t>
            </a:r>
          </a:p>
        </p:txBody>
      </p:sp>
      <p:sp>
        <p:nvSpPr>
          <p:cNvPr id="3" name="Content Placeholder 2">
            <a:extLst>
              <a:ext uri="{FF2B5EF4-FFF2-40B4-BE49-F238E27FC236}">
                <a16:creationId xmlns:a16="http://schemas.microsoft.com/office/drawing/2014/main" id="{9F931B0B-DB5A-4DA1-8AA9-5AA133B11E75}"/>
              </a:ext>
            </a:extLst>
          </p:cNvPr>
          <p:cNvSpPr>
            <a:spLocks noGrp="1"/>
          </p:cNvSpPr>
          <p:nvPr>
            <p:ph idx="1"/>
          </p:nvPr>
        </p:nvSpPr>
        <p:spPr>
          <a:xfrm>
            <a:off x="1045028" y="2704013"/>
            <a:ext cx="10907487" cy="3781289"/>
          </a:xfrm>
        </p:spPr>
        <p:txBody>
          <a:bodyPr anchor="ctr">
            <a:normAutofit/>
          </a:bodyPr>
          <a:lstStyle/>
          <a:p>
            <a:r>
              <a:rPr lang="en-US" b="1" i="0" dirty="0">
                <a:effectLst/>
                <a:latin typeface="Lato Extended"/>
              </a:rPr>
              <a:t>Which of the following statements are true?</a:t>
            </a:r>
          </a:p>
          <a:p>
            <a:endParaRPr lang="en-US" b="0" i="0" dirty="0">
              <a:effectLst/>
              <a:latin typeface="Lato Extended"/>
            </a:endParaRPr>
          </a:p>
          <a:p>
            <a:pPr lvl="1"/>
            <a:r>
              <a:rPr lang="en-US" sz="2800" b="0" i="0" dirty="0">
                <a:effectLst/>
                <a:latin typeface="Lato Extended"/>
              </a:rPr>
              <a:t>100% branch coverage guarantees 100% </a:t>
            </a:r>
            <a:r>
              <a:rPr lang="en-US" sz="2800" dirty="0">
                <a:latin typeface="Lato Extended"/>
              </a:rPr>
              <a:t>All </a:t>
            </a:r>
            <a:r>
              <a:rPr lang="en-US" sz="2800" b="0" i="0" dirty="0">
                <a:effectLst/>
                <a:latin typeface="Lato Extended"/>
              </a:rPr>
              <a:t>paths coverage.</a:t>
            </a:r>
          </a:p>
          <a:p>
            <a:pPr lvl="1"/>
            <a:r>
              <a:rPr lang="en-US" sz="2800" b="0" i="0" dirty="0">
                <a:effectLst/>
                <a:latin typeface="Lato Extended"/>
              </a:rPr>
              <a:t>100% statement coverage guarantees 100% branch coverage.</a:t>
            </a:r>
          </a:p>
          <a:p>
            <a:pPr lvl="1"/>
            <a:r>
              <a:rPr lang="en-US" sz="2800" b="0" i="0" dirty="0">
                <a:effectLst/>
                <a:latin typeface="Lato Extended"/>
              </a:rPr>
              <a:t>100% statement coverage guarantees 100% All paths coverage.</a:t>
            </a:r>
          </a:p>
          <a:p>
            <a:pPr lvl="1"/>
            <a:r>
              <a:rPr lang="en-US" sz="2800" b="0" i="0" dirty="0">
                <a:effectLst/>
                <a:latin typeface="Lato Extended"/>
              </a:rPr>
              <a:t>100% branch coverage guarantees 100% statement coverage.</a:t>
            </a:r>
          </a:p>
          <a:p>
            <a:endParaRPr lang="en-US"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25" name="DefaultOcx">
            <a:extLst>
              <a:ext uri="{FF2B5EF4-FFF2-40B4-BE49-F238E27FC236}">
                <a16:creationId xmlns:a16="http://schemas.microsoft.com/office/drawing/2014/main" id="{8AEEA316-F154-4AB3-9807-530147C1AF6C}"/>
              </a:ext>
            </a:extLst>
          </p:cNvPr>
          <p:cNvPicPr preferRelativeResize="0">
            <a:picLocks noChangeArrowheads="1" noChangeShapeType="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371600" cy="266700"/>
          </a:xfrm>
          <a:prstGeom prst="rect">
            <a:avLst/>
          </a:prstGeom>
          <a:noFill/>
          <a:ln w="9525">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49B10D7F-DEEB-496B-AB33-89B8DAB0C09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431830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F84FA95-29DB-401E-A634-56E58FB1BBED}"/>
              </a:ext>
            </a:extLst>
          </p:cNvPr>
          <p:cNvSpPr>
            <a:spLocks noGrp="1"/>
          </p:cNvSpPr>
          <p:nvPr>
            <p:ph type="title"/>
          </p:nvPr>
        </p:nvSpPr>
        <p:spPr>
          <a:xfrm>
            <a:off x="1043631" y="809898"/>
            <a:ext cx="9942716" cy="1554480"/>
          </a:xfrm>
        </p:spPr>
        <p:txBody>
          <a:bodyPr anchor="ctr">
            <a:normAutofit/>
          </a:bodyPr>
          <a:lstStyle/>
          <a:p>
            <a:r>
              <a:rPr lang="en-US" sz="4800" dirty="0"/>
              <a:t>Assessment – All Path testing</a:t>
            </a:r>
          </a:p>
        </p:txBody>
      </p:sp>
      <p:sp>
        <p:nvSpPr>
          <p:cNvPr id="3" name="Content Placeholder 2">
            <a:extLst>
              <a:ext uri="{FF2B5EF4-FFF2-40B4-BE49-F238E27FC236}">
                <a16:creationId xmlns:a16="http://schemas.microsoft.com/office/drawing/2014/main" id="{856AD22A-B889-4091-9A74-EDD1C43F2C19}"/>
              </a:ext>
            </a:extLst>
          </p:cNvPr>
          <p:cNvSpPr>
            <a:spLocks noGrp="1"/>
          </p:cNvSpPr>
          <p:nvPr>
            <p:ph idx="1"/>
          </p:nvPr>
        </p:nvSpPr>
        <p:spPr>
          <a:xfrm>
            <a:off x="267838" y="2704014"/>
            <a:ext cx="11773474" cy="3438166"/>
          </a:xfrm>
        </p:spPr>
        <p:txBody>
          <a:bodyPr anchor="ctr">
            <a:normAutofit/>
          </a:bodyPr>
          <a:lstStyle/>
          <a:p>
            <a:pPr marL="0" indent="0">
              <a:buNone/>
            </a:pPr>
            <a:r>
              <a:rPr lang="en-US" sz="2000" b="1" i="0" dirty="0">
                <a:effectLst/>
                <a:latin typeface="Lato Extended"/>
              </a:rPr>
              <a:t>You have been asked by your supervisor to "exhaustively test" the software for a mission critical system using All-Paths testing. What is the most appropriate response to give to the supervisor?</a:t>
            </a:r>
          </a:p>
          <a:p>
            <a:pPr marL="0" indent="0">
              <a:buNone/>
            </a:pPr>
            <a:endParaRPr lang="en-US" sz="2000" b="1" i="0" dirty="0">
              <a:effectLst/>
              <a:latin typeface="Lato Extended"/>
            </a:endParaRPr>
          </a:p>
          <a:p>
            <a:r>
              <a:rPr lang="en-US" sz="2000" b="0" i="0" dirty="0">
                <a:effectLst/>
                <a:latin typeface="Lato Extended"/>
              </a:rPr>
              <a:t>It is impossible to do this kind of testing</a:t>
            </a:r>
          </a:p>
          <a:p>
            <a:r>
              <a:rPr lang="en-US" sz="2000" b="0" i="0" dirty="0">
                <a:effectLst/>
                <a:latin typeface="Lato Extended"/>
              </a:rPr>
              <a:t>All-paths testing can be completed in a reasonable amount of time without even using automation.</a:t>
            </a:r>
          </a:p>
          <a:p>
            <a:r>
              <a:rPr lang="en-US" sz="2000" b="0" i="0" dirty="0">
                <a:effectLst/>
                <a:latin typeface="Lato Extended"/>
              </a:rPr>
              <a:t>All-paths testing can be performed but will take forever.</a:t>
            </a:r>
          </a:p>
          <a:p>
            <a:r>
              <a:rPr lang="en-US" sz="2000" b="0" i="0" dirty="0">
                <a:effectLst/>
                <a:latin typeface="Lato Extended"/>
              </a:rPr>
              <a:t>All-paths testing can be performed on small portions of the most critical code using automation and given enough time.</a:t>
            </a:r>
          </a:p>
          <a:p>
            <a:endParaRPr lang="en-US" sz="20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a:extLst>
              <a:ext uri="{FF2B5EF4-FFF2-40B4-BE49-F238E27FC236}">
                <a16:creationId xmlns:a16="http://schemas.microsoft.com/office/drawing/2014/main" id="{E7CEE7B7-247E-49B7-8333-C10DCC0EBE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02611B-C7D4-401B-B615-A1AB963424C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77343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033588" y="350838"/>
            <a:ext cx="8229600" cy="1143000"/>
          </a:xfrm>
        </p:spPr>
        <p:txBody>
          <a:bodyPr/>
          <a:lstStyle/>
          <a:p>
            <a:r>
              <a:rPr lang="en-US">
                <a:latin typeface="Times New Roman" pitchFamily="18" charset="0"/>
              </a:rPr>
              <a:t>Taxonomy of System Tests</a:t>
            </a:r>
          </a:p>
        </p:txBody>
      </p:sp>
      <p:pic>
        <p:nvPicPr>
          <p:cNvPr id="7171" name="Picture 5" descr="systemtest"/>
          <p:cNvPicPr>
            <a:picLocks noGrp="1" noChangeAspect="1" noChangeArrowheads="1"/>
          </p:cNvPicPr>
          <p:nvPr>
            <p:ph idx="1"/>
          </p:nvPr>
        </p:nvPicPr>
        <p:blipFill>
          <a:blip r:embed="rId3" cstate="print"/>
          <a:srcRect/>
          <a:stretch>
            <a:fillRect/>
          </a:stretch>
        </p:blipFill>
        <p:spPr>
          <a:xfrm>
            <a:off x="3510821" y="1632858"/>
            <a:ext cx="5320441" cy="4415246"/>
          </a:xfrm>
        </p:spPr>
      </p:pic>
      <p:sp>
        <p:nvSpPr>
          <p:cNvPr id="5" name="Rectangle 19"/>
          <p:cNvSpPr>
            <a:spLocks noGrp="1" noChangeArrowheads="1"/>
          </p:cNvSpPr>
          <p:nvPr>
            <p:ph type="sldNum" sz="quarter" idx="12"/>
          </p:nvPr>
        </p:nvSpPr>
        <p:spPr/>
        <p:txBody>
          <a:bodyPr/>
          <a:lstStyle/>
          <a:p>
            <a:pPr fontAlgn="base">
              <a:spcBef>
                <a:spcPct val="0"/>
              </a:spcBef>
              <a:spcAft>
                <a:spcPct val="0"/>
              </a:spcAft>
              <a:defRPr/>
            </a:pPr>
            <a:fld id="{12270F83-91F0-4476-B8E0-B32EF895FA56}" type="slidenum">
              <a:rPr lang="en-US">
                <a:solidFill>
                  <a:srgbClr val="04617B">
                    <a:shade val="90000"/>
                  </a:srgbClr>
                </a:solidFill>
                <a:latin typeface="Arial" charset="0"/>
              </a:rPr>
              <a:pPr fontAlgn="base">
                <a:spcBef>
                  <a:spcPct val="0"/>
                </a:spcBef>
                <a:spcAft>
                  <a:spcPct val="0"/>
                </a:spcAft>
                <a:defRPr/>
              </a:pPr>
              <a:t>85</a:t>
            </a:fld>
            <a:endParaRPr lang="en-US">
              <a:solidFill>
                <a:srgbClr val="04617B">
                  <a:shade val="90000"/>
                </a:srgbClr>
              </a:solidFill>
              <a:latin typeface="Arial" charset="0"/>
            </a:endParaRPr>
          </a:p>
        </p:txBody>
      </p:sp>
      <p:sp>
        <p:nvSpPr>
          <p:cNvPr id="7173" name="Text Box 6"/>
          <p:cNvSpPr txBox="1">
            <a:spLocks noChangeArrowheads="1"/>
          </p:cNvSpPr>
          <p:nvPr/>
        </p:nvSpPr>
        <p:spPr bwMode="auto">
          <a:xfrm>
            <a:off x="3952875" y="5997575"/>
            <a:ext cx="4878388" cy="369332"/>
          </a:xfrm>
          <a:prstGeom prst="rect">
            <a:avLst/>
          </a:prstGeom>
          <a:noFill/>
          <a:ln w="12700">
            <a:noFill/>
            <a:miter lim="800000"/>
            <a:headEnd type="none" w="sm" len="sm"/>
            <a:tailEnd type="none" w="sm" len="sm"/>
          </a:ln>
        </p:spPr>
        <p:txBody>
          <a:bodyPr>
            <a:spAutoFit/>
          </a:bodyPr>
          <a:lstStyle/>
          <a:p>
            <a:pPr eaLnBrk="0" fontAlgn="base" hangingPunct="0">
              <a:spcBef>
                <a:spcPct val="50000"/>
              </a:spcBef>
              <a:spcAft>
                <a:spcPct val="0"/>
              </a:spcAft>
            </a:pPr>
            <a:r>
              <a:rPr lang="en-US">
                <a:solidFill>
                  <a:srgbClr val="000000"/>
                </a:solidFill>
                <a:latin typeface="Arial" charset="0"/>
              </a:rPr>
              <a:t>Figure 8.1: Types of system tests</a:t>
            </a:r>
            <a:endParaRPr lang="en-US" sz="1200">
              <a:solidFill>
                <a:srgbClr val="000000"/>
              </a:solidFill>
              <a:latin typeface="Arial" charset="0"/>
            </a:endParaRPr>
          </a:p>
        </p:txBody>
      </p:sp>
    </p:spTree>
    <p:extLst>
      <p:ext uri="{BB962C8B-B14F-4D97-AF65-F5344CB8AC3E}">
        <p14:creationId xmlns:p14="http://schemas.microsoft.com/office/powerpoint/2010/main" val="3466095583"/>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1F6D4E-CDF1-29A8-477B-43B8C1EAB8CE}"/>
              </a:ext>
            </a:extLst>
          </p:cNvPr>
          <p:cNvSpPr>
            <a:spLocks noGrp="1"/>
          </p:cNvSpPr>
          <p:nvPr>
            <p:ph type="title"/>
          </p:nvPr>
        </p:nvSpPr>
        <p:spPr>
          <a:xfrm>
            <a:off x="659066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Exploratory Testing</a:t>
            </a:r>
          </a:p>
        </p:txBody>
      </p:sp>
      <p:pic>
        <p:nvPicPr>
          <p:cNvPr id="6" name="Graphic 5" descr="Magnifying glass">
            <a:extLst>
              <a:ext uri="{FF2B5EF4-FFF2-40B4-BE49-F238E27FC236}">
                <a16:creationId xmlns:a16="http://schemas.microsoft.com/office/drawing/2014/main" id="{5EC9AEBF-6991-523A-A978-051511A573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3" name="Group 12">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4" name="Freeform: Shape 13">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Freeform: Shape 14">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4134435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70C91F6-97F8-455D-8E7C-4EB3C81ADC3F}"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sp>
        <p:nvSpPr>
          <p:cNvPr id="209922" name="Rectangle 2"/>
          <p:cNvSpPr>
            <a:spLocks noGrp="1" noChangeArrowheads="1"/>
          </p:cNvSpPr>
          <p:nvPr>
            <p:ph type="title"/>
          </p:nvPr>
        </p:nvSpPr>
        <p:spPr>
          <a:xfrm>
            <a:off x="1981200" y="521208"/>
            <a:ext cx="8305800" cy="1143000"/>
          </a:xfrm>
        </p:spPr>
        <p:txBody>
          <a:bodyPr>
            <a:normAutofit/>
          </a:bodyPr>
          <a:lstStyle/>
          <a:p>
            <a:r>
              <a:rPr lang="en-US" dirty="0"/>
              <a:t>Requirement Links to Tests : Level 3</a:t>
            </a:r>
          </a:p>
        </p:txBody>
      </p:sp>
      <p:sp>
        <p:nvSpPr>
          <p:cNvPr id="209924" name="Text Box 4"/>
          <p:cNvSpPr txBox="1">
            <a:spLocks noChangeArrowheads="1"/>
          </p:cNvSpPr>
          <p:nvPr/>
        </p:nvSpPr>
        <p:spPr bwMode="auto">
          <a:xfrm>
            <a:off x="2286000" y="5562600"/>
            <a:ext cx="6553200" cy="400110"/>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aphicFrame>
        <p:nvGraphicFramePr>
          <p:cNvPr id="209926" name="Object 6"/>
          <p:cNvGraphicFramePr>
            <a:graphicFrameLocks noChangeAspect="1"/>
          </p:cNvGraphicFramePr>
          <p:nvPr/>
        </p:nvGraphicFramePr>
        <p:xfrm>
          <a:off x="2590800" y="1852614"/>
          <a:ext cx="10134600" cy="5233987"/>
        </p:xfrm>
        <a:graphic>
          <a:graphicData uri="http://schemas.openxmlformats.org/presentationml/2006/ole">
            <mc:AlternateContent xmlns:mc="http://schemas.openxmlformats.org/markup-compatibility/2006">
              <mc:Choice xmlns:v="urn:schemas-microsoft-com:vml" Requires="v">
                <p:oleObj name="Chart" r:id="rId2" imgW="7618934" imgH="5085248" progId="MSGraph.Chart.8">
                  <p:embed followColorScheme="full"/>
                </p:oleObj>
              </mc:Choice>
              <mc:Fallback>
                <p:oleObj name="Chart" r:id="rId2" imgW="7618934" imgH="5085248" progId="MSGraph.Chart.8">
                  <p:embed followColorScheme="full"/>
                  <p:pic>
                    <p:nvPicPr>
                      <p:cNvPr id="209926" name="Object 6"/>
                      <p:cNvPicPr>
                        <a:picLocks noChangeAspect="1" noChangeArrowheads="1"/>
                      </p:cNvPicPr>
                      <p:nvPr/>
                    </p:nvPicPr>
                    <p:blipFill>
                      <a:blip r:embed="rId3"/>
                      <a:srcRect/>
                      <a:stretch>
                        <a:fillRect/>
                      </a:stretch>
                    </p:blipFill>
                    <p:spPr bwMode="auto">
                      <a:xfrm>
                        <a:off x="2590800" y="1852614"/>
                        <a:ext cx="10134600" cy="5233987"/>
                      </a:xfrm>
                      <a:prstGeom prst="rect">
                        <a:avLst/>
                      </a:prstGeom>
                      <a:noFill/>
                    </p:spPr>
                  </p:pic>
                </p:oleObj>
              </mc:Fallback>
            </mc:AlternateContent>
          </a:graphicData>
        </a:graphic>
      </p:graphicFrame>
    </p:spTree>
    <p:extLst>
      <p:ext uri="{BB962C8B-B14F-4D97-AF65-F5344CB8AC3E}">
        <p14:creationId xmlns:p14="http://schemas.microsoft.com/office/powerpoint/2010/main" val="23068065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81740B8C-7E06-4F0D-8E06-ED1B7B03F6D5}"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sp>
        <p:nvSpPr>
          <p:cNvPr id="216066" name="Rectangle 2"/>
          <p:cNvSpPr>
            <a:spLocks noGrp="1" noChangeArrowheads="1"/>
          </p:cNvSpPr>
          <p:nvPr>
            <p:ph type="title"/>
          </p:nvPr>
        </p:nvSpPr>
        <p:spPr>
          <a:xfrm>
            <a:off x="1837510" y="181573"/>
            <a:ext cx="8830491" cy="1229216"/>
          </a:xfrm>
        </p:spPr>
        <p:txBody>
          <a:bodyPr>
            <a:normAutofit/>
          </a:bodyPr>
          <a:lstStyle/>
          <a:p>
            <a:r>
              <a:rPr lang="en-US" dirty="0"/>
              <a:t>Requirement linkage to Tests : Level 4</a:t>
            </a:r>
          </a:p>
        </p:txBody>
      </p:sp>
      <p:sp>
        <p:nvSpPr>
          <p:cNvPr id="216067" name="Text Box 3"/>
          <p:cNvSpPr txBox="1">
            <a:spLocks noChangeArrowheads="1"/>
          </p:cNvSpPr>
          <p:nvPr/>
        </p:nvSpPr>
        <p:spPr bwMode="auto">
          <a:xfrm>
            <a:off x="2286000" y="5562600"/>
            <a:ext cx="6553200" cy="400110"/>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graphicFrame>
        <p:nvGraphicFramePr>
          <p:cNvPr id="216069" name="Object 5"/>
          <p:cNvGraphicFramePr>
            <a:graphicFrameLocks noChangeAspect="1"/>
          </p:cNvGraphicFramePr>
          <p:nvPr/>
        </p:nvGraphicFramePr>
        <p:xfrm>
          <a:off x="2590800" y="1905001"/>
          <a:ext cx="9144000" cy="5919787"/>
        </p:xfrm>
        <a:graphic>
          <a:graphicData uri="http://schemas.openxmlformats.org/presentationml/2006/ole">
            <mc:AlternateContent xmlns:mc="http://schemas.openxmlformats.org/markup-compatibility/2006">
              <mc:Choice xmlns:v="urn:schemas-microsoft-com:vml" Requires="v">
                <p:oleObj name="Chart" r:id="rId2" imgW="7618934" imgH="5085248" progId="MSGraph.Chart.8">
                  <p:embed followColorScheme="full"/>
                </p:oleObj>
              </mc:Choice>
              <mc:Fallback>
                <p:oleObj name="Chart" r:id="rId2" imgW="7618934" imgH="5085248" progId="MSGraph.Chart.8">
                  <p:embed followColorScheme="full"/>
                  <p:pic>
                    <p:nvPicPr>
                      <p:cNvPr id="216069" name="Object 5"/>
                      <p:cNvPicPr>
                        <a:picLocks noChangeAspect="1" noChangeArrowheads="1"/>
                      </p:cNvPicPr>
                      <p:nvPr/>
                    </p:nvPicPr>
                    <p:blipFill>
                      <a:blip r:embed="rId3"/>
                      <a:srcRect/>
                      <a:stretch>
                        <a:fillRect/>
                      </a:stretch>
                    </p:blipFill>
                    <p:spPr bwMode="auto">
                      <a:xfrm>
                        <a:off x="2590800" y="1905001"/>
                        <a:ext cx="9144000" cy="5919787"/>
                      </a:xfrm>
                      <a:prstGeom prst="rect">
                        <a:avLst/>
                      </a:prstGeom>
                      <a:noFill/>
                    </p:spPr>
                  </p:pic>
                </p:oleObj>
              </mc:Fallback>
            </mc:AlternateContent>
          </a:graphicData>
        </a:graphic>
      </p:graphicFrame>
      <p:sp>
        <p:nvSpPr>
          <p:cNvPr id="216070" name="Text Box 6"/>
          <p:cNvSpPr txBox="1">
            <a:spLocks noChangeArrowheads="1"/>
          </p:cNvSpPr>
          <p:nvPr/>
        </p:nvSpPr>
        <p:spPr bwMode="auto">
          <a:xfrm>
            <a:off x="3048000" y="5715000"/>
            <a:ext cx="5943600" cy="400110"/>
          </a:xfrm>
          <a:prstGeom prst="rect">
            <a:avLst/>
          </a:prstGeom>
          <a:noFill/>
          <a:ln w="9525">
            <a:noFill/>
            <a:miter lim="800000"/>
            <a:headEnd/>
            <a:tailEnd/>
          </a:ln>
          <a:effectLst/>
        </p:spPr>
        <p:txBody>
          <a:bodyPr>
            <a:spAutoFit/>
          </a:bodyPr>
          <a:lstStyle/>
          <a:p>
            <a:pPr marL="0" marR="0" lvl="0" indent="0" algn="l" defTabSz="914400" rtl="0" eaLnBrk="0" fontAlgn="base" latinLnBrk="0" hangingPunct="0">
              <a:lnSpc>
                <a:spcPct val="100000"/>
              </a:lnSpc>
              <a:spcBef>
                <a:spcPct val="50000"/>
              </a:spcBef>
              <a:spcAft>
                <a:spcPct val="0"/>
              </a:spcAft>
              <a:buClrTx/>
              <a:buSzTx/>
              <a:buFontTx/>
              <a:buNone/>
              <a:tabLst/>
              <a:defRPr/>
            </a:pPr>
            <a:endParaRPr kumimoji="0" lang="en-US" sz="2000" b="1" i="0" u="none" strike="noStrike" kern="1200" cap="none" spc="0" normalizeH="0" baseline="0" noProof="0">
              <a:ln>
                <a:noFill/>
              </a:ln>
              <a:solidFill>
                <a:srgbClr val="FAFD00"/>
              </a:solidFill>
              <a:effectLst/>
              <a:uLnTx/>
              <a:uFillTx/>
              <a:latin typeface="Times New Roman" pitchFamily="18" charset="0"/>
              <a:ea typeface="+mn-ea"/>
              <a:cs typeface="+mn-cs"/>
            </a:endParaRPr>
          </a:p>
        </p:txBody>
      </p:sp>
    </p:spTree>
    <p:extLst>
      <p:ext uri="{BB962C8B-B14F-4D97-AF65-F5344CB8AC3E}">
        <p14:creationId xmlns:p14="http://schemas.microsoft.com/office/powerpoint/2010/main" val="254534880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D8E06F6A-F5C3-4D48-BBF3-787216C3AC47}" type="slidenum">
              <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89</a:t>
            </a:fld>
            <a:endParaRPr kumimoji="0" lang="en-US" sz="1200" b="1" i="0" u="none" strike="noStrike" kern="1200" cap="none" spc="0" normalizeH="0" baseline="0" noProof="0">
              <a:ln>
                <a:noFill/>
              </a:ln>
              <a:solidFill>
                <a:srgbClr val="04617B">
                  <a:shade val="90000"/>
                </a:srgbClr>
              </a:solidFill>
              <a:effectLst/>
              <a:uLnTx/>
              <a:uFillTx/>
              <a:latin typeface="Times New Roman" pitchFamily="18" charset="0"/>
              <a:ea typeface="+mn-ea"/>
              <a:cs typeface="+mn-cs"/>
            </a:endParaRPr>
          </a:p>
        </p:txBody>
      </p:sp>
      <p:sp>
        <p:nvSpPr>
          <p:cNvPr id="208898" name="Rectangle 2"/>
          <p:cNvSpPr>
            <a:spLocks noGrp="1" noChangeArrowheads="1"/>
          </p:cNvSpPr>
          <p:nvPr>
            <p:ph type="title"/>
          </p:nvPr>
        </p:nvSpPr>
        <p:spPr>
          <a:xfrm>
            <a:off x="2020389" y="403642"/>
            <a:ext cx="8229600" cy="1143000"/>
          </a:xfrm>
        </p:spPr>
        <p:txBody>
          <a:bodyPr/>
          <a:lstStyle/>
          <a:p>
            <a:r>
              <a:rPr lang="en-US" dirty="0"/>
              <a:t>Testing Complexity</a:t>
            </a:r>
          </a:p>
        </p:txBody>
      </p:sp>
      <p:sp>
        <p:nvSpPr>
          <p:cNvPr id="208899" name="Rectangle 3"/>
          <p:cNvSpPr>
            <a:spLocks noGrp="1" noChangeArrowheads="1"/>
          </p:cNvSpPr>
          <p:nvPr>
            <p:ph type="body" idx="1"/>
          </p:nvPr>
        </p:nvSpPr>
        <p:spPr>
          <a:xfrm>
            <a:off x="2247900" y="1866900"/>
            <a:ext cx="7696200" cy="4038600"/>
          </a:xfrm>
        </p:spPr>
        <p:txBody>
          <a:bodyPr/>
          <a:lstStyle/>
          <a:p>
            <a:r>
              <a:rPr lang="en-US" sz="2000" dirty="0"/>
              <a:t>Look at the number of requirements, the number linkages and the number of tests.</a:t>
            </a:r>
          </a:p>
        </p:txBody>
      </p:sp>
      <p:graphicFrame>
        <p:nvGraphicFramePr>
          <p:cNvPr id="208901" name="Object 5"/>
          <p:cNvGraphicFramePr>
            <a:graphicFrameLocks noChangeAspect="1"/>
          </p:cNvGraphicFramePr>
          <p:nvPr/>
        </p:nvGraphicFramePr>
        <p:xfrm>
          <a:off x="3429001" y="2958332"/>
          <a:ext cx="9091975" cy="4027436"/>
        </p:xfrm>
        <a:graphic>
          <a:graphicData uri="http://schemas.openxmlformats.org/presentationml/2006/ole">
            <mc:AlternateContent xmlns:mc="http://schemas.openxmlformats.org/markup-compatibility/2006">
              <mc:Choice xmlns:v="urn:schemas-microsoft-com:vml" Requires="v">
                <p:oleObj name="Chart" r:id="rId2" imgW="7939913" imgH="5085248" progId="MSGraph.Chart.8">
                  <p:embed followColorScheme="full"/>
                </p:oleObj>
              </mc:Choice>
              <mc:Fallback>
                <p:oleObj name="Chart" r:id="rId2" imgW="7939913" imgH="5085248" progId="MSGraph.Chart.8">
                  <p:embed followColorScheme="full"/>
                  <p:pic>
                    <p:nvPicPr>
                      <p:cNvPr id="208901" name="Object 5"/>
                      <p:cNvPicPr>
                        <a:picLocks noChangeAspect="1" noChangeArrowheads="1"/>
                      </p:cNvPicPr>
                      <p:nvPr/>
                    </p:nvPicPr>
                    <p:blipFill>
                      <a:blip r:embed="rId3"/>
                      <a:srcRect/>
                      <a:stretch>
                        <a:fillRect/>
                      </a:stretch>
                    </p:blipFill>
                    <p:spPr bwMode="auto">
                      <a:xfrm>
                        <a:off x="3429001" y="2958332"/>
                        <a:ext cx="9091975" cy="4027436"/>
                      </a:xfrm>
                      <a:prstGeom prst="rect">
                        <a:avLst/>
                      </a:prstGeom>
                      <a:noFill/>
                    </p:spPr>
                  </p:pic>
                </p:oleObj>
              </mc:Fallback>
            </mc:AlternateContent>
          </a:graphicData>
        </a:graphic>
      </p:graphicFrame>
    </p:spTree>
    <p:extLst>
      <p:ext uri="{BB962C8B-B14F-4D97-AF65-F5344CB8AC3E}">
        <p14:creationId xmlns:p14="http://schemas.microsoft.com/office/powerpoint/2010/main" val="5457231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BEE91-F647-C3EA-BDC5-CC6069ADD17B}"/>
              </a:ext>
            </a:extLst>
          </p:cNvPr>
          <p:cNvSpPr>
            <a:spLocks noGrp="1"/>
          </p:cNvSpPr>
          <p:nvPr>
            <p:ph type="title"/>
          </p:nvPr>
        </p:nvSpPr>
        <p:spPr>
          <a:xfrm>
            <a:off x="5868557" y="1138036"/>
            <a:ext cx="5444382" cy="1402470"/>
          </a:xfrm>
        </p:spPr>
        <p:txBody>
          <a:bodyPr anchor="t">
            <a:normAutofit/>
          </a:bodyPr>
          <a:lstStyle/>
          <a:p>
            <a:r>
              <a:rPr lang="en-US" sz="3200" dirty="0"/>
              <a:t>System Test Planning and Execution</a:t>
            </a:r>
          </a:p>
        </p:txBody>
      </p:sp>
      <p:pic>
        <p:nvPicPr>
          <p:cNvPr id="5" name="Picture 4" descr="Light bulb on yellow background with sketched light beams and cord">
            <a:extLst>
              <a:ext uri="{FF2B5EF4-FFF2-40B4-BE49-F238E27FC236}">
                <a16:creationId xmlns:a16="http://schemas.microsoft.com/office/drawing/2014/main" id="{6275C249-3F95-5E45-C2BD-53E566C859A7}"/>
              </a:ext>
            </a:extLst>
          </p:cNvPr>
          <p:cNvPicPr>
            <a:picLocks noChangeAspect="1"/>
          </p:cNvPicPr>
          <p:nvPr/>
        </p:nvPicPr>
        <p:blipFill rotWithShape="1">
          <a:blip r:embed="rId2"/>
          <a:srcRect l="49032" r="4774"/>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9F66F10-1C45-AE27-FFC3-B1F5791E72B1}"/>
              </a:ext>
            </a:extLst>
          </p:cNvPr>
          <p:cNvSpPr>
            <a:spLocks noGrp="1"/>
          </p:cNvSpPr>
          <p:nvPr>
            <p:ph idx="1"/>
          </p:nvPr>
        </p:nvSpPr>
        <p:spPr>
          <a:xfrm>
            <a:off x="5868557" y="2551176"/>
            <a:ext cx="5444382" cy="3591207"/>
          </a:xfrm>
        </p:spPr>
        <p:txBody>
          <a:bodyPr>
            <a:normAutofit/>
          </a:bodyPr>
          <a:lstStyle/>
          <a:p>
            <a:r>
              <a:rPr lang="en-US" sz="2000" dirty="0"/>
              <a:t>Sections of the Test Plan document; for example:</a:t>
            </a:r>
          </a:p>
          <a:p>
            <a:pPr marL="0" indent="0">
              <a:buNone/>
            </a:pPr>
            <a:endParaRPr lang="en-US" sz="2000" dirty="0"/>
          </a:p>
          <a:p>
            <a:pPr marL="0" indent="0" algn="ctr">
              <a:buNone/>
            </a:pPr>
            <a:r>
              <a:rPr lang="en-US" sz="2000" dirty="0"/>
              <a:t>“Why do we have “Exit criteria” in a testing cycle plan?</a:t>
            </a:r>
          </a:p>
          <a:p>
            <a:endParaRPr lang="en-US" sz="2000" dirty="0"/>
          </a:p>
          <a:p>
            <a:r>
              <a:rPr lang="en-US" sz="2000" dirty="0"/>
              <a:t>Important Metrics to remember:</a:t>
            </a:r>
          </a:p>
          <a:p>
            <a:pPr lvl="1"/>
            <a:r>
              <a:rPr lang="en-US" sz="2000" dirty="0"/>
              <a:t>Defect Removal Efficiency (DRE)</a:t>
            </a:r>
          </a:p>
          <a:p>
            <a:pPr lvl="1"/>
            <a:r>
              <a:rPr lang="en-US" sz="2000" dirty="0"/>
              <a:t>Spoilage Metric</a:t>
            </a:r>
          </a:p>
        </p:txBody>
      </p:sp>
    </p:spTree>
    <p:extLst>
      <p:ext uri="{BB962C8B-B14F-4D97-AF65-F5344CB8AC3E}">
        <p14:creationId xmlns:p14="http://schemas.microsoft.com/office/powerpoint/2010/main" val="222545095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Rescue buoy floating at sea">
            <a:extLst>
              <a:ext uri="{FF2B5EF4-FFF2-40B4-BE49-F238E27FC236}">
                <a16:creationId xmlns:a16="http://schemas.microsoft.com/office/drawing/2014/main" id="{1E8183A6-E098-0AA5-9804-2EF9326D9BEA}"/>
              </a:ext>
            </a:extLst>
          </p:cNvPr>
          <p:cNvPicPr>
            <a:picLocks noChangeAspect="1"/>
          </p:cNvPicPr>
          <p:nvPr/>
        </p:nvPicPr>
        <p:blipFill rotWithShape="1">
          <a:blip r:embed="rId2">
            <a:alphaModFix amt="50000"/>
          </a:blip>
          <a:srcRect b="15730"/>
          <a:stretch/>
        </p:blipFill>
        <p:spPr>
          <a:xfrm>
            <a:off x="20" y="1"/>
            <a:ext cx="12191980" cy="6857999"/>
          </a:xfrm>
          <a:prstGeom prst="rect">
            <a:avLst/>
          </a:prstGeom>
        </p:spPr>
      </p:pic>
      <p:sp>
        <p:nvSpPr>
          <p:cNvPr id="2" name="Title 1">
            <a:extLst>
              <a:ext uri="{FF2B5EF4-FFF2-40B4-BE49-F238E27FC236}">
                <a16:creationId xmlns:a16="http://schemas.microsoft.com/office/drawing/2014/main" id="{3371884D-3327-24D4-F35A-6FA2DF4A090E}"/>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Best of Luck in your Final Exam</a:t>
            </a:r>
          </a:p>
        </p:txBody>
      </p:sp>
    </p:spTree>
    <p:extLst>
      <p:ext uri="{BB962C8B-B14F-4D97-AF65-F5344CB8AC3E}">
        <p14:creationId xmlns:p14="http://schemas.microsoft.com/office/powerpoint/2010/main" val="3868631749"/>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5.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Ripple">
  <a:themeElements>
    <a:clrScheme name="Ripple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fontScheme name="Rippl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Ripple 1">
        <a:dk1>
          <a:srgbClr val="2B2B85"/>
        </a:dk1>
        <a:lt1>
          <a:srgbClr val="FFFFFF"/>
        </a:lt1>
        <a:dk2>
          <a:srgbClr val="00254A"/>
        </a:dk2>
        <a:lt2>
          <a:srgbClr val="C0C0C0"/>
        </a:lt2>
        <a:accent1>
          <a:srgbClr val="0099FF"/>
        </a:accent1>
        <a:accent2>
          <a:srgbClr val="006699"/>
        </a:accent2>
        <a:accent3>
          <a:srgbClr val="AAACB1"/>
        </a:accent3>
        <a:accent4>
          <a:srgbClr val="DADADA"/>
        </a:accent4>
        <a:accent5>
          <a:srgbClr val="AACAFF"/>
        </a:accent5>
        <a:accent6>
          <a:srgbClr val="005C8A"/>
        </a:accent6>
        <a:hlink>
          <a:srgbClr val="99CCFF"/>
        </a:hlink>
        <a:folHlink>
          <a:srgbClr val="8F8FB5"/>
        </a:folHlink>
      </a:clrScheme>
      <a:clrMap bg1="dk2" tx1="lt1" bg2="dk1" tx2="lt2" accent1="accent1" accent2="accent2" accent3="accent3" accent4="accent4" accent5="accent5" accent6="accent6" hlink="hlink" folHlink="folHlink"/>
    </a:extraClrScheme>
    <a:extraClrScheme>
      <a:clrScheme name="Ripple 2">
        <a:dk1>
          <a:srgbClr val="3B4B5D"/>
        </a:dk1>
        <a:lt1>
          <a:srgbClr val="FFFFFF"/>
        </a:lt1>
        <a:dk2>
          <a:srgbClr val="466886"/>
        </a:dk2>
        <a:lt2>
          <a:srgbClr val="CCECFF"/>
        </a:lt2>
        <a:accent1>
          <a:srgbClr val="6D9D97"/>
        </a:accent1>
        <a:accent2>
          <a:srgbClr val="53718C"/>
        </a:accent2>
        <a:accent3>
          <a:srgbClr val="B0B9C3"/>
        </a:accent3>
        <a:accent4>
          <a:srgbClr val="DADADA"/>
        </a:accent4>
        <a:accent5>
          <a:srgbClr val="BACCC9"/>
        </a:accent5>
        <a:accent6>
          <a:srgbClr val="4A667E"/>
        </a:accent6>
        <a:hlink>
          <a:srgbClr val="99CCFF"/>
        </a:hlink>
        <a:folHlink>
          <a:srgbClr val="A97CF2"/>
        </a:folHlink>
      </a:clrScheme>
      <a:clrMap bg1="dk2" tx1="lt1" bg2="dk1" tx2="lt2" accent1="accent1" accent2="accent2" accent3="accent3" accent4="accent4" accent5="accent5" accent6="accent6" hlink="hlink" folHlink="folHlink"/>
    </a:extraClrScheme>
    <a:extraClrScheme>
      <a:clrScheme name="Ripple 3">
        <a:dk1>
          <a:srgbClr val="008AE8"/>
        </a:dk1>
        <a:lt1>
          <a:srgbClr val="FFFFFF"/>
        </a:lt1>
        <a:dk2>
          <a:srgbClr val="0068AE"/>
        </a:dk2>
        <a:lt2>
          <a:srgbClr val="CCECFF"/>
        </a:lt2>
        <a:accent1>
          <a:srgbClr val="009999"/>
        </a:accent1>
        <a:accent2>
          <a:srgbClr val="0088E4"/>
        </a:accent2>
        <a:accent3>
          <a:srgbClr val="AAB9D3"/>
        </a:accent3>
        <a:accent4>
          <a:srgbClr val="DADADA"/>
        </a:accent4>
        <a:accent5>
          <a:srgbClr val="AACACA"/>
        </a:accent5>
        <a:accent6>
          <a:srgbClr val="007BCF"/>
        </a:accent6>
        <a:hlink>
          <a:srgbClr val="99FF99"/>
        </a:hlink>
        <a:folHlink>
          <a:srgbClr val="AFE1FF"/>
        </a:folHlink>
      </a:clrScheme>
      <a:clrMap bg1="dk2" tx1="lt1" bg2="dk1" tx2="lt2" accent1="accent1" accent2="accent2" accent3="accent3" accent4="accent4" accent5="accent5" accent6="accent6" hlink="hlink" folHlink="folHlink"/>
    </a:extraClrScheme>
    <a:extraClrScheme>
      <a:clrScheme name="Ripple 4">
        <a:dk1>
          <a:srgbClr val="9B69FF"/>
        </a:dk1>
        <a:lt1>
          <a:srgbClr val="FFFFFF"/>
        </a:lt1>
        <a:dk2>
          <a:srgbClr val="666699"/>
        </a:dk2>
        <a:lt2>
          <a:srgbClr val="D9D9FF"/>
        </a:lt2>
        <a:accent1>
          <a:srgbClr val="66CCFF"/>
        </a:accent1>
        <a:accent2>
          <a:srgbClr val="9966FF"/>
        </a:accent2>
        <a:accent3>
          <a:srgbClr val="B8B8CA"/>
        </a:accent3>
        <a:accent4>
          <a:srgbClr val="DADADA"/>
        </a:accent4>
        <a:accent5>
          <a:srgbClr val="B8E2FF"/>
        </a:accent5>
        <a:accent6>
          <a:srgbClr val="8A5CE7"/>
        </a:accent6>
        <a:hlink>
          <a:srgbClr val="0099CC"/>
        </a:hlink>
        <a:folHlink>
          <a:srgbClr val="003399"/>
        </a:folHlink>
      </a:clrScheme>
      <a:clrMap bg1="dk2" tx1="lt1" bg2="dk1" tx2="lt2" accent1="accent1" accent2="accent2" accent3="accent3" accent4="accent4" accent5="accent5" accent6="accent6" hlink="hlink" folHlink="folHlink"/>
    </a:extraClrScheme>
    <a:extraClrScheme>
      <a:clrScheme name="Ripple 5">
        <a:dk1>
          <a:srgbClr val="008080"/>
        </a:dk1>
        <a:lt1>
          <a:srgbClr val="FFFFFF"/>
        </a:lt1>
        <a:dk2>
          <a:srgbClr val="006666"/>
        </a:dk2>
        <a:lt2>
          <a:srgbClr val="FFFFCC"/>
        </a:lt2>
        <a:accent1>
          <a:srgbClr val="0099FF"/>
        </a:accent1>
        <a:accent2>
          <a:srgbClr val="008080"/>
        </a:accent2>
        <a:accent3>
          <a:srgbClr val="AAB8B8"/>
        </a:accent3>
        <a:accent4>
          <a:srgbClr val="DADADA"/>
        </a:accent4>
        <a:accent5>
          <a:srgbClr val="AACAFF"/>
        </a:accent5>
        <a:accent6>
          <a:srgbClr val="007373"/>
        </a:accent6>
        <a:hlink>
          <a:srgbClr val="1ACE9F"/>
        </a:hlink>
        <a:folHlink>
          <a:srgbClr val="A5B5CD"/>
        </a:folHlink>
      </a:clrScheme>
      <a:clrMap bg1="dk2" tx1="lt1" bg2="dk1" tx2="lt2" accent1="accent1" accent2="accent2" accent3="accent3" accent4="accent4" accent5="accent5" accent6="accent6" hlink="hlink" folHlink="folHlink"/>
    </a:extraClrScheme>
    <a:extraClrScheme>
      <a:clrScheme name="Ripple 6">
        <a:dk1>
          <a:srgbClr val="CDD9D1"/>
        </a:dk1>
        <a:lt1>
          <a:srgbClr val="FFFFFF"/>
        </a:lt1>
        <a:dk2>
          <a:srgbClr val="A3BBA9"/>
        </a:dk2>
        <a:lt2>
          <a:srgbClr val="007D80"/>
        </a:lt2>
        <a:accent1>
          <a:srgbClr val="9CA8A4"/>
        </a:accent1>
        <a:accent2>
          <a:srgbClr val="CBD7CE"/>
        </a:accent2>
        <a:accent3>
          <a:srgbClr val="CEDAD1"/>
        </a:accent3>
        <a:accent4>
          <a:srgbClr val="DADADA"/>
        </a:accent4>
        <a:accent5>
          <a:srgbClr val="CBD1CF"/>
        </a:accent5>
        <a:accent6>
          <a:srgbClr val="B8C3BA"/>
        </a:accent6>
        <a:hlink>
          <a:srgbClr val="009900"/>
        </a:hlink>
        <a:folHlink>
          <a:srgbClr val="009999"/>
        </a:folHlink>
      </a:clrScheme>
      <a:clrMap bg1="dk2" tx1="lt1" bg2="dk1" tx2="lt2" accent1="accent1" accent2="accent2" accent3="accent3" accent4="accent4" accent5="accent5" accent6="accent6" hlink="hlink" folHlink="folHlink"/>
    </a:extraClrScheme>
    <a:extraClrScheme>
      <a:clrScheme name="Ripple 7">
        <a:dk1>
          <a:srgbClr val="686B5D"/>
        </a:dk1>
        <a:lt1>
          <a:srgbClr val="DCDAD0"/>
        </a:lt1>
        <a:dk2>
          <a:srgbClr val="525040"/>
        </a:dk2>
        <a:lt2>
          <a:srgbClr val="D3D2A6"/>
        </a:lt2>
        <a:accent1>
          <a:srgbClr val="5D8770"/>
        </a:accent1>
        <a:accent2>
          <a:srgbClr val="686B5D"/>
        </a:accent2>
        <a:accent3>
          <a:srgbClr val="B3B3AF"/>
        </a:accent3>
        <a:accent4>
          <a:srgbClr val="BCBAB1"/>
        </a:accent4>
        <a:accent5>
          <a:srgbClr val="B6C3BB"/>
        </a:accent5>
        <a:accent6>
          <a:srgbClr val="5E6053"/>
        </a:accent6>
        <a:hlink>
          <a:srgbClr val="85B7A9"/>
        </a:hlink>
        <a:folHlink>
          <a:srgbClr val="B89362"/>
        </a:folHlink>
      </a:clrScheme>
      <a:clrMap bg1="dk2" tx1="lt1" bg2="dk1" tx2="lt2" accent1="accent1" accent2="accent2" accent3="accent3" accent4="accent4" accent5="accent5" accent6="accent6" hlink="hlink" folHlink="folHlink"/>
    </a:extraClrScheme>
    <a:extraClrScheme>
      <a:clrScheme name="Ripple 8">
        <a:dk1>
          <a:srgbClr val="000000"/>
        </a:dk1>
        <a:lt1>
          <a:srgbClr val="EAEAEA"/>
        </a:lt1>
        <a:dk2>
          <a:srgbClr val="000000"/>
        </a:dk2>
        <a:lt2>
          <a:srgbClr val="B2B2B2"/>
        </a:lt2>
        <a:accent1>
          <a:srgbClr val="A4BCC4"/>
        </a:accent1>
        <a:accent2>
          <a:srgbClr val="FFFFFF"/>
        </a:accent2>
        <a:accent3>
          <a:srgbClr val="F3F3F3"/>
        </a:accent3>
        <a:accent4>
          <a:srgbClr val="000000"/>
        </a:accent4>
        <a:accent5>
          <a:srgbClr val="CFDADE"/>
        </a:accent5>
        <a:accent6>
          <a:srgbClr val="E7E7E7"/>
        </a:accent6>
        <a:hlink>
          <a:srgbClr val="0066FF"/>
        </a:hlink>
        <a:folHlink>
          <a:srgbClr val="00CC66"/>
        </a:folHlink>
      </a:clrScheme>
      <a:clrMap bg1="lt1" tx1="dk1" bg2="lt2" tx2="dk2" accent1="accent1" accent2="accent2" accent3="accent3" accent4="accent4" accent5="accent5" accent6="accent6" hlink="hlink" folHlink="folHlink"/>
    </a:extraClrScheme>
    <a:extraClrScheme>
      <a:clrScheme name="Ripple 9">
        <a:dk1>
          <a:srgbClr val="000000"/>
        </a:dk1>
        <a:lt1>
          <a:srgbClr val="D7D1B9"/>
        </a:lt1>
        <a:dk2>
          <a:srgbClr val="B39257"/>
        </a:dk2>
        <a:lt2>
          <a:srgbClr val="B1A887"/>
        </a:lt2>
        <a:accent1>
          <a:srgbClr val="FFCC66"/>
        </a:accent1>
        <a:accent2>
          <a:srgbClr val="E6E3AC"/>
        </a:accent2>
        <a:accent3>
          <a:srgbClr val="E8E5D9"/>
        </a:accent3>
        <a:accent4>
          <a:srgbClr val="000000"/>
        </a:accent4>
        <a:accent5>
          <a:srgbClr val="FFE2B8"/>
        </a:accent5>
        <a:accent6>
          <a:srgbClr val="D0CE9B"/>
        </a:accent6>
        <a:hlink>
          <a:srgbClr val="666633"/>
        </a:hlink>
        <a:folHlink>
          <a:srgbClr val="9C98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{D25AD5BC-38A8-EF4E-B3DC-F920D3A82ACC}tf10001070</Template>
  <TotalTime>7831</TotalTime>
  <Words>4351</Words>
  <Application>Microsoft Office PowerPoint</Application>
  <PresentationFormat>Widescreen</PresentationFormat>
  <Paragraphs>749</Paragraphs>
  <Slides>91</Slides>
  <Notes>21</Notes>
  <HiddenSlides>0</HiddenSlides>
  <MMClips>1</MMClips>
  <ScaleCrop>false</ScaleCrop>
  <HeadingPairs>
    <vt:vector size="8" baseType="variant">
      <vt:variant>
        <vt:lpstr>Fonts Used</vt:lpstr>
      </vt:variant>
      <vt:variant>
        <vt:i4>13</vt:i4>
      </vt:variant>
      <vt:variant>
        <vt:lpstr>Theme</vt:lpstr>
      </vt:variant>
      <vt:variant>
        <vt:i4>5</vt:i4>
      </vt:variant>
      <vt:variant>
        <vt:lpstr>Embedded OLE Servers</vt:lpstr>
      </vt:variant>
      <vt:variant>
        <vt:i4>2</vt:i4>
      </vt:variant>
      <vt:variant>
        <vt:lpstr>Slide Titles</vt:lpstr>
      </vt:variant>
      <vt:variant>
        <vt:i4>91</vt:i4>
      </vt:variant>
    </vt:vector>
  </HeadingPairs>
  <TitlesOfParts>
    <vt:vector size="111" baseType="lpstr">
      <vt:lpstr>SimSun</vt:lpstr>
      <vt:lpstr>Arial</vt:lpstr>
      <vt:lpstr>Bradley Hand ITC</vt:lpstr>
      <vt:lpstr>Calibri</vt:lpstr>
      <vt:lpstr>Calibri Light</vt:lpstr>
      <vt:lpstr>Constantia</vt:lpstr>
      <vt:lpstr>Helvetica</vt:lpstr>
      <vt:lpstr>Lato Extended</vt:lpstr>
      <vt:lpstr>Roboto</vt:lpstr>
      <vt:lpstr>Rockwell Extra Bold</vt:lpstr>
      <vt:lpstr>Times New Roman</vt:lpstr>
      <vt:lpstr>Wingdings</vt:lpstr>
      <vt:lpstr>Wingdings 2</vt:lpstr>
      <vt:lpstr>Wood Type</vt:lpstr>
      <vt:lpstr>Office Theme</vt:lpstr>
      <vt:lpstr>Ripple</vt:lpstr>
      <vt:lpstr>1_Office Theme</vt:lpstr>
      <vt:lpstr>Flow</vt:lpstr>
      <vt:lpstr>Slide</vt:lpstr>
      <vt:lpstr>Chart</vt:lpstr>
      <vt:lpstr>Software Engineering CS-UH 2012, FALL 2024 </vt:lpstr>
      <vt:lpstr>Guidance to the final exam </vt:lpstr>
      <vt:lpstr>Areas we will review</vt:lpstr>
      <vt:lpstr>Software Development Life Cycles </vt:lpstr>
      <vt:lpstr>Software development processes</vt:lpstr>
      <vt:lpstr>Requirements engineering</vt:lpstr>
      <vt:lpstr>Requirements engineering</vt:lpstr>
      <vt:lpstr>IEEE Std 29148</vt:lpstr>
      <vt:lpstr>IEEE Std 29148</vt:lpstr>
      <vt:lpstr>Singular</vt:lpstr>
      <vt:lpstr>Feasible</vt:lpstr>
      <vt:lpstr>Unambiguous</vt:lpstr>
      <vt:lpstr>Complete</vt:lpstr>
      <vt:lpstr>Consistent</vt:lpstr>
      <vt:lpstr>Verifiable</vt:lpstr>
      <vt:lpstr>Traceable</vt:lpstr>
      <vt:lpstr>Bounded</vt:lpstr>
      <vt:lpstr>Affordable</vt:lpstr>
      <vt:lpstr>Ranked</vt:lpstr>
      <vt:lpstr>Writing Requirements as Use Cases</vt:lpstr>
      <vt:lpstr>Useful Use Case Guidelines</vt:lpstr>
      <vt:lpstr>Requirements and Risk Management</vt:lpstr>
      <vt:lpstr>Win-win negotiating</vt:lpstr>
      <vt:lpstr>Negotiating techniques</vt:lpstr>
      <vt:lpstr>Example 2</vt:lpstr>
      <vt:lpstr>Example 3</vt:lpstr>
      <vt:lpstr>Example 4</vt:lpstr>
      <vt:lpstr>Win - Win</vt:lpstr>
      <vt:lpstr>Software Design</vt:lpstr>
      <vt:lpstr>Object Oriented Design </vt:lpstr>
      <vt:lpstr>PowerPoint Presentation</vt:lpstr>
      <vt:lpstr>Software Architecture Design</vt:lpstr>
      <vt:lpstr>Layer Pattern Example</vt:lpstr>
      <vt:lpstr>Broker Example</vt:lpstr>
      <vt:lpstr>MVC Example</vt:lpstr>
      <vt:lpstr>Client-Server Example</vt:lpstr>
      <vt:lpstr>Pipe and Filter Example</vt:lpstr>
      <vt:lpstr>Publish-Subscribe Example</vt:lpstr>
      <vt:lpstr>Software Construction</vt:lpstr>
      <vt:lpstr>Software Construction</vt:lpstr>
      <vt:lpstr>PowerPoint Presentation</vt:lpstr>
      <vt:lpstr>PowerPoint Presentation</vt:lpstr>
      <vt:lpstr>Software Testing</vt:lpstr>
      <vt:lpstr>Software Testing</vt:lpstr>
      <vt:lpstr>White Box Testing Techniques</vt:lpstr>
      <vt:lpstr>Control Flow Testing</vt:lpstr>
      <vt:lpstr>Control Flow Testing: Basic Idea</vt:lpstr>
      <vt:lpstr>PowerPoint Presentation</vt:lpstr>
      <vt:lpstr>Program Path</vt:lpstr>
      <vt:lpstr>Feasible vs. Infeasible Paths</vt:lpstr>
      <vt:lpstr>Outline of Control Flow Testing</vt:lpstr>
      <vt:lpstr>Outline of Control Flow Testing*</vt:lpstr>
      <vt:lpstr> Control-Flow Graph  (Flowgraph)   </vt:lpstr>
      <vt:lpstr>CFG Example</vt:lpstr>
      <vt:lpstr>CFG : The if Statement</vt:lpstr>
      <vt:lpstr>CFG : while and for Loops</vt:lpstr>
      <vt:lpstr>CFG : The case (switch) Structure</vt:lpstr>
      <vt:lpstr>Example: CFG for ComputeStats</vt:lpstr>
      <vt:lpstr>Exercise</vt:lpstr>
      <vt:lpstr>Solution </vt:lpstr>
      <vt:lpstr>Paths in a Control Flow Graph</vt:lpstr>
      <vt:lpstr>Outline of Control Flow Testing</vt:lpstr>
      <vt:lpstr>Path Selection Criteria</vt:lpstr>
      <vt:lpstr>Statement coverage criterion</vt:lpstr>
      <vt:lpstr>  Statement Coverage: Example</vt:lpstr>
      <vt:lpstr>Branch coverage criterion</vt:lpstr>
      <vt:lpstr>  Branch Coverage: Example</vt:lpstr>
      <vt:lpstr>Simple Path Coverage</vt:lpstr>
      <vt:lpstr>  Simple Path Coverage: Example</vt:lpstr>
      <vt:lpstr>All Path Coverage</vt:lpstr>
      <vt:lpstr>  All Path Coverage: Example</vt:lpstr>
      <vt:lpstr> Visit-Each-Loop Coverage </vt:lpstr>
      <vt:lpstr>  Visit-Each-Loop Coverage: Example</vt:lpstr>
      <vt:lpstr>PowerPoint Presentation</vt:lpstr>
      <vt:lpstr>McCabe’s Cyclomatic Complexity</vt:lpstr>
      <vt:lpstr>McCabe Example</vt:lpstr>
      <vt:lpstr>PowerPoint Presentation</vt:lpstr>
      <vt:lpstr>Example, Continued</vt:lpstr>
      <vt:lpstr>Linearly Independent Paths</vt:lpstr>
      <vt:lpstr>Code coverage requirements </vt:lpstr>
      <vt:lpstr>Minimum Acceptable Code Coverage Standards</vt:lpstr>
      <vt:lpstr>Assessment – Feasible Path</vt:lpstr>
      <vt:lpstr>Assessment – Coverage Criteria</vt:lpstr>
      <vt:lpstr>Assessment – All Path testing</vt:lpstr>
      <vt:lpstr>Taxonomy of System Tests</vt:lpstr>
      <vt:lpstr>Exploratory Testing</vt:lpstr>
      <vt:lpstr>Requirement Links to Tests : Level 3</vt:lpstr>
      <vt:lpstr>Requirement linkage to Tests : Level 4</vt:lpstr>
      <vt:lpstr>Testing Complexity</vt:lpstr>
      <vt:lpstr>System Test Planning and Execution</vt:lpstr>
      <vt:lpstr>Best of Luck in your Final Exam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Computer Science CS-UH 1001, Spring 2018</dc:title>
  <dc:creator>Mai Oudah</dc:creator>
  <cp:lastModifiedBy>Kassab, Mohamad Hassan</cp:lastModifiedBy>
  <cp:revision>347</cp:revision>
  <cp:lastPrinted>2019-01-29T11:38:48Z</cp:lastPrinted>
  <dcterms:created xsi:type="dcterms:W3CDTF">2019-01-29T04:54:51Z</dcterms:created>
  <dcterms:modified xsi:type="dcterms:W3CDTF">2024-11-27T05:39:45Z</dcterms:modified>
</cp:coreProperties>
</file>