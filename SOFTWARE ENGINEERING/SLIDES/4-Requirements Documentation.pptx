
<file path=[Content_Types].xml><?xml version="1.0" encoding="utf-8"?>
<Types xmlns="http://schemas.openxmlformats.org/package/2006/content-types">
  <Default Extension="emf" ContentType="image/x-emf"/>
  <Default Extension="jpeg" ContentType="image/jpeg"/>
  <Default Extension="mp4" ContentType="video/mp4"/>
  <Default Extension="png" ContentType="image/png"/>
  <Default Extension="rels" ContentType="application/vnd.openxmlformats-package.relationships+xml"/>
  <Default Extension="svg" ContentType="image/svg+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theme/theme2.xml" ContentType="application/vnd.openxmlformats-officedocument.theme+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diagrams/data7.xml" ContentType="application/vnd.openxmlformats-officedocument.drawingml.diagramData+xml"/>
  <Override PartName="/ppt/diagrams/layout7.xml" ContentType="application/vnd.openxmlformats-officedocument.drawingml.diagramLayout+xml"/>
  <Override PartName="/ppt/diagrams/quickStyle7.xml" ContentType="application/vnd.openxmlformats-officedocument.drawingml.diagramStyle+xml"/>
  <Override PartName="/ppt/diagrams/colors7.xml" ContentType="application/vnd.openxmlformats-officedocument.drawingml.diagramColors+xml"/>
  <Override PartName="/ppt/diagrams/drawing7.xml" ContentType="application/vnd.ms-office.drawingml.diagramDrawing+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1"/>
    <p:sldMasterId id="2147483660" r:id="rId2"/>
    <p:sldMasterId id="2147483673" r:id="rId3"/>
  </p:sldMasterIdLst>
  <p:notesMasterIdLst>
    <p:notesMasterId r:id="rId65"/>
  </p:notesMasterIdLst>
  <p:sldIdLst>
    <p:sldId id="339" r:id="rId4"/>
    <p:sldId id="770" r:id="rId5"/>
    <p:sldId id="760" r:id="rId6"/>
    <p:sldId id="761" r:id="rId7"/>
    <p:sldId id="762" r:id="rId8"/>
    <p:sldId id="763" r:id="rId9"/>
    <p:sldId id="784" r:id="rId10"/>
    <p:sldId id="771" r:id="rId11"/>
    <p:sldId id="764" r:id="rId12"/>
    <p:sldId id="765" r:id="rId13"/>
    <p:sldId id="766" r:id="rId14"/>
    <p:sldId id="783" r:id="rId15"/>
    <p:sldId id="337" r:id="rId16"/>
    <p:sldId id="768" r:id="rId17"/>
    <p:sldId id="777" r:id="rId18"/>
    <p:sldId id="778" r:id="rId19"/>
    <p:sldId id="373" r:id="rId20"/>
    <p:sldId id="335" r:id="rId21"/>
    <p:sldId id="345" r:id="rId22"/>
    <p:sldId id="346" r:id="rId23"/>
    <p:sldId id="769" r:id="rId24"/>
    <p:sldId id="773" r:id="rId25"/>
    <p:sldId id="336" r:id="rId26"/>
    <p:sldId id="785" r:id="rId27"/>
    <p:sldId id="354" r:id="rId28"/>
    <p:sldId id="430" r:id="rId29"/>
    <p:sldId id="431" r:id="rId30"/>
    <p:sldId id="432" r:id="rId31"/>
    <p:sldId id="433" r:id="rId32"/>
    <p:sldId id="434" r:id="rId33"/>
    <p:sldId id="435" r:id="rId34"/>
    <p:sldId id="436" r:id="rId35"/>
    <p:sldId id="437" r:id="rId36"/>
    <p:sldId id="438" r:id="rId37"/>
    <p:sldId id="786" r:id="rId38"/>
    <p:sldId id="439" r:id="rId39"/>
    <p:sldId id="440" r:id="rId40"/>
    <p:sldId id="441" r:id="rId41"/>
    <p:sldId id="774" r:id="rId42"/>
    <p:sldId id="359" r:id="rId43"/>
    <p:sldId id="364" r:id="rId44"/>
    <p:sldId id="360" r:id="rId45"/>
    <p:sldId id="361" r:id="rId46"/>
    <p:sldId id="352" r:id="rId47"/>
    <p:sldId id="353" r:id="rId48"/>
    <p:sldId id="451" r:id="rId49"/>
    <p:sldId id="776" r:id="rId50"/>
    <p:sldId id="781" r:id="rId51"/>
    <p:sldId id="782" r:id="rId52"/>
    <p:sldId id="406" r:id="rId53"/>
    <p:sldId id="408" r:id="rId54"/>
    <p:sldId id="409" r:id="rId55"/>
    <p:sldId id="410" r:id="rId56"/>
    <p:sldId id="411" r:id="rId57"/>
    <p:sldId id="780" r:id="rId58"/>
    <p:sldId id="412" r:id="rId59"/>
    <p:sldId id="417" r:id="rId60"/>
    <p:sldId id="418" r:id="rId61"/>
    <p:sldId id="779" r:id="rId62"/>
    <p:sldId id="775" r:id="rId63"/>
    <p:sldId id="747" r:id="rId6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8EC20E35-A176-4012-BC5E-935CFFF8708E}" styleName="Medium Style 3">
    <a:wholeTbl>
      <a:tcTxStyle>
        <a:fontRef idx="minor"/>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dk1"/>
          </a:solidFill>
        </a:fill>
      </a:tcStyle>
    </a:lastCol>
    <a:firstCol>
      <a:tcTxStyle b="on">
        <a:fontRef idx="minor">
          <a:scrgbClr r="0" g="0" b="0"/>
        </a:fontRef>
        <a:schemeClr val="lt1"/>
      </a:tcTxStyle>
      <a:tcStyle>
        <a:tcBdr/>
        <a:fill>
          <a:solidFill>
            <a:schemeClr val="dk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dk1"/>
          </a:solid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060" autoAdjust="0"/>
    <p:restoredTop sz="82992" autoAdjust="0"/>
  </p:normalViewPr>
  <p:slideViewPr>
    <p:cSldViewPr snapToGrid="0">
      <p:cViewPr>
        <p:scale>
          <a:sx n="140" d="100"/>
          <a:sy n="140" d="100"/>
        </p:scale>
        <p:origin x="312" y="728"/>
      </p:cViewPr>
      <p:guideLst/>
    </p:cSldViewPr>
  </p:slideViewPr>
  <p:notesTextViewPr>
    <p:cViewPr>
      <p:scale>
        <a:sx n="170" d="100"/>
        <a:sy n="170" d="100"/>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3.xml"/><Relationship Id="rId21" Type="http://schemas.openxmlformats.org/officeDocument/2006/relationships/slide" Target="slides/slide18.xml"/><Relationship Id="rId42" Type="http://schemas.openxmlformats.org/officeDocument/2006/relationships/slide" Target="slides/slide39.xml"/><Relationship Id="rId47" Type="http://schemas.openxmlformats.org/officeDocument/2006/relationships/slide" Target="slides/slide44.xml"/><Relationship Id="rId63" Type="http://schemas.openxmlformats.org/officeDocument/2006/relationships/slide" Target="slides/slide60.xml"/><Relationship Id="rId68" Type="http://schemas.openxmlformats.org/officeDocument/2006/relationships/theme" Target="theme/theme1.xml"/><Relationship Id="rId7" Type="http://schemas.openxmlformats.org/officeDocument/2006/relationships/slide" Target="slides/slide4.xml"/><Relationship Id="rId2" Type="http://schemas.openxmlformats.org/officeDocument/2006/relationships/slideMaster" Target="slideMasters/slideMaster2.xml"/><Relationship Id="rId16" Type="http://schemas.openxmlformats.org/officeDocument/2006/relationships/slide" Target="slides/slide13.xml"/><Relationship Id="rId29" Type="http://schemas.openxmlformats.org/officeDocument/2006/relationships/slide" Target="slides/slide26.xml"/><Relationship Id="rId11" Type="http://schemas.openxmlformats.org/officeDocument/2006/relationships/slide" Target="slides/slide8.xml"/><Relationship Id="rId24" Type="http://schemas.openxmlformats.org/officeDocument/2006/relationships/slide" Target="slides/slide21.xml"/><Relationship Id="rId32" Type="http://schemas.openxmlformats.org/officeDocument/2006/relationships/slide" Target="slides/slide29.xml"/><Relationship Id="rId37" Type="http://schemas.openxmlformats.org/officeDocument/2006/relationships/slide" Target="slides/slide34.xml"/><Relationship Id="rId40" Type="http://schemas.openxmlformats.org/officeDocument/2006/relationships/slide" Target="slides/slide37.xml"/><Relationship Id="rId45" Type="http://schemas.openxmlformats.org/officeDocument/2006/relationships/slide" Target="slides/slide42.xml"/><Relationship Id="rId53" Type="http://schemas.openxmlformats.org/officeDocument/2006/relationships/slide" Target="slides/slide50.xml"/><Relationship Id="rId58" Type="http://schemas.openxmlformats.org/officeDocument/2006/relationships/slide" Target="slides/slide55.xml"/><Relationship Id="rId66" Type="http://schemas.openxmlformats.org/officeDocument/2006/relationships/presProps" Target="presProps.xml"/><Relationship Id="rId5" Type="http://schemas.openxmlformats.org/officeDocument/2006/relationships/slide" Target="slides/slide2.xml"/><Relationship Id="rId61" Type="http://schemas.openxmlformats.org/officeDocument/2006/relationships/slide" Target="slides/slide58.xml"/><Relationship Id="rId19" Type="http://schemas.openxmlformats.org/officeDocument/2006/relationships/slide" Target="slides/slide16.xml"/><Relationship Id="rId14" Type="http://schemas.openxmlformats.org/officeDocument/2006/relationships/slide" Target="slides/slide11.xml"/><Relationship Id="rId22" Type="http://schemas.openxmlformats.org/officeDocument/2006/relationships/slide" Target="slides/slide19.xml"/><Relationship Id="rId27" Type="http://schemas.openxmlformats.org/officeDocument/2006/relationships/slide" Target="slides/slide24.xml"/><Relationship Id="rId30" Type="http://schemas.openxmlformats.org/officeDocument/2006/relationships/slide" Target="slides/slide27.xml"/><Relationship Id="rId35" Type="http://schemas.openxmlformats.org/officeDocument/2006/relationships/slide" Target="slides/slide32.xml"/><Relationship Id="rId43" Type="http://schemas.openxmlformats.org/officeDocument/2006/relationships/slide" Target="slides/slide40.xml"/><Relationship Id="rId48" Type="http://schemas.openxmlformats.org/officeDocument/2006/relationships/slide" Target="slides/slide45.xml"/><Relationship Id="rId56" Type="http://schemas.openxmlformats.org/officeDocument/2006/relationships/slide" Target="slides/slide53.xml"/><Relationship Id="rId64" Type="http://schemas.openxmlformats.org/officeDocument/2006/relationships/slide" Target="slides/slide61.xml"/><Relationship Id="rId69" Type="http://schemas.openxmlformats.org/officeDocument/2006/relationships/tableStyles" Target="tableStyles.xml"/><Relationship Id="rId8" Type="http://schemas.openxmlformats.org/officeDocument/2006/relationships/slide" Target="slides/slide5.xml"/><Relationship Id="rId51" Type="http://schemas.openxmlformats.org/officeDocument/2006/relationships/slide" Target="slides/slide48.xml"/><Relationship Id="rId3" Type="http://schemas.openxmlformats.org/officeDocument/2006/relationships/slideMaster" Target="slideMasters/slideMaster3.xml"/><Relationship Id="rId12" Type="http://schemas.openxmlformats.org/officeDocument/2006/relationships/slide" Target="slides/slide9.xml"/><Relationship Id="rId17" Type="http://schemas.openxmlformats.org/officeDocument/2006/relationships/slide" Target="slides/slide14.xml"/><Relationship Id="rId25" Type="http://schemas.openxmlformats.org/officeDocument/2006/relationships/slide" Target="slides/slide22.xml"/><Relationship Id="rId33" Type="http://schemas.openxmlformats.org/officeDocument/2006/relationships/slide" Target="slides/slide30.xml"/><Relationship Id="rId38" Type="http://schemas.openxmlformats.org/officeDocument/2006/relationships/slide" Target="slides/slide35.xml"/><Relationship Id="rId46" Type="http://schemas.openxmlformats.org/officeDocument/2006/relationships/slide" Target="slides/slide43.xml"/><Relationship Id="rId59" Type="http://schemas.openxmlformats.org/officeDocument/2006/relationships/slide" Target="slides/slide56.xml"/><Relationship Id="rId67" Type="http://schemas.openxmlformats.org/officeDocument/2006/relationships/viewProps" Target="viewProps.xml"/><Relationship Id="rId20" Type="http://schemas.openxmlformats.org/officeDocument/2006/relationships/slide" Target="slides/slide17.xml"/><Relationship Id="rId41" Type="http://schemas.openxmlformats.org/officeDocument/2006/relationships/slide" Target="slides/slide38.xml"/><Relationship Id="rId54" Type="http://schemas.openxmlformats.org/officeDocument/2006/relationships/slide" Target="slides/slide51.xml"/><Relationship Id="rId62" Type="http://schemas.openxmlformats.org/officeDocument/2006/relationships/slide" Target="slides/slide59.xml"/><Relationship Id="rId1" Type="http://schemas.openxmlformats.org/officeDocument/2006/relationships/slideMaster" Target="slideMasters/slideMaster1.xml"/><Relationship Id="rId6" Type="http://schemas.openxmlformats.org/officeDocument/2006/relationships/slide" Target="slides/slide3.xml"/><Relationship Id="rId15" Type="http://schemas.openxmlformats.org/officeDocument/2006/relationships/slide" Target="slides/slide12.xml"/><Relationship Id="rId23" Type="http://schemas.openxmlformats.org/officeDocument/2006/relationships/slide" Target="slides/slide20.xml"/><Relationship Id="rId28" Type="http://schemas.openxmlformats.org/officeDocument/2006/relationships/slide" Target="slides/slide25.xml"/><Relationship Id="rId36" Type="http://schemas.openxmlformats.org/officeDocument/2006/relationships/slide" Target="slides/slide33.xml"/><Relationship Id="rId49" Type="http://schemas.openxmlformats.org/officeDocument/2006/relationships/slide" Target="slides/slide46.xml"/><Relationship Id="rId57" Type="http://schemas.openxmlformats.org/officeDocument/2006/relationships/slide" Target="slides/slide54.xml"/><Relationship Id="rId10" Type="http://schemas.openxmlformats.org/officeDocument/2006/relationships/slide" Target="slides/slide7.xml"/><Relationship Id="rId31" Type="http://schemas.openxmlformats.org/officeDocument/2006/relationships/slide" Target="slides/slide28.xml"/><Relationship Id="rId44" Type="http://schemas.openxmlformats.org/officeDocument/2006/relationships/slide" Target="slides/slide41.xml"/><Relationship Id="rId52" Type="http://schemas.openxmlformats.org/officeDocument/2006/relationships/slide" Target="slides/slide49.xml"/><Relationship Id="rId60" Type="http://schemas.openxmlformats.org/officeDocument/2006/relationships/slide" Target="slides/slide57.xml"/><Relationship Id="rId65" Type="http://schemas.openxmlformats.org/officeDocument/2006/relationships/notesMaster" Target="notesMasters/notesMaster1.xml"/><Relationship Id="rId4" Type="http://schemas.openxmlformats.org/officeDocument/2006/relationships/slide" Target="slides/slide1.xml"/><Relationship Id="rId9" Type="http://schemas.openxmlformats.org/officeDocument/2006/relationships/slide" Target="slides/slide6.xml"/><Relationship Id="rId13" Type="http://schemas.openxmlformats.org/officeDocument/2006/relationships/slide" Target="slides/slide10.xml"/><Relationship Id="rId18" Type="http://schemas.openxmlformats.org/officeDocument/2006/relationships/slide" Target="slides/slide15.xml"/><Relationship Id="rId39" Type="http://schemas.openxmlformats.org/officeDocument/2006/relationships/slide" Target="slides/slide36.xml"/><Relationship Id="rId34" Type="http://schemas.openxmlformats.org/officeDocument/2006/relationships/slide" Target="slides/slide31.xml"/><Relationship Id="rId50" Type="http://schemas.openxmlformats.org/officeDocument/2006/relationships/slide" Target="slides/slide47.xml"/><Relationship Id="rId55" Type="http://schemas.openxmlformats.org/officeDocument/2006/relationships/slide" Target="slides/slide52.xml"/></Relationships>
</file>

<file path=ppt/diagrams/colors1.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18F2C13D-C83D-4AFD-8432-1F74094EB6FD}" type="doc">
      <dgm:prSet loTypeId="urn:microsoft.com/office/officeart/2005/8/layout/vList2" loCatId="list" qsTypeId="urn:microsoft.com/office/officeart/2005/8/quickstyle/simple4" qsCatId="simple" csTypeId="urn:microsoft.com/office/officeart/2005/8/colors/colorful2" csCatId="colorful"/>
      <dgm:spPr/>
      <dgm:t>
        <a:bodyPr/>
        <a:lstStyle/>
        <a:p>
          <a:endParaRPr lang="en-US"/>
        </a:p>
      </dgm:t>
    </dgm:pt>
    <dgm:pt modelId="{828F0036-5A28-4F1C-8ACD-EB8B8983479C}">
      <dgm:prSet/>
      <dgm:spPr/>
      <dgm:t>
        <a:bodyPr/>
        <a:lstStyle/>
        <a:p>
          <a:r>
            <a:rPr lang="en-US" dirty="0"/>
            <a:t>The system shall not permit access to unauthorized users.</a:t>
          </a:r>
        </a:p>
      </dgm:t>
    </dgm:pt>
    <dgm:pt modelId="{F6F444D3-A404-41D9-8018-BD3596093172}" type="parTrans" cxnId="{CFCA5A84-1E6C-43C9-AC5A-B4F5218780AB}">
      <dgm:prSet/>
      <dgm:spPr/>
      <dgm:t>
        <a:bodyPr/>
        <a:lstStyle/>
        <a:p>
          <a:endParaRPr lang="en-US"/>
        </a:p>
      </dgm:t>
    </dgm:pt>
    <dgm:pt modelId="{4617BAFA-DC42-4FA6-82A5-280B081C848D}" type="sibTrans" cxnId="{CFCA5A84-1E6C-43C9-AC5A-B4F5218780AB}">
      <dgm:prSet/>
      <dgm:spPr/>
      <dgm:t>
        <a:bodyPr/>
        <a:lstStyle/>
        <a:p>
          <a:endParaRPr lang="en-US"/>
        </a:p>
      </dgm:t>
    </dgm:pt>
    <dgm:pt modelId="{58979AE0-78B2-45D6-8CCA-49A003B31F9A}">
      <dgm:prSet/>
      <dgm:spPr/>
      <dgm:t>
        <a:bodyPr/>
        <a:lstStyle/>
        <a:p>
          <a:r>
            <a:rPr lang="en-US"/>
            <a:t>The system shall permit access only to authorized users.</a:t>
          </a:r>
        </a:p>
      </dgm:t>
    </dgm:pt>
    <dgm:pt modelId="{65F23134-C614-4319-B98E-2C434FF8EF31}" type="parTrans" cxnId="{E3C3296E-AA40-45E3-B4E6-E3081D2A7A92}">
      <dgm:prSet/>
      <dgm:spPr/>
      <dgm:t>
        <a:bodyPr/>
        <a:lstStyle/>
        <a:p>
          <a:endParaRPr lang="en-US"/>
        </a:p>
      </dgm:t>
    </dgm:pt>
    <dgm:pt modelId="{96F19701-7038-41A2-904E-17F2EEB57DA2}" type="sibTrans" cxnId="{E3C3296E-AA40-45E3-B4E6-E3081D2A7A92}">
      <dgm:prSet/>
      <dgm:spPr/>
      <dgm:t>
        <a:bodyPr/>
        <a:lstStyle/>
        <a:p>
          <a:endParaRPr lang="en-US"/>
        </a:p>
      </dgm:t>
    </dgm:pt>
    <dgm:pt modelId="{E3E3B2DF-4E5C-4E8D-81B8-61FDF4721040}">
      <dgm:prSet/>
      <dgm:spPr/>
      <dgm:t>
        <a:bodyPr/>
        <a:lstStyle/>
        <a:p>
          <a:r>
            <a:rPr lang="en-US"/>
            <a:t>The system shall be completely reliable.</a:t>
          </a:r>
        </a:p>
      </dgm:t>
    </dgm:pt>
    <dgm:pt modelId="{7B66248F-E16A-47F7-941C-733BC164919D}" type="parTrans" cxnId="{9DC7DEB4-BF0D-4162-8187-4E9F5AD1209C}">
      <dgm:prSet/>
      <dgm:spPr/>
      <dgm:t>
        <a:bodyPr/>
        <a:lstStyle/>
        <a:p>
          <a:endParaRPr lang="en-US"/>
        </a:p>
      </dgm:t>
    </dgm:pt>
    <dgm:pt modelId="{B416942B-7B88-4A3E-AFE1-F99EBCCDC113}" type="sibTrans" cxnId="{9DC7DEB4-BF0D-4162-8187-4E9F5AD1209C}">
      <dgm:prSet/>
      <dgm:spPr/>
      <dgm:t>
        <a:bodyPr/>
        <a:lstStyle/>
        <a:p>
          <a:endParaRPr lang="en-US"/>
        </a:p>
      </dgm:t>
    </dgm:pt>
    <dgm:pt modelId="{36A4ECDC-09C6-43E7-A0AE-FF71A0EDEAAB}">
      <dgm:prSet/>
      <dgm:spPr/>
      <dgm:t>
        <a:bodyPr/>
        <a:lstStyle/>
        <a:p>
          <a:r>
            <a:rPr lang="en-US"/>
            <a:t>The number of pieces of baggage lost by the system shall be minimal.</a:t>
          </a:r>
        </a:p>
      </dgm:t>
    </dgm:pt>
    <dgm:pt modelId="{4215CE44-9102-45C4-86D2-BE557F583138}" type="parTrans" cxnId="{253E676D-4CD0-44EF-910E-F32E1FB0CE9B}">
      <dgm:prSet/>
      <dgm:spPr/>
      <dgm:t>
        <a:bodyPr/>
        <a:lstStyle/>
        <a:p>
          <a:endParaRPr lang="en-US"/>
        </a:p>
      </dgm:t>
    </dgm:pt>
    <dgm:pt modelId="{F750085F-01AC-416F-808F-1BC3A096E890}" type="sibTrans" cxnId="{253E676D-4CD0-44EF-910E-F32E1FB0CE9B}">
      <dgm:prSet/>
      <dgm:spPr/>
      <dgm:t>
        <a:bodyPr/>
        <a:lstStyle/>
        <a:p>
          <a:endParaRPr lang="en-US"/>
        </a:p>
      </dgm:t>
    </dgm:pt>
    <dgm:pt modelId="{B50C16F2-9D3F-4336-A659-7C27AE97EAF6}" type="pres">
      <dgm:prSet presAssocID="{18F2C13D-C83D-4AFD-8432-1F74094EB6FD}" presName="linear" presStyleCnt="0">
        <dgm:presLayoutVars>
          <dgm:animLvl val="lvl"/>
          <dgm:resizeHandles val="exact"/>
        </dgm:presLayoutVars>
      </dgm:prSet>
      <dgm:spPr/>
    </dgm:pt>
    <dgm:pt modelId="{967E246F-DAD1-43FF-BD6C-A9D376B28F44}" type="pres">
      <dgm:prSet presAssocID="{828F0036-5A28-4F1C-8ACD-EB8B8983479C}" presName="parentText" presStyleLbl="node1" presStyleIdx="0" presStyleCnt="4">
        <dgm:presLayoutVars>
          <dgm:chMax val="0"/>
          <dgm:bulletEnabled val="1"/>
        </dgm:presLayoutVars>
      </dgm:prSet>
      <dgm:spPr/>
    </dgm:pt>
    <dgm:pt modelId="{CE5DD8E4-CFE2-403F-81E7-8338D51F37C6}" type="pres">
      <dgm:prSet presAssocID="{4617BAFA-DC42-4FA6-82A5-280B081C848D}" presName="spacer" presStyleCnt="0"/>
      <dgm:spPr/>
    </dgm:pt>
    <dgm:pt modelId="{BDBC83B6-0630-4891-B015-BEB42E4FD849}" type="pres">
      <dgm:prSet presAssocID="{58979AE0-78B2-45D6-8CCA-49A003B31F9A}" presName="parentText" presStyleLbl="node1" presStyleIdx="1" presStyleCnt="4">
        <dgm:presLayoutVars>
          <dgm:chMax val="0"/>
          <dgm:bulletEnabled val="1"/>
        </dgm:presLayoutVars>
      </dgm:prSet>
      <dgm:spPr/>
    </dgm:pt>
    <dgm:pt modelId="{88791B9B-FC58-493D-AC2B-32838C3DA901}" type="pres">
      <dgm:prSet presAssocID="{96F19701-7038-41A2-904E-17F2EEB57DA2}" presName="spacer" presStyleCnt="0"/>
      <dgm:spPr/>
    </dgm:pt>
    <dgm:pt modelId="{332CB782-25A5-454E-B72C-7D55E9A19C28}" type="pres">
      <dgm:prSet presAssocID="{E3E3B2DF-4E5C-4E8D-81B8-61FDF4721040}" presName="parentText" presStyleLbl="node1" presStyleIdx="2" presStyleCnt="4">
        <dgm:presLayoutVars>
          <dgm:chMax val="0"/>
          <dgm:bulletEnabled val="1"/>
        </dgm:presLayoutVars>
      </dgm:prSet>
      <dgm:spPr/>
    </dgm:pt>
    <dgm:pt modelId="{75A561D3-745F-4469-98BF-03DE851D3E94}" type="pres">
      <dgm:prSet presAssocID="{B416942B-7B88-4A3E-AFE1-F99EBCCDC113}" presName="spacer" presStyleCnt="0"/>
      <dgm:spPr/>
    </dgm:pt>
    <dgm:pt modelId="{7B0DE498-77A3-44D7-BD9D-DAC267F782B9}" type="pres">
      <dgm:prSet presAssocID="{36A4ECDC-09C6-43E7-A0AE-FF71A0EDEAAB}" presName="parentText" presStyleLbl="node1" presStyleIdx="3" presStyleCnt="4">
        <dgm:presLayoutVars>
          <dgm:chMax val="0"/>
          <dgm:bulletEnabled val="1"/>
        </dgm:presLayoutVars>
      </dgm:prSet>
      <dgm:spPr/>
    </dgm:pt>
  </dgm:ptLst>
  <dgm:cxnLst>
    <dgm:cxn modelId="{253E676D-4CD0-44EF-910E-F32E1FB0CE9B}" srcId="{18F2C13D-C83D-4AFD-8432-1F74094EB6FD}" destId="{36A4ECDC-09C6-43E7-A0AE-FF71A0EDEAAB}" srcOrd="3" destOrd="0" parTransId="{4215CE44-9102-45C4-86D2-BE557F583138}" sibTransId="{F750085F-01AC-416F-808F-1BC3A096E890}"/>
    <dgm:cxn modelId="{E3C3296E-AA40-45E3-B4E6-E3081D2A7A92}" srcId="{18F2C13D-C83D-4AFD-8432-1F74094EB6FD}" destId="{58979AE0-78B2-45D6-8CCA-49A003B31F9A}" srcOrd="1" destOrd="0" parTransId="{65F23134-C614-4319-B98E-2C434FF8EF31}" sibTransId="{96F19701-7038-41A2-904E-17F2EEB57DA2}"/>
    <dgm:cxn modelId="{CFCA5A84-1E6C-43C9-AC5A-B4F5218780AB}" srcId="{18F2C13D-C83D-4AFD-8432-1F74094EB6FD}" destId="{828F0036-5A28-4F1C-8ACD-EB8B8983479C}" srcOrd="0" destOrd="0" parTransId="{F6F444D3-A404-41D9-8018-BD3596093172}" sibTransId="{4617BAFA-DC42-4FA6-82A5-280B081C848D}"/>
    <dgm:cxn modelId="{7D8EA987-FD80-49C9-AB5B-A76F1F6C74BF}" type="presOf" srcId="{36A4ECDC-09C6-43E7-A0AE-FF71A0EDEAAB}" destId="{7B0DE498-77A3-44D7-BD9D-DAC267F782B9}" srcOrd="0" destOrd="0" presId="urn:microsoft.com/office/officeart/2005/8/layout/vList2"/>
    <dgm:cxn modelId="{4DFFDD90-1976-490C-9FB3-52114466B49B}" type="presOf" srcId="{18F2C13D-C83D-4AFD-8432-1F74094EB6FD}" destId="{B50C16F2-9D3F-4336-A659-7C27AE97EAF6}" srcOrd="0" destOrd="0" presId="urn:microsoft.com/office/officeart/2005/8/layout/vList2"/>
    <dgm:cxn modelId="{9DC7DEB4-BF0D-4162-8187-4E9F5AD1209C}" srcId="{18F2C13D-C83D-4AFD-8432-1F74094EB6FD}" destId="{E3E3B2DF-4E5C-4E8D-81B8-61FDF4721040}" srcOrd="2" destOrd="0" parTransId="{7B66248F-E16A-47F7-941C-733BC164919D}" sibTransId="{B416942B-7B88-4A3E-AFE1-F99EBCCDC113}"/>
    <dgm:cxn modelId="{A98DBEF4-D19D-44BE-BD2D-9282350A940A}" type="presOf" srcId="{E3E3B2DF-4E5C-4E8D-81B8-61FDF4721040}" destId="{332CB782-25A5-454E-B72C-7D55E9A19C28}" srcOrd="0" destOrd="0" presId="urn:microsoft.com/office/officeart/2005/8/layout/vList2"/>
    <dgm:cxn modelId="{5E6C93FA-700C-4424-B6B4-082209C4B0C9}" type="presOf" srcId="{58979AE0-78B2-45D6-8CCA-49A003B31F9A}" destId="{BDBC83B6-0630-4891-B015-BEB42E4FD849}" srcOrd="0" destOrd="0" presId="urn:microsoft.com/office/officeart/2005/8/layout/vList2"/>
    <dgm:cxn modelId="{861982FB-625F-42F7-A737-1923CF2EA5F3}" type="presOf" srcId="{828F0036-5A28-4F1C-8ACD-EB8B8983479C}" destId="{967E246F-DAD1-43FF-BD6C-A9D376B28F44}" srcOrd="0" destOrd="0" presId="urn:microsoft.com/office/officeart/2005/8/layout/vList2"/>
    <dgm:cxn modelId="{90224D5B-CADD-45C1-891B-841F2BADA40F}" type="presParOf" srcId="{B50C16F2-9D3F-4336-A659-7C27AE97EAF6}" destId="{967E246F-DAD1-43FF-BD6C-A9D376B28F44}" srcOrd="0" destOrd="0" presId="urn:microsoft.com/office/officeart/2005/8/layout/vList2"/>
    <dgm:cxn modelId="{BB25F20B-C30F-41C4-9F92-489EC8098503}" type="presParOf" srcId="{B50C16F2-9D3F-4336-A659-7C27AE97EAF6}" destId="{CE5DD8E4-CFE2-403F-81E7-8338D51F37C6}" srcOrd="1" destOrd="0" presId="urn:microsoft.com/office/officeart/2005/8/layout/vList2"/>
    <dgm:cxn modelId="{314A70CF-0801-43F9-8E6E-5C6730F29A8B}" type="presParOf" srcId="{B50C16F2-9D3F-4336-A659-7C27AE97EAF6}" destId="{BDBC83B6-0630-4891-B015-BEB42E4FD849}" srcOrd="2" destOrd="0" presId="urn:microsoft.com/office/officeart/2005/8/layout/vList2"/>
    <dgm:cxn modelId="{4DF5F442-E349-41A3-87CA-0491CB20BF8A}" type="presParOf" srcId="{B50C16F2-9D3F-4336-A659-7C27AE97EAF6}" destId="{88791B9B-FC58-493D-AC2B-32838C3DA901}" srcOrd="3" destOrd="0" presId="urn:microsoft.com/office/officeart/2005/8/layout/vList2"/>
    <dgm:cxn modelId="{133D484B-1EA3-40B7-B552-736FEAA8C70B}" type="presParOf" srcId="{B50C16F2-9D3F-4336-A659-7C27AE97EAF6}" destId="{332CB782-25A5-454E-B72C-7D55E9A19C28}" srcOrd="4" destOrd="0" presId="urn:microsoft.com/office/officeart/2005/8/layout/vList2"/>
    <dgm:cxn modelId="{90FC4B29-F541-4473-A30A-57FDB1F07601}" type="presParOf" srcId="{B50C16F2-9D3F-4336-A659-7C27AE97EAF6}" destId="{75A561D3-745F-4469-98BF-03DE851D3E94}" srcOrd="5" destOrd="0" presId="urn:microsoft.com/office/officeart/2005/8/layout/vList2"/>
    <dgm:cxn modelId="{96B08853-4BBF-4CDC-B00F-5D30C50D66E1}" type="presParOf" srcId="{B50C16F2-9D3F-4336-A659-7C27AE97EAF6}" destId="{7B0DE498-77A3-44D7-BD9D-DAC267F782B9}" srcOrd="6"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DB40D9CE-9A67-49EB-8F0D-D5EAF7A9247C}" type="doc">
      <dgm:prSet loTypeId="urn:microsoft.com/office/officeart/2005/8/layout/vList2" loCatId="list" qsTypeId="urn:microsoft.com/office/officeart/2005/8/quickstyle/simple4" qsCatId="simple" csTypeId="urn:microsoft.com/office/officeart/2005/8/colors/colorful2" csCatId="colorful"/>
      <dgm:spPr/>
      <dgm:t>
        <a:bodyPr/>
        <a:lstStyle/>
        <a:p>
          <a:endParaRPr lang="en-US"/>
        </a:p>
      </dgm:t>
    </dgm:pt>
    <dgm:pt modelId="{21AC7F76-E363-4780-90A3-E1119CB1E95B}">
      <dgm:prSet/>
      <dgm:spPr/>
      <dgm:t>
        <a:bodyPr/>
        <a:lstStyle/>
        <a:p>
          <a:r>
            <a:rPr lang="en-US"/>
            <a:t>Requirements can be</a:t>
          </a:r>
        </a:p>
      </dgm:t>
    </dgm:pt>
    <dgm:pt modelId="{EECB565A-D766-4E18-9617-73C00B05F55B}" type="parTrans" cxnId="{323BCB51-D890-471D-9ACD-56A10530CD89}">
      <dgm:prSet/>
      <dgm:spPr/>
      <dgm:t>
        <a:bodyPr/>
        <a:lstStyle/>
        <a:p>
          <a:endParaRPr lang="en-US"/>
        </a:p>
      </dgm:t>
    </dgm:pt>
    <dgm:pt modelId="{EABC1648-7C3D-4470-BE54-867BC4ABD3CE}" type="sibTrans" cxnId="{323BCB51-D890-471D-9ACD-56A10530CD89}">
      <dgm:prSet/>
      <dgm:spPr/>
      <dgm:t>
        <a:bodyPr/>
        <a:lstStyle/>
        <a:p>
          <a:endParaRPr lang="en-US"/>
        </a:p>
      </dgm:t>
    </dgm:pt>
    <dgm:pt modelId="{93F660EA-E03E-49A5-93E4-D32E278AF24F}">
      <dgm:prSet/>
      <dgm:spPr/>
      <dgm:t>
        <a:bodyPr/>
        <a:lstStyle/>
        <a:p>
          <a:r>
            <a:rPr lang="en-US" b="1" dirty="0"/>
            <a:t>Confusing</a:t>
          </a:r>
        </a:p>
      </dgm:t>
    </dgm:pt>
    <dgm:pt modelId="{C82ECD53-AB0C-4307-A8CD-DC8F74DC4BA1}" type="parTrans" cxnId="{DB59AEE6-9354-4D68-8D68-AF48DA2D3222}">
      <dgm:prSet/>
      <dgm:spPr/>
      <dgm:t>
        <a:bodyPr/>
        <a:lstStyle/>
        <a:p>
          <a:endParaRPr lang="en-US"/>
        </a:p>
      </dgm:t>
    </dgm:pt>
    <dgm:pt modelId="{7084B702-1ADA-4538-AB85-258AC74CB215}" type="sibTrans" cxnId="{DB59AEE6-9354-4D68-8D68-AF48DA2D3222}">
      <dgm:prSet/>
      <dgm:spPr/>
      <dgm:t>
        <a:bodyPr/>
        <a:lstStyle/>
        <a:p>
          <a:endParaRPr lang="en-US"/>
        </a:p>
      </dgm:t>
    </dgm:pt>
    <dgm:pt modelId="{127D4B8C-B0C3-49FE-BD85-BEFF137243AE}">
      <dgm:prSet/>
      <dgm:spPr/>
      <dgm:t>
        <a:bodyPr/>
        <a:lstStyle/>
        <a:p>
          <a:r>
            <a:rPr lang="en-US" b="1" dirty="0"/>
            <a:t>Extraneous</a:t>
          </a:r>
        </a:p>
      </dgm:t>
    </dgm:pt>
    <dgm:pt modelId="{C7A56296-6A19-42B1-A37A-C2DFA07F9A60}" type="parTrans" cxnId="{D9F83257-69C6-41CD-8297-6BAFA4F2D646}">
      <dgm:prSet/>
      <dgm:spPr/>
      <dgm:t>
        <a:bodyPr/>
        <a:lstStyle/>
        <a:p>
          <a:endParaRPr lang="en-US"/>
        </a:p>
      </dgm:t>
    </dgm:pt>
    <dgm:pt modelId="{C33D4EB6-6B8D-43F4-AD1C-FBC3D7E325D5}" type="sibTrans" cxnId="{D9F83257-69C6-41CD-8297-6BAFA4F2D646}">
      <dgm:prSet/>
      <dgm:spPr/>
      <dgm:t>
        <a:bodyPr/>
        <a:lstStyle/>
        <a:p>
          <a:endParaRPr lang="en-US"/>
        </a:p>
      </dgm:t>
    </dgm:pt>
    <dgm:pt modelId="{6B412E3C-CB45-442D-AD7B-97F297A14AB0}">
      <dgm:prSet/>
      <dgm:spPr/>
      <dgm:t>
        <a:bodyPr/>
        <a:lstStyle/>
        <a:p>
          <a:r>
            <a:rPr lang="en-US" b="1" dirty="0"/>
            <a:t>Duplicated</a:t>
          </a:r>
        </a:p>
      </dgm:t>
    </dgm:pt>
    <dgm:pt modelId="{073CE3A1-088C-40A2-8C8A-F5B19FE2E973}" type="parTrans" cxnId="{1CD6049A-780D-4033-995F-9F2A9E7A4830}">
      <dgm:prSet/>
      <dgm:spPr/>
      <dgm:t>
        <a:bodyPr/>
        <a:lstStyle/>
        <a:p>
          <a:endParaRPr lang="en-US"/>
        </a:p>
      </dgm:t>
    </dgm:pt>
    <dgm:pt modelId="{F3D32E5C-6899-4CCF-A8E8-9D76E511063A}" type="sibTrans" cxnId="{1CD6049A-780D-4033-995F-9F2A9E7A4830}">
      <dgm:prSet/>
      <dgm:spPr/>
      <dgm:t>
        <a:bodyPr/>
        <a:lstStyle/>
        <a:p>
          <a:endParaRPr lang="en-US"/>
        </a:p>
      </dgm:t>
    </dgm:pt>
    <dgm:pt modelId="{51F4EC51-ED0B-4C1B-9B7B-C091172244E5}">
      <dgm:prSet/>
      <dgm:spPr/>
      <dgm:t>
        <a:bodyPr/>
        <a:lstStyle/>
        <a:p>
          <a:r>
            <a:rPr lang="en-US" b="1" dirty="0"/>
            <a:t>Conflicting</a:t>
          </a:r>
        </a:p>
      </dgm:t>
    </dgm:pt>
    <dgm:pt modelId="{37D8AB35-340A-4AF5-8A67-A3277E40E16E}" type="parTrans" cxnId="{32E16937-66D1-4DC3-A63F-24D23D388E94}">
      <dgm:prSet/>
      <dgm:spPr/>
      <dgm:t>
        <a:bodyPr/>
        <a:lstStyle/>
        <a:p>
          <a:endParaRPr lang="en-US"/>
        </a:p>
      </dgm:t>
    </dgm:pt>
    <dgm:pt modelId="{F76E117B-6D2E-40EC-B6A9-1D9593E87B90}" type="sibTrans" cxnId="{32E16937-66D1-4DC3-A63F-24D23D388E94}">
      <dgm:prSet/>
      <dgm:spPr/>
      <dgm:t>
        <a:bodyPr/>
        <a:lstStyle/>
        <a:p>
          <a:endParaRPr lang="en-US"/>
        </a:p>
      </dgm:t>
    </dgm:pt>
    <dgm:pt modelId="{BC620E25-807D-4F15-A52C-B81C9D825B91}">
      <dgm:prSet/>
      <dgm:spPr/>
      <dgm:t>
        <a:bodyPr/>
        <a:lstStyle/>
        <a:p>
          <a:r>
            <a:rPr lang="en-US" b="1" dirty="0"/>
            <a:t>Missing</a:t>
          </a:r>
        </a:p>
      </dgm:t>
    </dgm:pt>
    <dgm:pt modelId="{1E03168B-A30F-490A-83FE-F1F90F2AA597}" type="parTrans" cxnId="{BFD6992E-CD37-47CF-8590-D785AA4B65F4}">
      <dgm:prSet/>
      <dgm:spPr/>
      <dgm:t>
        <a:bodyPr/>
        <a:lstStyle/>
        <a:p>
          <a:endParaRPr lang="en-US"/>
        </a:p>
      </dgm:t>
    </dgm:pt>
    <dgm:pt modelId="{04BC34A6-F826-4DEE-9625-5242F5276810}" type="sibTrans" cxnId="{BFD6992E-CD37-47CF-8590-D785AA4B65F4}">
      <dgm:prSet/>
      <dgm:spPr/>
      <dgm:t>
        <a:bodyPr/>
        <a:lstStyle/>
        <a:p>
          <a:endParaRPr lang="en-US"/>
        </a:p>
      </dgm:t>
    </dgm:pt>
    <dgm:pt modelId="{426C70F2-0F89-4DFF-8A54-370D26AE2568}">
      <dgm:prSet/>
      <dgm:spPr/>
      <dgm:t>
        <a:bodyPr/>
        <a:lstStyle/>
        <a:p>
          <a:r>
            <a:rPr lang="en-US"/>
            <a:t>Requirements analysis – determine if the above</a:t>
          </a:r>
        </a:p>
      </dgm:t>
    </dgm:pt>
    <dgm:pt modelId="{0F3A8444-C2FA-4CBF-8B14-DFFF15787A82}" type="parTrans" cxnId="{D46EE648-0C02-4C06-AFE9-4587F4F527CF}">
      <dgm:prSet/>
      <dgm:spPr/>
      <dgm:t>
        <a:bodyPr/>
        <a:lstStyle/>
        <a:p>
          <a:endParaRPr lang="en-US"/>
        </a:p>
      </dgm:t>
    </dgm:pt>
    <dgm:pt modelId="{7B066BB9-62C8-4DF7-9E04-CCA40D24DE4E}" type="sibTrans" cxnId="{D46EE648-0C02-4C06-AFE9-4587F4F527CF}">
      <dgm:prSet/>
      <dgm:spPr/>
      <dgm:t>
        <a:bodyPr/>
        <a:lstStyle/>
        <a:p>
          <a:endParaRPr lang="en-US"/>
        </a:p>
      </dgm:t>
    </dgm:pt>
    <dgm:pt modelId="{B8A6A674-1C75-4E84-943C-389A72D0FD6C}">
      <dgm:prSet/>
      <dgm:spPr/>
      <dgm:t>
        <a:bodyPr/>
        <a:lstStyle/>
        <a:p>
          <a:r>
            <a:rPr lang="en-US"/>
            <a:t>Requirements agreement – techniques to deal with these</a:t>
          </a:r>
        </a:p>
      </dgm:t>
    </dgm:pt>
    <dgm:pt modelId="{DAAB3BF8-CF31-43CB-973F-C7B23F5FC591}" type="parTrans" cxnId="{82B3D0EB-9F42-415C-AA12-DF91EC73A87C}">
      <dgm:prSet/>
      <dgm:spPr/>
      <dgm:t>
        <a:bodyPr/>
        <a:lstStyle/>
        <a:p>
          <a:endParaRPr lang="en-US"/>
        </a:p>
      </dgm:t>
    </dgm:pt>
    <dgm:pt modelId="{45AAD07B-F0C1-4404-AA54-BC9BD8F230C4}" type="sibTrans" cxnId="{82B3D0EB-9F42-415C-AA12-DF91EC73A87C}">
      <dgm:prSet/>
      <dgm:spPr/>
      <dgm:t>
        <a:bodyPr/>
        <a:lstStyle/>
        <a:p>
          <a:endParaRPr lang="en-US"/>
        </a:p>
      </dgm:t>
    </dgm:pt>
    <dgm:pt modelId="{BDF700D1-92F9-4D38-B6F6-2352E87ADCF4}" type="pres">
      <dgm:prSet presAssocID="{DB40D9CE-9A67-49EB-8F0D-D5EAF7A9247C}" presName="linear" presStyleCnt="0">
        <dgm:presLayoutVars>
          <dgm:animLvl val="lvl"/>
          <dgm:resizeHandles val="exact"/>
        </dgm:presLayoutVars>
      </dgm:prSet>
      <dgm:spPr/>
    </dgm:pt>
    <dgm:pt modelId="{3EE08FC6-66DC-4825-9386-DBC66AC2DD3B}" type="pres">
      <dgm:prSet presAssocID="{21AC7F76-E363-4780-90A3-E1119CB1E95B}" presName="parentText" presStyleLbl="node1" presStyleIdx="0" presStyleCnt="3">
        <dgm:presLayoutVars>
          <dgm:chMax val="0"/>
          <dgm:bulletEnabled val="1"/>
        </dgm:presLayoutVars>
      </dgm:prSet>
      <dgm:spPr/>
    </dgm:pt>
    <dgm:pt modelId="{6F7F13B1-8B90-4B49-A930-87188713937F}" type="pres">
      <dgm:prSet presAssocID="{21AC7F76-E363-4780-90A3-E1119CB1E95B}" presName="childText" presStyleLbl="revTx" presStyleIdx="0" presStyleCnt="1">
        <dgm:presLayoutVars>
          <dgm:bulletEnabled val="1"/>
        </dgm:presLayoutVars>
      </dgm:prSet>
      <dgm:spPr/>
    </dgm:pt>
    <dgm:pt modelId="{1BE811CF-1217-4067-A2F6-B6D38A97FABE}" type="pres">
      <dgm:prSet presAssocID="{426C70F2-0F89-4DFF-8A54-370D26AE2568}" presName="parentText" presStyleLbl="node1" presStyleIdx="1" presStyleCnt="3">
        <dgm:presLayoutVars>
          <dgm:chMax val="0"/>
          <dgm:bulletEnabled val="1"/>
        </dgm:presLayoutVars>
      </dgm:prSet>
      <dgm:spPr/>
    </dgm:pt>
    <dgm:pt modelId="{59003A09-0469-4E78-B5B3-F62AF91B7C60}" type="pres">
      <dgm:prSet presAssocID="{7B066BB9-62C8-4DF7-9E04-CCA40D24DE4E}" presName="spacer" presStyleCnt="0"/>
      <dgm:spPr/>
    </dgm:pt>
    <dgm:pt modelId="{EDF37727-D00A-44FA-84A9-EAFD6291AEFF}" type="pres">
      <dgm:prSet presAssocID="{B8A6A674-1C75-4E84-943C-389A72D0FD6C}" presName="parentText" presStyleLbl="node1" presStyleIdx="2" presStyleCnt="3">
        <dgm:presLayoutVars>
          <dgm:chMax val="0"/>
          <dgm:bulletEnabled val="1"/>
        </dgm:presLayoutVars>
      </dgm:prSet>
      <dgm:spPr/>
    </dgm:pt>
  </dgm:ptLst>
  <dgm:cxnLst>
    <dgm:cxn modelId="{C2E06602-C575-45F9-BDAF-9B640128CE1A}" type="presOf" srcId="{21AC7F76-E363-4780-90A3-E1119CB1E95B}" destId="{3EE08FC6-66DC-4825-9386-DBC66AC2DD3B}" srcOrd="0" destOrd="0" presId="urn:microsoft.com/office/officeart/2005/8/layout/vList2"/>
    <dgm:cxn modelId="{BFD6992E-CD37-47CF-8590-D785AA4B65F4}" srcId="{21AC7F76-E363-4780-90A3-E1119CB1E95B}" destId="{BC620E25-807D-4F15-A52C-B81C9D825B91}" srcOrd="4" destOrd="0" parTransId="{1E03168B-A30F-490A-83FE-F1F90F2AA597}" sibTransId="{04BC34A6-F826-4DEE-9625-5242F5276810}"/>
    <dgm:cxn modelId="{32E16937-66D1-4DC3-A63F-24D23D388E94}" srcId="{21AC7F76-E363-4780-90A3-E1119CB1E95B}" destId="{51F4EC51-ED0B-4C1B-9B7B-C091172244E5}" srcOrd="3" destOrd="0" parTransId="{37D8AB35-340A-4AF5-8A67-A3277E40E16E}" sibTransId="{F76E117B-6D2E-40EC-B6A9-1D9593E87B90}"/>
    <dgm:cxn modelId="{D46EE648-0C02-4C06-AFE9-4587F4F527CF}" srcId="{DB40D9CE-9A67-49EB-8F0D-D5EAF7A9247C}" destId="{426C70F2-0F89-4DFF-8A54-370D26AE2568}" srcOrd="1" destOrd="0" parTransId="{0F3A8444-C2FA-4CBF-8B14-DFFF15787A82}" sibTransId="{7B066BB9-62C8-4DF7-9E04-CCA40D24DE4E}"/>
    <dgm:cxn modelId="{AFF3EA48-3175-46F3-B606-A04A6BE02C48}" type="presOf" srcId="{6B412E3C-CB45-442D-AD7B-97F297A14AB0}" destId="{6F7F13B1-8B90-4B49-A930-87188713937F}" srcOrd="0" destOrd="2" presId="urn:microsoft.com/office/officeart/2005/8/layout/vList2"/>
    <dgm:cxn modelId="{323BCB51-D890-471D-9ACD-56A10530CD89}" srcId="{DB40D9CE-9A67-49EB-8F0D-D5EAF7A9247C}" destId="{21AC7F76-E363-4780-90A3-E1119CB1E95B}" srcOrd="0" destOrd="0" parTransId="{EECB565A-D766-4E18-9617-73C00B05F55B}" sibTransId="{EABC1648-7C3D-4470-BE54-867BC4ABD3CE}"/>
    <dgm:cxn modelId="{D9F83257-69C6-41CD-8297-6BAFA4F2D646}" srcId="{21AC7F76-E363-4780-90A3-E1119CB1E95B}" destId="{127D4B8C-B0C3-49FE-BD85-BEFF137243AE}" srcOrd="1" destOrd="0" parTransId="{C7A56296-6A19-42B1-A37A-C2DFA07F9A60}" sibTransId="{C33D4EB6-6B8D-43F4-AD1C-FBC3D7E325D5}"/>
    <dgm:cxn modelId="{AB34155B-5E81-4E29-B607-386810FC9E27}" type="presOf" srcId="{DB40D9CE-9A67-49EB-8F0D-D5EAF7A9247C}" destId="{BDF700D1-92F9-4D38-B6F6-2352E87ADCF4}" srcOrd="0" destOrd="0" presId="urn:microsoft.com/office/officeart/2005/8/layout/vList2"/>
    <dgm:cxn modelId="{05E8998B-F34D-4377-AFA9-F4634791211E}" type="presOf" srcId="{51F4EC51-ED0B-4C1B-9B7B-C091172244E5}" destId="{6F7F13B1-8B90-4B49-A930-87188713937F}" srcOrd="0" destOrd="3" presId="urn:microsoft.com/office/officeart/2005/8/layout/vList2"/>
    <dgm:cxn modelId="{B979E092-271E-4A36-8A44-811A28E75AAE}" type="presOf" srcId="{B8A6A674-1C75-4E84-943C-389A72D0FD6C}" destId="{EDF37727-D00A-44FA-84A9-EAFD6291AEFF}" srcOrd="0" destOrd="0" presId="urn:microsoft.com/office/officeart/2005/8/layout/vList2"/>
    <dgm:cxn modelId="{1CD6049A-780D-4033-995F-9F2A9E7A4830}" srcId="{21AC7F76-E363-4780-90A3-E1119CB1E95B}" destId="{6B412E3C-CB45-442D-AD7B-97F297A14AB0}" srcOrd="2" destOrd="0" parTransId="{073CE3A1-088C-40A2-8C8A-F5B19FE2E973}" sibTransId="{F3D32E5C-6899-4CCF-A8E8-9D76E511063A}"/>
    <dgm:cxn modelId="{31982DAE-6EA4-4247-9E3B-AF8B6D3BAC12}" type="presOf" srcId="{93F660EA-E03E-49A5-93E4-D32E278AF24F}" destId="{6F7F13B1-8B90-4B49-A930-87188713937F}" srcOrd="0" destOrd="0" presId="urn:microsoft.com/office/officeart/2005/8/layout/vList2"/>
    <dgm:cxn modelId="{3FDB3BB4-47EC-4347-B4E6-B2A50FA85DAC}" type="presOf" srcId="{BC620E25-807D-4F15-A52C-B81C9D825B91}" destId="{6F7F13B1-8B90-4B49-A930-87188713937F}" srcOrd="0" destOrd="4" presId="urn:microsoft.com/office/officeart/2005/8/layout/vList2"/>
    <dgm:cxn modelId="{65B28BB9-0114-4F8B-BA24-D3772DCB12C0}" type="presOf" srcId="{127D4B8C-B0C3-49FE-BD85-BEFF137243AE}" destId="{6F7F13B1-8B90-4B49-A930-87188713937F}" srcOrd="0" destOrd="1" presId="urn:microsoft.com/office/officeart/2005/8/layout/vList2"/>
    <dgm:cxn modelId="{214AE6CD-C94B-4863-A625-B0263F2DB940}" type="presOf" srcId="{426C70F2-0F89-4DFF-8A54-370D26AE2568}" destId="{1BE811CF-1217-4067-A2F6-B6D38A97FABE}" srcOrd="0" destOrd="0" presId="urn:microsoft.com/office/officeart/2005/8/layout/vList2"/>
    <dgm:cxn modelId="{DB59AEE6-9354-4D68-8D68-AF48DA2D3222}" srcId="{21AC7F76-E363-4780-90A3-E1119CB1E95B}" destId="{93F660EA-E03E-49A5-93E4-D32E278AF24F}" srcOrd="0" destOrd="0" parTransId="{C82ECD53-AB0C-4307-A8CD-DC8F74DC4BA1}" sibTransId="{7084B702-1ADA-4538-AB85-258AC74CB215}"/>
    <dgm:cxn modelId="{82B3D0EB-9F42-415C-AA12-DF91EC73A87C}" srcId="{DB40D9CE-9A67-49EB-8F0D-D5EAF7A9247C}" destId="{B8A6A674-1C75-4E84-943C-389A72D0FD6C}" srcOrd="2" destOrd="0" parTransId="{DAAB3BF8-CF31-43CB-973F-C7B23F5FC591}" sibTransId="{45AAD07B-F0C1-4404-AA54-BC9BD8F230C4}"/>
    <dgm:cxn modelId="{D34599E1-049F-444D-97BC-05CB02C9FD44}" type="presParOf" srcId="{BDF700D1-92F9-4D38-B6F6-2352E87ADCF4}" destId="{3EE08FC6-66DC-4825-9386-DBC66AC2DD3B}" srcOrd="0" destOrd="0" presId="urn:microsoft.com/office/officeart/2005/8/layout/vList2"/>
    <dgm:cxn modelId="{B9E42925-8C0C-4CEC-ACD9-F82CCF70D688}" type="presParOf" srcId="{BDF700D1-92F9-4D38-B6F6-2352E87ADCF4}" destId="{6F7F13B1-8B90-4B49-A930-87188713937F}" srcOrd="1" destOrd="0" presId="urn:microsoft.com/office/officeart/2005/8/layout/vList2"/>
    <dgm:cxn modelId="{465EDF75-2D62-4E31-8983-FD039C36394B}" type="presParOf" srcId="{BDF700D1-92F9-4D38-B6F6-2352E87ADCF4}" destId="{1BE811CF-1217-4067-A2F6-B6D38A97FABE}" srcOrd="2" destOrd="0" presId="urn:microsoft.com/office/officeart/2005/8/layout/vList2"/>
    <dgm:cxn modelId="{F8F0D630-2180-45B3-ABE1-DA1C6231A206}" type="presParOf" srcId="{BDF700D1-92F9-4D38-B6F6-2352E87ADCF4}" destId="{59003A09-0469-4E78-B5B3-F62AF91B7C60}" srcOrd="3" destOrd="0" presId="urn:microsoft.com/office/officeart/2005/8/layout/vList2"/>
    <dgm:cxn modelId="{0C2F5B62-5D3F-41CB-8A20-6CE47AAF6B7A}" type="presParOf" srcId="{BDF700D1-92F9-4D38-B6F6-2352E87ADCF4}" destId="{EDF37727-D00A-44FA-84A9-EAFD6291AEFF}" srcOrd="4"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C2182D98-E435-4B34-BD31-78311667CDCE}" type="doc">
      <dgm:prSet loTypeId="urn:microsoft.com/office/officeart/2005/8/layout/vList2" loCatId="list" qsTypeId="urn:microsoft.com/office/officeart/2005/8/quickstyle/simple4" qsCatId="simple" csTypeId="urn:microsoft.com/office/officeart/2005/8/colors/colorful2" csCatId="colorful" phldr="1"/>
      <dgm:spPr/>
      <dgm:t>
        <a:bodyPr/>
        <a:lstStyle/>
        <a:p>
          <a:endParaRPr lang="en-US"/>
        </a:p>
      </dgm:t>
    </dgm:pt>
    <dgm:pt modelId="{7371FBF9-1987-43FF-BEE6-3F1A23318616}">
      <dgm:prSet/>
      <dgm:spPr/>
      <dgm:t>
        <a:bodyPr/>
        <a:lstStyle/>
        <a:p>
          <a:r>
            <a:rPr lang="en-US"/>
            <a:t>For a single requirement</a:t>
          </a:r>
        </a:p>
      </dgm:t>
    </dgm:pt>
    <dgm:pt modelId="{B8F09003-BE39-4362-B436-C48F653C8305}" type="parTrans" cxnId="{C0F83F64-6A10-4FB6-863D-2A466DCD7C5F}">
      <dgm:prSet/>
      <dgm:spPr/>
      <dgm:t>
        <a:bodyPr/>
        <a:lstStyle/>
        <a:p>
          <a:endParaRPr lang="en-US"/>
        </a:p>
      </dgm:t>
    </dgm:pt>
    <dgm:pt modelId="{8D5974BA-C0E9-4A1F-9B85-3382E21C73CC}" type="sibTrans" cxnId="{C0F83F64-6A10-4FB6-863D-2A466DCD7C5F}">
      <dgm:prSet/>
      <dgm:spPr/>
      <dgm:t>
        <a:bodyPr/>
        <a:lstStyle/>
        <a:p>
          <a:endParaRPr lang="en-US"/>
        </a:p>
      </dgm:t>
    </dgm:pt>
    <dgm:pt modelId="{CF5B6DA4-11A9-42C1-8405-741BD9A4B407}">
      <dgm:prSet/>
      <dgm:spPr/>
      <dgm:t>
        <a:bodyPr/>
        <a:lstStyle/>
        <a:p>
          <a:r>
            <a:rPr lang="en-US"/>
            <a:t>Singular</a:t>
          </a:r>
        </a:p>
      </dgm:t>
    </dgm:pt>
    <dgm:pt modelId="{403C76EC-7154-4323-AA4A-ECFC96A880BC}" type="parTrans" cxnId="{86526F8A-975F-4601-82F5-97AA70132D66}">
      <dgm:prSet/>
      <dgm:spPr/>
      <dgm:t>
        <a:bodyPr/>
        <a:lstStyle/>
        <a:p>
          <a:endParaRPr lang="en-US"/>
        </a:p>
      </dgm:t>
    </dgm:pt>
    <dgm:pt modelId="{7B0D763A-198C-4582-91A2-39B850A52DCA}" type="sibTrans" cxnId="{86526F8A-975F-4601-82F5-97AA70132D66}">
      <dgm:prSet/>
      <dgm:spPr/>
      <dgm:t>
        <a:bodyPr/>
        <a:lstStyle/>
        <a:p>
          <a:endParaRPr lang="en-US"/>
        </a:p>
      </dgm:t>
    </dgm:pt>
    <dgm:pt modelId="{22E5F417-0797-489D-9AF7-157F36239ADC}">
      <dgm:prSet/>
      <dgm:spPr/>
      <dgm:t>
        <a:bodyPr/>
        <a:lstStyle/>
        <a:p>
          <a:r>
            <a:rPr lang="en-US"/>
            <a:t>Feasible</a:t>
          </a:r>
        </a:p>
      </dgm:t>
    </dgm:pt>
    <dgm:pt modelId="{42757368-65A9-4B3C-9C2E-F9B5CBEDBE71}" type="parTrans" cxnId="{8993F1EA-9587-4AF2-8847-BEF16E3DDBD8}">
      <dgm:prSet/>
      <dgm:spPr/>
      <dgm:t>
        <a:bodyPr/>
        <a:lstStyle/>
        <a:p>
          <a:endParaRPr lang="en-US"/>
        </a:p>
      </dgm:t>
    </dgm:pt>
    <dgm:pt modelId="{AF136642-66A2-48A3-A44B-27245302B2CC}" type="sibTrans" cxnId="{8993F1EA-9587-4AF2-8847-BEF16E3DDBD8}">
      <dgm:prSet/>
      <dgm:spPr/>
      <dgm:t>
        <a:bodyPr/>
        <a:lstStyle/>
        <a:p>
          <a:endParaRPr lang="en-US"/>
        </a:p>
      </dgm:t>
    </dgm:pt>
    <dgm:pt modelId="{68B9F4D8-682F-45B2-8FED-21FE5DF70548}">
      <dgm:prSet/>
      <dgm:spPr/>
      <dgm:t>
        <a:bodyPr/>
        <a:lstStyle/>
        <a:p>
          <a:r>
            <a:rPr lang="en-US"/>
            <a:t>Unambiguous</a:t>
          </a:r>
        </a:p>
      </dgm:t>
    </dgm:pt>
    <dgm:pt modelId="{1813F13A-6480-4CBF-8224-F5898E00F099}" type="parTrans" cxnId="{BAC2A305-51A6-4795-B4B1-C80A626F2DE7}">
      <dgm:prSet/>
      <dgm:spPr/>
      <dgm:t>
        <a:bodyPr/>
        <a:lstStyle/>
        <a:p>
          <a:endParaRPr lang="en-US"/>
        </a:p>
      </dgm:t>
    </dgm:pt>
    <dgm:pt modelId="{0C944B40-AF7F-4669-87DD-64D27348387C}" type="sibTrans" cxnId="{BAC2A305-51A6-4795-B4B1-C80A626F2DE7}">
      <dgm:prSet/>
      <dgm:spPr/>
      <dgm:t>
        <a:bodyPr/>
        <a:lstStyle/>
        <a:p>
          <a:endParaRPr lang="en-US"/>
        </a:p>
      </dgm:t>
    </dgm:pt>
    <dgm:pt modelId="{D074E5A4-9FD4-40CA-A22C-6EF35A19FE48}">
      <dgm:prSet/>
      <dgm:spPr/>
      <dgm:t>
        <a:bodyPr/>
        <a:lstStyle/>
        <a:p>
          <a:r>
            <a:rPr lang="en-US"/>
            <a:t>Complete</a:t>
          </a:r>
        </a:p>
      </dgm:t>
    </dgm:pt>
    <dgm:pt modelId="{CB67DF7E-BBAF-4840-8D63-230A04A19B9D}" type="parTrans" cxnId="{E6A6B1DE-2B14-405F-8667-20DD0EFC1F3C}">
      <dgm:prSet/>
      <dgm:spPr/>
      <dgm:t>
        <a:bodyPr/>
        <a:lstStyle/>
        <a:p>
          <a:endParaRPr lang="en-US"/>
        </a:p>
      </dgm:t>
    </dgm:pt>
    <dgm:pt modelId="{C957ABD9-6082-4CFE-AA3B-68B52AB6B373}" type="sibTrans" cxnId="{E6A6B1DE-2B14-405F-8667-20DD0EFC1F3C}">
      <dgm:prSet/>
      <dgm:spPr/>
      <dgm:t>
        <a:bodyPr/>
        <a:lstStyle/>
        <a:p>
          <a:endParaRPr lang="en-US"/>
        </a:p>
      </dgm:t>
    </dgm:pt>
    <dgm:pt modelId="{1E598C76-825A-4DD8-971E-CEFEFAB2997B}">
      <dgm:prSet/>
      <dgm:spPr/>
      <dgm:t>
        <a:bodyPr/>
        <a:lstStyle/>
        <a:p>
          <a:r>
            <a:rPr lang="en-US"/>
            <a:t>Consistent</a:t>
          </a:r>
        </a:p>
      </dgm:t>
    </dgm:pt>
    <dgm:pt modelId="{B3B5CB5A-F19A-414F-BEB3-512B6916B4E1}" type="parTrans" cxnId="{4A48D7AB-E32B-4C1A-B1C9-CA3E0F421788}">
      <dgm:prSet/>
      <dgm:spPr/>
      <dgm:t>
        <a:bodyPr/>
        <a:lstStyle/>
        <a:p>
          <a:endParaRPr lang="en-US"/>
        </a:p>
      </dgm:t>
    </dgm:pt>
    <dgm:pt modelId="{C8D5AF17-5660-479A-A19F-B1723BAD0590}" type="sibTrans" cxnId="{4A48D7AB-E32B-4C1A-B1C9-CA3E0F421788}">
      <dgm:prSet/>
      <dgm:spPr/>
      <dgm:t>
        <a:bodyPr/>
        <a:lstStyle/>
        <a:p>
          <a:endParaRPr lang="en-US"/>
        </a:p>
      </dgm:t>
    </dgm:pt>
    <dgm:pt modelId="{2D573985-F5BF-4998-8525-161391A721FB}">
      <dgm:prSet/>
      <dgm:spPr/>
      <dgm:t>
        <a:bodyPr/>
        <a:lstStyle/>
        <a:p>
          <a:r>
            <a:rPr lang="en-US"/>
            <a:t>Verifiable</a:t>
          </a:r>
        </a:p>
      </dgm:t>
    </dgm:pt>
    <dgm:pt modelId="{5639316D-1CA0-485B-8879-7428D20E893F}" type="parTrans" cxnId="{B6CD47DD-DF14-4A73-86B3-D9279BB2DCA2}">
      <dgm:prSet/>
      <dgm:spPr/>
      <dgm:t>
        <a:bodyPr/>
        <a:lstStyle/>
        <a:p>
          <a:endParaRPr lang="en-US"/>
        </a:p>
      </dgm:t>
    </dgm:pt>
    <dgm:pt modelId="{FEB8A9CB-A4A3-45B6-9202-12E777D4039B}" type="sibTrans" cxnId="{B6CD47DD-DF14-4A73-86B3-D9279BB2DCA2}">
      <dgm:prSet/>
      <dgm:spPr/>
      <dgm:t>
        <a:bodyPr/>
        <a:lstStyle/>
        <a:p>
          <a:endParaRPr lang="en-US"/>
        </a:p>
      </dgm:t>
    </dgm:pt>
    <dgm:pt modelId="{E502E88B-707E-4392-ACB1-8DC19CDC843F}">
      <dgm:prSet/>
      <dgm:spPr/>
      <dgm:t>
        <a:bodyPr/>
        <a:lstStyle/>
        <a:p>
          <a:r>
            <a:rPr lang="en-US"/>
            <a:t>Traceable</a:t>
          </a:r>
        </a:p>
      </dgm:t>
    </dgm:pt>
    <dgm:pt modelId="{C5734332-4060-4A8A-B2D7-45367881CE52}" type="parTrans" cxnId="{F4B1212A-7319-44BC-83C3-2A322DB789AE}">
      <dgm:prSet/>
      <dgm:spPr/>
      <dgm:t>
        <a:bodyPr/>
        <a:lstStyle/>
        <a:p>
          <a:endParaRPr lang="en-US"/>
        </a:p>
      </dgm:t>
    </dgm:pt>
    <dgm:pt modelId="{CA8C34AA-248A-4E39-8B5A-4B75BA32FA1B}" type="sibTrans" cxnId="{F4B1212A-7319-44BC-83C3-2A322DB789AE}">
      <dgm:prSet/>
      <dgm:spPr/>
      <dgm:t>
        <a:bodyPr/>
        <a:lstStyle/>
        <a:p>
          <a:endParaRPr lang="en-US"/>
        </a:p>
      </dgm:t>
    </dgm:pt>
    <dgm:pt modelId="{4865CB50-998E-43E0-8148-30D132EAAB97}" type="pres">
      <dgm:prSet presAssocID="{C2182D98-E435-4B34-BD31-78311667CDCE}" presName="linear" presStyleCnt="0">
        <dgm:presLayoutVars>
          <dgm:animLvl val="lvl"/>
          <dgm:resizeHandles val="exact"/>
        </dgm:presLayoutVars>
      </dgm:prSet>
      <dgm:spPr/>
    </dgm:pt>
    <dgm:pt modelId="{BC6F3F2D-D164-43C1-83D7-325522925075}" type="pres">
      <dgm:prSet presAssocID="{7371FBF9-1987-43FF-BEE6-3F1A23318616}" presName="parentText" presStyleLbl="node1" presStyleIdx="0" presStyleCnt="1">
        <dgm:presLayoutVars>
          <dgm:chMax val="0"/>
          <dgm:bulletEnabled val="1"/>
        </dgm:presLayoutVars>
      </dgm:prSet>
      <dgm:spPr/>
    </dgm:pt>
    <dgm:pt modelId="{8310EEBA-91AB-4496-9DC8-5B61244665E8}" type="pres">
      <dgm:prSet presAssocID="{7371FBF9-1987-43FF-BEE6-3F1A23318616}" presName="childText" presStyleLbl="revTx" presStyleIdx="0" presStyleCnt="1">
        <dgm:presLayoutVars>
          <dgm:bulletEnabled val="1"/>
        </dgm:presLayoutVars>
      </dgm:prSet>
      <dgm:spPr/>
    </dgm:pt>
  </dgm:ptLst>
  <dgm:cxnLst>
    <dgm:cxn modelId="{BAC2A305-51A6-4795-B4B1-C80A626F2DE7}" srcId="{7371FBF9-1987-43FF-BEE6-3F1A23318616}" destId="{68B9F4D8-682F-45B2-8FED-21FE5DF70548}" srcOrd="2" destOrd="0" parTransId="{1813F13A-6480-4CBF-8224-F5898E00F099}" sibTransId="{0C944B40-AF7F-4669-87DD-64D27348387C}"/>
    <dgm:cxn modelId="{A6330213-DA7A-4C19-907D-34E1A69B8A49}" type="presOf" srcId="{D074E5A4-9FD4-40CA-A22C-6EF35A19FE48}" destId="{8310EEBA-91AB-4496-9DC8-5B61244665E8}" srcOrd="0" destOrd="3" presId="urn:microsoft.com/office/officeart/2005/8/layout/vList2"/>
    <dgm:cxn modelId="{55547B23-04C3-477C-A4C5-178C05F00E06}" type="presOf" srcId="{C2182D98-E435-4B34-BD31-78311667CDCE}" destId="{4865CB50-998E-43E0-8148-30D132EAAB97}" srcOrd="0" destOrd="0" presId="urn:microsoft.com/office/officeart/2005/8/layout/vList2"/>
    <dgm:cxn modelId="{F4B1212A-7319-44BC-83C3-2A322DB789AE}" srcId="{7371FBF9-1987-43FF-BEE6-3F1A23318616}" destId="{E502E88B-707E-4392-ACB1-8DC19CDC843F}" srcOrd="6" destOrd="0" parTransId="{C5734332-4060-4A8A-B2D7-45367881CE52}" sibTransId="{CA8C34AA-248A-4E39-8B5A-4B75BA32FA1B}"/>
    <dgm:cxn modelId="{0AF8AC32-3E99-452B-BA05-30CD3D2CD12C}" type="presOf" srcId="{68B9F4D8-682F-45B2-8FED-21FE5DF70548}" destId="{8310EEBA-91AB-4496-9DC8-5B61244665E8}" srcOrd="0" destOrd="2" presId="urn:microsoft.com/office/officeart/2005/8/layout/vList2"/>
    <dgm:cxn modelId="{91056A57-DF65-49BE-99C1-1D7F415F6DB7}" type="presOf" srcId="{22E5F417-0797-489D-9AF7-157F36239ADC}" destId="{8310EEBA-91AB-4496-9DC8-5B61244665E8}" srcOrd="0" destOrd="1" presId="urn:microsoft.com/office/officeart/2005/8/layout/vList2"/>
    <dgm:cxn modelId="{69B74E59-9AE7-4CC8-BC9A-1DFC42B995DD}" type="presOf" srcId="{2D573985-F5BF-4998-8525-161391A721FB}" destId="{8310EEBA-91AB-4496-9DC8-5B61244665E8}" srcOrd="0" destOrd="5" presId="urn:microsoft.com/office/officeart/2005/8/layout/vList2"/>
    <dgm:cxn modelId="{9FD01763-C765-4FEF-A2FF-D2AAE39926F9}" type="presOf" srcId="{7371FBF9-1987-43FF-BEE6-3F1A23318616}" destId="{BC6F3F2D-D164-43C1-83D7-325522925075}" srcOrd="0" destOrd="0" presId="urn:microsoft.com/office/officeart/2005/8/layout/vList2"/>
    <dgm:cxn modelId="{C0F83F64-6A10-4FB6-863D-2A466DCD7C5F}" srcId="{C2182D98-E435-4B34-BD31-78311667CDCE}" destId="{7371FBF9-1987-43FF-BEE6-3F1A23318616}" srcOrd="0" destOrd="0" parTransId="{B8F09003-BE39-4362-B436-C48F653C8305}" sibTransId="{8D5974BA-C0E9-4A1F-9B85-3382E21C73CC}"/>
    <dgm:cxn modelId="{F5775867-9C7A-41DC-9362-5446D4ED8F54}" type="presOf" srcId="{CF5B6DA4-11A9-42C1-8405-741BD9A4B407}" destId="{8310EEBA-91AB-4496-9DC8-5B61244665E8}" srcOrd="0" destOrd="0" presId="urn:microsoft.com/office/officeart/2005/8/layout/vList2"/>
    <dgm:cxn modelId="{86526F8A-975F-4601-82F5-97AA70132D66}" srcId="{7371FBF9-1987-43FF-BEE6-3F1A23318616}" destId="{CF5B6DA4-11A9-42C1-8405-741BD9A4B407}" srcOrd="0" destOrd="0" parTransId="{403C76EC-7154-4323-AA4A-ECFC96A880BC}" sibTransId="{7B0D763A-198C-4582-91A2-39B850A52DCA}"/>
    <dgm:cxn modelId="{4A48D7AB-E32B-4C1A-B1C9-CA3E0F421788}" srcId="{7371FBF9-1987-43FF-BEE6-3F1A23318616}" destId="{1E598C76-825A-4DD8-971E-CEFEFAB2997B}" srcOrd="4" destOrd="0" parTransId="{B3B5CB5A-F19A-414F-BEB3-512B6916B4E1}" sibTransId="{C8D5AF17-5660-479A-A19F-B1723BAD0590}"/>
    <dgm:cxn modelId="{ADB610DA-7B1D-40A8-812C-7058BEEEE3DE}" type="presOf" srcId="{E502E88B-707E-4392-ACB1-8DC19CDC843F}" destId="{8310EEBA-91AB-4496-9DC8-5B61244665E8}" srcOrd="0" destOrd="6" presId="urn:microsoft.com/office/officeart/2005/8/layout/vList2"/>
    <dgm:cxn modelId="{B6CD47DD-DF14-4A73-86B3-D9279BB2DCA2}" srcId="{7371FBF9-1987-43FF-BEE6-3F1A23318616}" destId="{2D573985-F5BF-4998-8525-161391A721FB}" srcOrd="5" destOrd="0" parTransId="{5639316D-1CA0-485B-8879-7428D20E893F}" sibTransId="{FEB8A9CB-A4A3-45B6-9202-12E777D4039B}"/>
    <dgm:cxn modelId="{E6A6B1DE-2B14-405F-8667-20DD0EFC1F3C}" srcId="{7371FBF9-1987-43FF-BEE6-3F1A23318616}" destId="{D074E5A4-9FD4-40CA-A22C-6EF35A19FE48}" srcOrd="3" destOrd="0" parTransId="{CB67DF7E-BBAF-4840-8D63-230A04A19B9D}" sibTransId="{C957ABD9-6082-4CFE-AA3B-68B52AB6B373}"/>
    <dgm:cxn modelId="{8993F1EA-9587-4AF2-8847-BEF16E3DDBD8}" srcId="{7371FBF9-1987-43FF-BEE6-3F1A23318616}" destId="{22E5F417-0797-489D-9AF7-157F36239ADC}" srcOrd="1" destOrd="0" parTransId="{42757368-65A9-4B3C-9C2E-F9B5CBEDBE71}" sibTransId="{AF136642-66A2-48A3-A44B-27245302B2CC}"/>
    <dgm:cxn modelId="{1E0BA3F4-EA75-46AE-B561-D094BB2D18D4}" type="presOf" srcId="{1E598C76-825A-4DD8-971E-CEFEFAB2997B}" destId="{8310EEBA-91AB-4496-9DC8-5B61244665E8}" srcOrd="0" destOrd="4" presId="urn:microsoft.com/office/officeart/2005/8/layout/vList2"/>
    <dgm:cxn modelId="{5E7B13E9-36BE-4A7E-9EA1-F61C29382710}" type="presParOf" srcId="{4865CB50-998E-43E0-8148-30D132EAAB97}" destId="{BC6F3F2D-D164-43C1-83D7-325522925075}" srcOrd="0" destOrd="0" presId="urn:microsoft.com/office/officeart/2005/8/layout/vList2"/>
    <dgm:cxn modelId="{0DF722B6-ED82-413C-AEC6-7D35A03D51A4}" type="presParOf" srcId="{4865CB50-998E-43E0-8148-30D132EAAB97}" destId="{8310EEBA-91AB-4496-9DC8-5B61244665E8}" srcOrd="1"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0C13644A-3EFE-4AF9-BE7F-7EC197C548F4}" type="doc">
      <dgm:prSet loTypeId="urn:microsoft.com/office/officeart/2005/8/layout/list1" loCatId="list" qsTypeId="urn:microsoft.com/office/officeart/2005/8/quickstyle/simple1" qsCatId="simple" csTypeId="urn:microsoft.com/office/officeart/2005/8/colors/colorful5" csCatId="colorful"/>
      <dgm:spPr/>
      <dgm:t>
        <a:bodyPr/>
        <a:lstStyle/>
        <a:p>
          <a:endParaRPr lang="en-US"/>
        </a:p>
      </dgm:t>
    </dgm:pt>
    <dgm:pt modelId="{814C89BA-2FA4-4F56-A617-75EF359B9E2F}">
      <dgm:prSet/>
      <dgm:spPr/>
      <dgm:t>
        <a:bodyPr/>
        <a:lstStyle/>
        <a:p>
          <a:r>
            <a:rPr lang="en-US"/>
            <a:t>Can be rewritten in positive form. Ex</a:t>
          </a:r>
        </a:p>
      </dgm:t>
    </dgm:pt>
    <dgm:pt modelId="{2A76E5F6-91B4-4CD1-A8AE-4D064B13B8D2}" type="parTrans" cxnId="{8699AD77-2E62-4DCD-AACF-23E646019268}">
      <dgm:prSet/>
      <dgm:spPr/>
      <dgm:t>
        <a:bodyPr/>
        <a:lstStyle/>
        <a:p>
          <a:endParaRPr lang="en-US"/>
        </a:p>
      </dgm:t>
    </dgm:pt>
    <dgm:pt modelId="{F0E3AFA8-CDC7-4AC5-9323-42EB594789A1}" type="sibTrans" cxnId="{8699AD77-2E62-4DCD-AACF-23E646019268}">
      <dgm:prSet/>
      <dgm:spPr/>
      <dgm:t>
        <a:bodyPr/>
        <a:lstStyle/>
        <a:p>
          <a:endParaRPr lang="en-US"/>
        </a:p>
      </dgm:t>
    </dgm:pt>
    <dgm:pt modelId="{C1A638FD-2BBE-4EC4-BA8E-25E44096DC6C}">
      <dgm:prSet/>
      <dgm:spPr/>
      <dgm:t>
        <a:bodyPr/>
        <a:lstStyle/>
        <a:p>
          <a:r>
            <a:rPr lang="en-US"/>
            <a:t>The system shall not harm humans.</a:t>
          </a:r>
        </a:p>
      </dgm:t>
    </dgm:pt>
    <dgm:pt modelId="{B2A99AD5-4FA2-4F2E-902A-667EDC9DB099}" type="parTrans" cxnId="{1712882E-DFA6-4953-A616-A2D2BED939F3}">
      <dgm:prSet/>
      <dgm:spPr/>
      <dgm:t>
        <a:bodyPr/>
        <a:lstStyle/>
        <a:p>
          <a:endParaRPr lang="en-US"/>
        </a:p>
      </dgm:t>
    </dgm:pt>
    <dgm:pt modelId="{DB46370C-92E2-406D-BB85-A518A532E77F}" type="sibTrans" cxnId="{1712882E-DFA6-4953-A616-A2D2BED939F3}">
      <dgm:prSet/>
      <dgm:spPr/>
      <dgm:t>
        <a:bodyPr/>
        <a:lstStyle/>
        <a:p>
          <a:endParaRPr lang="en-US"/>
        </a:p>
      </dgm:t>
    </dgm:pt>
    <dgm:pt modelId="{78D0B0BD-B9E4-4E17-B23B-CECA716D0BE7}">
      <dgm:prSet/>
      <dgm:spPr/>
      <dgm:t>
        <a:bodyPr/>
        <a:lstStyle/>
        <a:p>
          <a:r>
            <a:rPr lang="en-US"/>
            <a:t>Alternative</a:t>
          </a:r>
        </a:p>
      </dgm:t>
    </dgm:pt>
    <dgm:pt modelId="{A521FCFF-0680-48A4-BADF-32DB41A437CE}" type="parTrans" cxnId="{9CE0DFF2-F43E-46A6-B451-1E606930CECB}">
      <dgm:prSet/>
      <dgm:spPr/>
      <dgm:t>
        <a:bodyPr/>
        <a:lstStyle/>
        <a:p>
          <a:endParaRPr lang="en-US"/>
        </a:p>
      </dgm:t>
    </dgm:pt>
    <dgm:pt modelId="{FFB6D497-509E-40A4-A1B0-1D675ADCFEBB}" type="sibTrans" cxnId="{9CE0DFF2-F43E-46A6-B451-1E606930CECB}">
      <dgm:prSet/>
      <dgm:spPr/>
      <dgm:t>
        <a:bodyPr/>
        <a:lstStyle/>
        <a:p>
          <a:endParaRPr lang="en-US"/>
        </a:p>
      </dgm:t>
    </dgm:pt>
    <dgm:pt modelId="{93C418B3-C14B-4034-A892-4E4745E81DEC}">
      <dgm:prSet/>
      <dgm:spPr/>
      <dgm:t>
        <a:bodyPr/>
        <a:lstStyle/>
        <a:p>
          <a:r>
            <a:rPr lang="en-US"/>
            <a:t>The system shall cause humans no harm.</a:t>
          </a:r>
        </a:p>
      </dgm:t>
    </dgm:pt>
    <dgm:pt modelId="{07A9FF06-7858-4D44-A3C9-52760401698E}" type="parTrans" cxnId="{72907041-A49D-4168-9CFB-929FB1F246B4}">
      <dgm:prSet/>
      <dgm:spPr/>
      <dgm:t>
        <a:bodyPr/>
        <a:lstStyle/>
        <a:p>
          <a:endParaRPr lang="en-US"/>
        </a:p>
      </dgm:t>
    </dgm:pt>
    <dgm:pt modelId="{DE65BF10-0E3D-477E-8D0D-44677FFC226B}" type="sibTrans" cxnId="{72907041-A49D-4168-9CFB-929FB1F246B4}">
      <dgm:prSet/>
      <dgm:spPr/>
      <dgm:t>
        <a:bodyPr/>
        <a:lstStyle/>
        <a:p>
          <a:endParaRPr lang="en-US"/>
        </a:p>
      </dgm:t>
    </dgm:pt>
    <dgm:pt modelId="{18237821-5799-4D13-BB8D-458FE7B9CAEC}" type="pres">
      <dgm:prSet presAssocID="{0C13644A-3EFE-4AF9-BE7F-7EC197C548F4}" presName="linear" presStyleCnt="0">
        <dgm:presLayoutVars>
          <dgm:dir/>
          <dgm:animLvl val="lvl"/>
          <dgm:resizeHandles val="exact"/>
        </dgm:presLayoutVars>
      </dgm:prSet>
      <dgm:spPr/>
    </dgm:pt>
    <dgm:pt modelId="{F3C79F50-D4A9-4A29-BAF4-0F452CF5C352}" type="pres">
      <dgm:prSet presAssocID="{814C89BA-2FA4-4F56-A617-75EF359B9E2F}" presName="parentLin" presStyleCnt="0"/>
      <dgm:spPr/>
    </dgm:pt>
    <dgm:pt modelId="{B2020041-0452-4080-8489-B46ED96D4678}" type="pres">
      <dgm:prSet presAssocID="{814C89BA-2FA4-4F56-A617-75EF359B9E2F}" presName="parentLeftMargin" presStyleLbl="node1" presStyleIdx="0" presStyleCnt="2"/>
      <dgm:spPr/>
    </dgm:pt>
    <dgm:pt modelId="{5C25EDBC-8A1C-479C-86C7-9BDEFE6C36B2}" type="pres">
      <dgm:prSet presAssocID="{814C89BA-2FA4-4F56-A617-75EF359B9E2F}" presName="parentText" presStyleLbl="node1" presStyleIdx="0" presStyleCnt="2">
        <dgm:presLayoutVars>
          <dgm:chMax val="0"/>
          <dgm:bulletEnabled val="1"/>
        </dgm:presLayoutVars>
      </dgm:prSet>
      <dgm:spPr/>
    </dgm:pt>
    <dgm:pt modelId="{825EC2D4-3016-4F7D-B87D-127EF68D7FEF}" type="pres">
      <dgm:prSet presAssocID="{814C89BA-2FA4-4F56-A617-75EF359B9E2F}" presName="negativeSpace" presStyleCnt="0"/>
      <dgm:spPr/>
    </dgm:pt>
    <dgm:pt modelId="{B8FDCE1E-E564-48A6-8F3A-8E68D2BB98C8}" type="pres">
      <dgm:prSet presAssocID="{814C89BA-2FA4-4F56-A617-75EF359B9E2F}" presName="childText" presStyleLbl="conFgAcc1" presStyleIdx="0" presStyleCnt="2">
        <dgm:presLayoutVars>
          <dgm:bulletEnabled val="1"/>
        </dgm:presLayoutVars>
      </dgm:prSet>
      <dgm:spPr/>
    </dgm:pt>
    <dgm:pt modelId="{0EB84769-1367-4C3D-9E1F-47457E8B12F2}" type="pres">
      <dgm:prSet presAssocID="{F0E3AFA8-CDC7-4AC5-9323-42EB594789A1}" presName="spaceBetweenRectangles" presStyleCnt="0"/>
      <dgm:spPr/>
    </dgm:pt>
    <dgm:pt modelId="{FC01C091-9C13-4AF1-98A6-B669D2B81B6A}" type="pres">
      <dgm:prSet presAssocID="{78D0B0BD-B9E4-4E17-B23B-CECA716D0BE7}" presName="parentLin" presStyleCnt="0"/>
      <dgm:spPr/>
    </dgm:pt>
    <dgm:pt modelId="{186BA9A8-2247-4085-9A1B-87222A976DC4}" type="pres">
      <dgm:prSet presAssocID="{78D0B0BD-B9E4-4E17-B23B-CECA716D0BE7}" presName="parentLeftMargin" presStyleLbl="node1" presStyleIdx="0" presStyleCnt="2"/>
      <dgm:spPr/>
    </dgm:pt>
    <dgm:pt modelId="{22BB73BA-6909-40AE-B17C-950795AC42A8}" type="pres">
      <dgm:prSet presAssocID="{78D0B0BD-B9E4-4E17-B23B-CECA716D0BE7}" presName="parentText" presStyleLbl="node1" presStyleIdx="1" presStyleCnt="2">
        <dgm:presLayoutVars>
          <dgm:chMax val="0"/>
          <dgm:bulletEnabled val="1"/>
        </dgm:presLayoutVars>
      </dgm:prSet>
      <dgm:spPr/>
    </dgm:pt>
    <dgm:pt modelId="{4C448D0A-9125-4EC4-B835-D50DD15BFBC6}" type="pres">
      <dgm:prSet presAssocID="{78D0B0BD-B9E4-4E17-B23B-CECA716D0BE7}" presName="negativeSpace" presStyleCnt="0"/>
      <dgm:spPr/>
    </dgm:pt>
    <dgm:pt modelId="{BBE334CF-3E91-4A81-8B3E-7A28E8C9BF90}" type="pres">
      <dgm:prSet presAssocID="{78D0B0BD-B9E4-4E17-B23B-CECA716D0BE7}" presName="childText" presStyleLbl="conFgAcc1" presStyleIdx="1" presStyleCnt="2">
        <dgm:presLayoutVars>
          <dgm:bulletEnabled val="1"/>
        </dgm:presLayoutVars>
      </dgm:prSet>
      <dgm:spPr/>
    </dgm:pt>
  </dgm:ptLst>
  <dgm:cxnLst>
    <dgm:cxn modelId="{CF331000-676D-41F6-BAB6-29289D682570}" type="presOf" srcId="{93C418B3-C14B-4034-A892-4E4745E81DEC}" destId="{BBE334CF-3E91-4A81-8B3E-7A28E8C9BF90}" srcOrd="0" destOrd="0" presId="urn:microsoft.com/office/officeart/2005/8/layout/list1"/>
    <dgm:cxn modelId="{1712882E-DFA6-4953-A616-A2D2BED939F3}" srcId="{814C89BA-2FA4-4F56-A617-75EF359B9E2F}" destId="{C1A638FD-2BBE-4EC4-BA8E-25E44096DC6C}" srcOrd="0" destOrd="0" parTransId="{B2A99AD5-4FA2-4F2E-902A-667EDC9DB099}" sibTransId="{DB46370C-92E2-406D-BB85-A518A532E77F}"/>
    <dgm:cxn modelId="{CAC00037-BD59-453B-8C27-0E303981992C}" type="presOf" srcId="{78D0B0BD-B9E4-4E17-B23B-CECA716D0BE7}" destId="{186BA9A8-2247-4085-9A1B-87222A976DC4}" srcOrd="0" destOrd="0" presId="urn:microsoft.com/office/officeart/2005/8/layout/list1"/>
    <dgm:cxn modelId="{7D815D38-7948-45E9-A002-7D89337A9E3A}" type="presOf" srcId="{C1A638FD-2BBE-4EC4-BA8E-25E44096DC6C}" destId="{B8FDCE1E-E564-48A6-8F3A-8E68D2BB98C8}" srcOrd="0" destOrd="0" presId="urn:microsoft.com/office/officeart/2005/8/layout/list1"/>
    <dgm:cxn modelId="{72907041-A49D-4168-9CFB-929FB1F246B4}" srcId="{78D0B0BD-B9E4-4E17-B23B-CECA716D0BE7}" destId="{93C418B3-C14B-4034-A892-4E4745E81DEC}" srcOrd="0" destOrd="0" parTransId="{07A9FF06-7858-4D44-A3C9-52760401698E}" sibTransId="{DE65BF10-0E3D-477E-8D0D-44677FFC226B}"/>
    <dgm:cxn modelId="{8699AD77-2E62-4DCD-AACF-23E646019268}" srcId="{0C13644A-3EFE-4AF9-BE7F-7EC197C548F4}" destId="{814C89BA-2FA4-4F56-A617-75EF359B9E2F}" srcOrd="0" destOrd="0" parTransId="{2A76E5F6-91B4-4CD1-A8AE-4D064B13B8D2}" sibTransId="{F0E3AFA8-CDC7-4AC5-9323-42EB594789A1}"/>
    <dgm:cxn modelId="{C51E9E84-54AB-438F-A3C5-DDBF971B244B}" type="presOf" srcId="{78D0B0BD-B9E4-4E17-B23B-CECA716D0BE7}" destId="{22BB73BA-6909-40AE-B17C-950795AC42A8}" srcOrd="1" destOrd="0" presId="urn:microsoft.com/office/officeart/2005/8/layout/list1"/>
    <dgm:cxn modelId="{18877085-8772-49E0-94B3-97E307D4DDEC}" type="presOf" srcId="{814C89BA-2FA4-4F56-A617-75EF359B9E2F}" destId="{5C25EDBC-8A1C-479C-86C7-9BDEFE6C36B2}" srcOrd="1" destOrd="0" presId="urn:microsoft.com/office/officeart/2005/8/layout/list1"/>
    <dgm:cxn modelId="{64B598AB-2CB0-4E65-A190-34F642066ED1}" type="presOf" srcId="{0C13644A-3EFE-4AF9-BE7F-7EC197C548F4}" destId="{18237821-5799-4D13-BB8D-458FE7B9CAEC}" srcOrd="0" destOrd="0" presId="urn:microsoft.com/office/officeart/2005/8/layout/list1"/>
    <dgm:cxn modelId="{5CB6CEC8-9641-48D7-B949-55312FEB99B9}" type="presOf" srcId="{814C89BA-2FA4-4F56-A617-75EF359B9E2F}" destId="{B2020041-0452-4080-8489-B46ED96D4678}" srcOrd="0" destOrd="0" presId="urn:microsoft.com/office/officeart/2005/8/layout/list1"/>
    <dgm:cxn modelId="{9CE0DFF2-F43E-46A6-B451-1E606930CECB}" srcId="{0C13644A-3EFE-4AF9-BE7F-7EC197C548F4}" destId="{78D0B0BD-B9E4-4E17-B23B-CECA716D0BE7}" srcOrd="1" destOrd="0" parTransId="{A521FCFF-0680-48A4-BADF-32DB41A437CE}" sibTransId="{FFB6D497-509E-40A4-A1B0-1D675ADCFEBB}"/>
    <dgm:cxn modelId="{90839AE3-5631-4917-BFD9-1221A07C2621}" type="presParOf" srcId="{18237821-5799-4D13-BB8D-458FE7B9CAEC}" destId="{F3C79F50-D4A9-4A29-BAF4-0F452CF5C352}" srcOrd="0" destOrd="0" presId="urn:microsoft.com/office/officeart/2005/8/layout/list1"/>
    <dgm:cxn modelId="{D4D5F48A-9800-4873-81C0-F019B485D9F5}" type="presParOf" srcId="{F3C79F50-D4A9-4A29-BAF4-0F452CF5C352}" destId="{B2020041-0452-4080-8489-B46ED96D4678}" srcOrd="0" destOrd="0" presId="urn:microsoft.com/office/officeart/2005/8/layout/list1"/>
    <dgm:cxn modelId="{3337A889-5AB5-4A0A-A269-38A673405CE5}" type="presParOf" srcId="{F3C79F50-D4A9-4A29-BAF4-0F452CF5C352}" destId="{5C25EDBC-8A1C-479C-86C7-9BDEFE6C36B2}" srcOrd="1" destOrd="0" presId="urn:microsoft.com/office/officeart/2005/8/layout/list1"/>
    <dgm:cxn modelId="{F1B54AC9-B5D6-4EED-B8F4-2DFE4CCD4D05}" type="presParOf" srcId="{18237821-5799-4D13-BB8D-458FE7B9CAEC}" destId="{825EC2D4-3016-4F7D-B87D-127EF68D7FEF}" srcOrd="1" destOrd="0" presId="urn:microsoft.com/office/officeart/2005/8/layout/list1"/>
    <dgm:cxn modelId="{B8422E2B-43A4-46C3-AF83-457F657ACEE9}" type="presParOf" srcId="{18237821-5799-4D13-BB8D-458FE7B9CAEC}" destId="{B8FDCE1E-E564-48A6-8F3A-8E68D2BB98C8}" srcOrd="2" destOrd="0" presId="urn:microsoft.com/office/officeart/2005/8/layout/list1"/>
    <dgm:cxn modelId="{72D028CD-4254-40D0-9A2B-3B8E13278723}" type="presParOf" srcId="{18237821-5799-4D13-BB8D-458FE7B9CAEC}" destId="{0EB84769-1367-4C3D-9E1F-47457E8B12F2}" srcOrd="3" destOrd="0" presId="urn:microsoft.com/office/officeart/2005/8/layout/list1"/>
    <dgm:cxn modelId="{7468F28B-35F5-41AC-A7DF-7C29AF2332C6}" type="presParOf" srcId="{18237821-5799-4D13-BB8D-458FE7B9CAEC}" destId="{FC01C091-9C13-4AF1-98A6-B669D2B81B6A}" srcOrd="4" destOrd="0" presId="urn:microsoft.com/office/officeart/2005/8/layout/list1"/>
    <dgm:cxn modelId="{21F78299-DCD3-43F2-9B7B-08FC0D1F0C43}" type="presParOf" srcId="{FC01C091-9C13-4AF1-98A6-B669D2B81B6A}" destId="{186BA9A8-2247-4085-9A1B-87222A976DC4}" srcOrd="0" destOrd="0" presId="urn:microsoft.com/office/officeart/2005/8/layout/list1"/>
    <dgm:cxn modelId="{5D629539-D446-4EF6-A449-5074EBD69620}" type="presParOf" srcId="{FC01C091-9C13-4AF1-98A6-B669D2B81B6A}" destId="{22BB73BA-6909-40AE-B17C-950795AC42A8}" srcOrd="1" destOrd="0" presId="urn:microsoft.com/office/officeart/2005/8/layout/list1"/>
    <dgm:cxn modelId="{A158D8AA-99DE-4A63-88AF-113324603607}" type="presParOf" srcId="{18237821-5799-4D13-BB8D-458FE7B9CAEC}" destId="{4C448D0A-9125-4EC4-B835-D50DD15BFBC6}" srcOrd="5" destOrd="0" presId="urn:microsoft.com/office/officeart/2005/8/layout/list1"/>
    <dgm:cxn modelId="{8A8F0C3E-E752-45EB-9E26-54CCAC359667}" type="presParOf" srcId="{18237821-5799-4D13-BB8D-458FE7B9CAEC}" destId="{BBE334CF-3E91-4A81-8B3E-7A28E8C9BF90}" srcOrd="6" destOrd="0" presId="urn:microsoft.com/office/officeart/2005/8/layout/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B42ED2BE-8C03-48E3-B815-69BAEBEDCCF8}" type="doc">
      <dgm:prSet loTypeId="urn:microsoft.com/office/officeart/2005/8/layout/hList1" loCatId="list" qsTypeId="urn:microsoft.com/office/officeart/2005/8/quickstyle/simple1" qsCatId="simple" csTypeId="urn:microsoft.com/office/officeart/2005/8/colors/accent1_2" csCatId="accent1" phldr="1"/>
      <dgm:spPr/>
      <dgm:t>
        <a:bodyPr/>
        <a:lstStyle/>
        <a:p>
          <a:endParaRPr lang="en-US"/>
        </a:p>
      </dgm:t>
    </dgm:pt>
    <dgm:pt modelId="{D52B9F26-8A5A-448C-94EB-D7B371F08B05}">
      <dgm:prSet/>
      <dgm:spPr/>
      <dgm:t>
        <a:bodyPr/>
        <a:lstStyle/>
        <a:p>
          <a:r>
            <a:rPr lang="en-US"/>
            <a:t>Hedging words/clauses:</a:t>
          </a:r>
        </a:p>
      </dgm:t>
    </dgm:pt>
    <dgm:pt modelId="{A9DB03A6-4002-49E3-AEE1-7C8428F54C83}" type="parTrans" cxnId="{0F791BAA-50F0-4EBF-81B2-9A7F9E1A6A8E}">
      <dgm:prSet/>
      <dgm:spPr/>
      <dgm:t>
        <a:bodyPr/>
        <a:lstStyle/>
        <a:p>
          <a:endParaRPr lang="en-US"/>
        </a:p>
      </dgm:t>
    </dgm:pt>
    <dgm:pt modelId="{BF393577-5D7C-4AD6-B8B8-3B24939DE18B}" type="sibTrans" cxnId="{0F791BAA-50F0-4EBF-81B2-9A7F9E1A6A8E}">
      <dgm:prSet/>
      <dgm:spPr/>
      <dgm:t>
        <a:bodyPr/>
        <a:lstStyle/>
        <a:p>
          <a:endParaRPr lang="en-US"/>
        </a:p>
      </dgm:t>
    </dgm:pt>
    <dgm:pt modelId="{CAEEC0F0-3B9F-429F-AF6F-AFD7AD1C775C}">
      <dgm:prSet/>
      <dgm:spPr/>
      <dgm:t>
        <a:bodyPr/>
        <a:lstStyle/>
        <a:p>
          <a:r>
            <a:rPr lang="en-US"/>
            <a:t>If necessary </a:t>
          </a:r>
        </a:p>
      </dgm:t>
    </dgm:pt>
    <dgm:pt modelId="{8958F920-8992-4E1A-8F1D-9A038E18CDC5}" type="parTrans" cxnId="{CE6710F0-E856-49FD-A266-DB90AFF124D1}">
      <dgm:prSet/>
      <dgm:spPr/>
      <dgm:t>
        <a:bodyPr/>
        <a:lstStyle/>
        <a:p>
          <a:endParaRPr lang="en-US"/>
        </a:p>
      </dgm:t>
    </dgm:pt>
    <dgm:pt modelId="{70F0FD8B-421E-4C26-A74D-6B2358F6FD8B}" type="sibTrans" cxnId="{CE6710F0-E856-49FD-A266-DB90AFF124D1}">
      <dgm:prSet/>
      <dgm:spPr/>
      <dgm:t>
        <a:bodyPr/>
        <a:lstStyle/>
        <a:p>
          <a:endParaRPr lang="en-US"/>
        </a:p>
      </dgm:t>
    </dgm:pt>
    <dgm:pt modelId="{B60821C4-DFA7-4A1C-8C1C-53E346F35DDA}">
      <dgm:prSet/>
      <dgm:spPr/>
      <dgm:t>
        <a:bodyPr/>
        <a:lstStyle/>
        <a:p>
          <a:r>
            <a:rPr lang="en-US"/>
            <a:t>Almost</a:t>
          </a:r>
        </a:p>
      </dgm:t>
    </dgm:pt>
    <dgm:pt modelId="{F237507B-3312-4117-863E-9968B49CD788}" type="parTrans" cxnId="{7DD1FF7A-CE40-4678-B586-180104C2080A}">
      <dgm:prSet/>
      <dgm:spPr/>
      <dgm:t>
        <a:bodyPr/>
        <a:lstStyle/>
        <a:p>
          <a:endParaRPr lang="en-US"/>
        </a:p>
      </dgm:t>
    </dgm:pt>
    <dgm:pt modelId="{D55C1070-BB6A-46DD-A040-0EA7CC74B88E}" type="sibTrans" cxnId="{7DD1FF7A-CE40-4678-B586-180104C2080A}">
      <dgm:prSet/>
      <dgm:spPr/>
      <dgm:t>
        <a:bodyPr/>
        <a:lstStyle/>
        <a:p>
          <a:endParaRPr lang="en-US"/>
        </a:p>
      </dgm:t>
    </dgm:pt>
    <dgm:pt modelId="{1C9FBE3F-726D-468A-8906-0983CB245660}">
      <dgm:prSet/>
      <dgm:spPr/>
      <dgm:t>
        <a:bodyPr/>
        <a:lstStyle/>
        <a:p>
          <a:r>
            <a:rPr lang="en-US"/>
            <a:t>Probably</a:t>
          </a:r>
        </a:p>
      </dgm:t>
    </dgm:pt>
    <dgm:pt modelId="{C0F675D5-426E-4B0C-B812-D16290B87395}" type="parTrans" cxnId="{8AD76FDC-A51E-43A0-AF19-561FC345689F}">
      <dgm:prSet/>
      <dgm:spPr/>
      <dgm:t>
        <a:bodyPr/>
        <a:lstStyle/>
        <a:p>
          <a:endParaRPr lang="en-US"/>
        </a:p>
      </dgm:t>
    </dgm:pt>
    <dgm:pt modelId="{138DABCF-EBFE-4958-A422-2F2FD500D0A9}" type="sibTrans" cxnId="{8AD76FDC-A51E-43A0-AF19-561FC345689F}">
      <dgm:prSet/>
      <dgm:spPr/>
      <dgm:t>
        <a:bodyPr/>
        <a:lstStyle/>
        <a:p>
          <a:endParaRPr lang="en-US"/>
        </a:p>
      </dgm:t>
    </dgm:pt>
    <dgm:pt modelId="{17B1229F-447C-4952-A924-9FAF5316ADAA}">
      <dgm:prSet/>
      <dgm:spPr/>
      <dgm:t>
        <a:bodyPr/>
        <a:lstStyle/>
        <a:p>
          <a:r>
            <a:rPr lang="en-US"/>
            <a:t>Maybe</a:t>
          </a:r>
        </a:p>
      </dgm:t>
    </dgm:pt>
    <dgm:pt modelId="{99200243-B72A-4DEA-9D26-132C57E929C2}" type="parTrans" cxnId="{9FAD1E2C-87EA-4537-A7A5-5F0EFB94BFBF}">
      <dgm:prSet/>
      <dgm:spPr/>
      <dgm:t>
        <a:bodyPr/>
        <a:lstStyle/>
        <a:p>
          <a:endParaRPr lang="en-US"/>
        </a:p>
      </dgm:t>
    </dgm:pt>
    <dgm:pt modelId="{1E021FC4-CCD8-4A30-A184-B86BE848AC5A}" type="sibTrans" cxnId="{9FAD1E2C-87EA-4537-A7A5-5F0EFB94BFBF}">
      <dgm:prSet/>
      <dgm:spPr/>
      <dgm:t>
        <a:bodyPr/>
        <a:lstStyle/>
        <a:p>
          <a:endParaRPr lang="en-US"/>
        </a:p>
      </dgm:t>
    </dgm:pt>
    <dgm:pt modelId="{4E46D8A4-C3CC-40EB-99E1-DCEAFC7128B1}">
      <dgm:prSet/>
      <dgm:spPr/>
      <dgm:t>
        <a:bodyPr/>
        <a:lstStyle/>
        <a:p>
          <a:r>
            <a:rPr lang="en-US"/>
            <a:t>Might be</a:t>
          </a:r>
        </a:p>
      </dgm:t>
    </dgm:pt>
    <dgm:pt modelId="{D36317FA-BC61-4186-9A87-8CB235CF5D8D}" type="parTrans" cxnId="{B8347B84-3979-4A3C-899D-234662A3BC9C}">
      <dgm:prSet/>
      <dgm:spPr/>
      <dgm:t>
        <a:bodyPr/>
        <a:lstStyle/>
        <a:p>
          <a:endParaRPr lang="en-US"/>
        </a:p>
      </dgm:t>
    </dgm:pt>
    <dgm:pt modelId="{1B32F60D-2566-4863-A1EF-9F15F6AC72A1}" type="sibTrans" cxnId="{B8347B84-3979-4A3C-899D-234662A3BC9C}">
      <dgm:prSet/>
      <dgm:spPr/>
      <dgm:t>
        <a:bodyPr/>
        <a:lstStyle/>
        <a:p>
          <a:endParaRPr lang="en-US"/>
        </a:p>
      </dgm:t>
    </dgm:pt>
    <dgm:pt modelId="{3A0A3F8E-2066-4778-8D0F-FCCFAA99A10D}">
      <dgm:prSet/>
      <dgm:spPr/>
      <dgm:t>
        <a:bodyPr/>
        <a:lstStyle/>
        <a:p>
          <a:r>
            <a:rPr lang="en-US" dirty="0"/>
            <a:t>Conjunctions:</a:t>
          </a:r>
        </a:p>
      </dgm:t>
    </dgm:pt>
    <dgm:pt modelId="{7376473D-942C-42E9-9028-FB1E5FD5488F}" type="parTrans" cxnId="{0ED3630F-C54A-4A22-8642-3781333C62E2}">
      <dgm:prSet/>
      <dgm:spPr/>
      <dgm:t>
        <a:bodyPr/>
        <a:lstStyle/>
        <a:p>
          <a:endParaRPr lang="en-US"/>
        </a:p>
      </dgm:t>
    </dgm:pt>
    <dgm:pt modelId="{E023EC68-5B08-4BA6-96F2-393AD4E4DABB}" type="sibTrans" cxnId="{0ED3630F-C54A-4A22-8642-3781333C62E2}">
      <dgm:prSet/>
      <dgm:spPr/>
      <dgm:t>
        <a:bodyPr/>
        <a:lstStyle/>
        <a:p>
          <a:endParaRPr lang="en-US"/>
        </a:p>
      </dgm:t>
    </dgm:pt>
    <dgm:pt modelId="{C86570DD-FF3E-4682-B3F6-37E2EDB894FC}">
      <dgm:prSet/>
      <dgm:spPr/>
      <dgm:t>
        <a:bodyPr/>
        <a:lstStyle/>
        <a:p>
          <a:r>
            <a:rPr lang="en-US" dirty="0"/>
            <a:t>Speculative terms:</a:t>
          </a:r>
        </a:p>
      </dgm:t>
    </dgm:pt>
    <dgm:pt modelId="{CF21D75B-3F23-4460-922B-DBD97E7D87E1}" type="parTrans" cxnId="{FEEC15BF-FB76-4137-AEB4-14E69302F99C}">
      <dgm:prSet/>
      <dgm:spPr/>
      <dgm:t>
        <a:bodyPr/>
        <a:lstStyle/>
        <a:p>
          <a:endParaRPr lang="en-US"/>
        </a:p>
      </dgm:t>
    </dgm:pt>
    <dgm:pt modelId="{987804F0-D602-46F0-A88A-DF72B5F452E5}" type="sibTrans" cxnId="{FEEC15BF-FB76-4137-AEB4-14E69302F99C}">
      <dgm:prSet/>
      <dgm:spPr/>
      <dgm:t>
        <a:bodyPr/>
        <a:lstStyle/>
        <a:p>
          <a:endParaRPr lang="en-US"/>
        </a:p>
      </dgm:t>
    </dgm:pt>
    <dgm:pt modelId="{31F4C269-791E-4AA2-AD95-CEA0C9E98183}">
      <dgm:prSet/>
      <dgm:spPr/>
      <dgm:t>
        <a:bodyPr/>
        <a:lstStyle/>
        <a:p>
          <a:r>
            <a:rPr lang="en-US" dirty="0"/>
            <a:t>Vague terms</a:t>
          </a:r>
        </a:p>
      </dgm:t>
    </dgm:pt>
    <dgm:pt modelId="{BCDC5681-0FFE-4FD1-96A4-7A0F4DF8E9DA}" type="parTrans" cxnId="{41AB703C-2D6F-4C93-827C-F6CC9CB0CCC9}">
      <dgm:prSet/>
      <dgm:spPr/>
      <dgm:t>
        <a:bodyPr/>
        <a:lstStyle/>
        <a:p>
          <a:endParaRPr lang="en-US"/>
        </a:p>
      </dgm:t>
    </dgm:pt>
    <dgm:pt modelId="{10A2D19E-3128-4F09-9D33-337D12DE0DD1}" type="sibTrans" cxnId="{41AB703C-2D6F-4C93-827C-F6CC9CB0CCC9}">
      <dgm:prSet/>
      <dgm:spPr/>
      <dgm:t>
        <a:bodyPr/>
        <a:lstStyle/>
        <a:p>
          <a:endParaRPr lang="en-US"/>
        </a:p>
      </dgm:t>
    </dgm:pt>
    <dgm:pt modelId="{1EB7BE55-E113-46DC-9960-19F3916C746B}">
      <dgm:prSet/>
      <dgm:spPr/>
      <dgm:t>
        <a:bodyPr/>
        <a:lstStyle/>
        <a:p>
          <a:r>
            <a:rPr lang="en-US" dirty="0"/>
            <a:t>And</a:t>
          </a:r>
        </a:p>
      </dgm:t>
    </dgm:pt>
    <dgm:pt modelId="{B9E7AB8A-0C31-40C6-B700-ED28541A8F69}" type="parTrans" cxnId="{97DEB154-EF76-44AC-B5DC-7BC14740C62B}">
      <dgm:prSet/>
      <dgm:spPr/>
      <dgm:t>
        <a:bodyPr/>
        <a:lstStyle/>
        <a:p>
          <a:endParaRPr lang="en-US"/>
        </a:p>
      </dgm:t>
    </dgm:pt>
    <dgm:pt modelId="{5F10EA59-FBB5-4E09-81BB-5B4BB43C7F9F}" type="sibTrans" cxnId="{97DEB154-EF76-44AC-B5DC-7BC14740C62B}">
      <dgm:prSet/>
      <dgm:spPr/>
      <dgm:t>
        <a:bodyPr/>
        <a:lstStyle/>
        <a:p>
          <a:endParaRPr lang="en-US"/>
        </a:p>
      </dgm:t>
    </dgm:pt>
    <dgm:pt modelId="{B3BC6A67-E73E-4339-A6A5-075423BFAE05}">
      <dgm:prSet/>
      <dgm:spPr/>
      <dgm:t>
        <a:bodyPr/>
        <a:lstStyle/>
        <a:p>
          <a:r>
            <a:rPr lang="en-US" dirty="0"/>
            <a:t>Or </a:t>
          </a:r>
        </a:p>
      </dgm:t>
    </dgm:pt>
    <dgm:pt modelId="{B7189A1F-3FF8-4B8D-B2AB-FDE99AE48D53}" type="parTrans" cxnId="{00AE4F4E-10B1-47F3-9D28-11E2EFFE3AA9}">
      <dgm:prSet/>
      <dgm:spPr/>
      <dgm:t>
        <a:bodyPr/>
        <a:lstStyle/>
        <a:p>
          <a:endParaRPr lang="en-US"/>
        </a:p>
      </dgm:t>
    </dgm:pt>
    <dgm:pt modelId="{D52FCD97-A0F4-4F3E-BFBC-515A8F7C2387}" type="sibTrans" cxnId="{00AE4F4E-10B1-47F3-9D28-11E2EFFE3AA9}">
      <dgm:prSet/>
      <dgm:spPr/>
      <dgm:t>
        <a:bodyPr/>
        <a:lstStyle/>
        <a:p>
          <a:endParaRPr lang="en-US"/>
        </a:p>
      </dgm:t>
    </dgm:pt>
    <dgm:pt modelId="{BD87F737-A7D3-406D-8E2E-CC0BEB33F77E}">
      <dgm:prSet/>
      <dgm:spPr/>
      <dgm:t>
        <a:bodyPr/>
        <a:lstStyle/>
        <a:p>
          <a:r>
            <a:rPr lang="en-US" dirty="0"/>
            <a:t>But </a:t>
          </a:r>
        </a:p>
      </dgm:t>
    </dgm:pt>
    <dgm:pt modelId="{48D3CA71-23AB-4A95-9C86-8454F0A02C98}" type="parTrans" cxnId="{855705C7-21B3-4DC1-897A-AA2EFB3ED4D6}">
      <dgm:prSet/>
      <dgm:spPr/>
      <dgm:t>
        <a:bodyPr/>
        <a:lstStyle/>
        <a:p>
          <a:endParaRPr lang="en-US"/>
        </a:p>
      </dgm:t>
    </dgm:pt>
    <dgm:pt modelId="{B0B1C529-FD01-4AD7-926F-0D53A2971B56}" type="sibTrans" cxnId="{855705C7-21B3-4DC1-897A-AA2EFB3ED4D6}">
      <dgm:prSet/>
      <dgm:spPr/>
      <dgm:t>
        <a:bodyPr/>
        <a:lstStyle/>
        <a:p>
          <a:endParaRPr lang="en-US"/>
        </a:p>
      </dgm:t>
    </dgm:pt>
    <dgm:pt modelId="{B095454F-FEAD-41D9-803E-7F2E8CD2B363}">
      <dgm:prSet/>
      <dgm:spPr/>
      <dgm:t>
        <a:bodyPr/>
        <a:lstStyle/>
        <a:p>
          <a:r>
            <a:rPr lang="en-US" dirty="0"/>
            <a:t>Perhaps</a:t>
          </a:r>
        </a:p>
      </dgm:t>
    </dgm:pt>
    <dgm:pt modelId="{3B6920B4-9401-446F-9CC9-6466971862BD}" type="parTrans" cxnId="{529BAD74-F3CD-4882-8608-2C59C96352D8}">
      <dgm:prSet/>
      <dgm:spPr/>
      <dgm:t>
        <a:bodyPr/>
        <a:lstStyle/>
        <a:p>
          <a:endParaRPr lang="en-US"/>
        </a:p>
      </dgm:t>
    </dgm:pt>
    <dgm:pt modelId="{71076E72-4BCB-4907-9598-248EF94301D7}" type="sibTrans" cxnId="{529BAD74-F3CD-4882-8608-2C59C96352D8}">
      <dgm:prSet/>
      <dgm:spPr/>
      <dgm:t>
        <a:bodyPr/>
        <a:lstStyle/>
        <a:p>
          <a:endParaRPr lang="en-US"/>
        </a:p>
      </dgm:t>
    </dgm:pt>
    <dgm:pt modelId="{8931D76D-CCE1-4CB8-94A3-EE5F84513502}">
      <dgm:prSet/>
      <dgm:spPr/>
      <dgm:t>
        <a:bodyPr/>
        <a:lstStyle/>
        <a:p>
          <a:r>
            <a:rPr lang="en-US" dirty="0"/>
            <a:t>sometimes</a:t>
          </a:r>
        </a:p>
      </dgm:t>
    </dgm:pt>
    <dgm:pt modelId="{465841B7-A9A8-4498-8BE3-1EE4C632EE3B}" type="parTrans" cxnId="{E3EDE79D-4C0A-46B1-A5BC-E7AC717F3C6D}">
      <dgm:prSet/>
      <dgm:spPr/>
      <dgm:t>
        <a:bodyPr/>
        <a:lstStyle/>
        <a:p>
          <a:endParaRPr lang="en-US"/>
        </a:p>
      </dgm:t>
    </dgm:pt>
    <dgm:pt modelId="{7137868B-F0D7-4D60-A653-1D058E9CBC8C}" type="sibTrans" cxnId="{E3EDE79D-4C0A-46B1-A5BC-E7AC717F3C6D}">
      <dgm:prSet/>
      <dgm:spPr/>
      <dgm:t>
        <a:bodyPr/>
        <a:lstStyle/>
        <a:p>
          <a:endParaRPr lang="en-US"/>
        </a:p>
      </dgm:t>
    </dgm:pt>
    <dgm:pt modelId="{2C86AB3A-B0D3-43FC-ABC7-CAEBD529CBE9}">
      <dgm:prSet/>
      <dgm:spPr/>
      <dgm:t>
        <a:bodyPr/>
        <a:lstStyle/>
        <a:p>
          <a:r>
            <a:rPr lang="en-US" dirty="0"/>
            <a:t>User friendly</a:t>
          </a:r>
        </a:p>
      </dgm:t>
    </dgm:pt>
    <dgm:pt modelId="{3A295EB4-2F6D-4E0F-802A-95B4C56FB536}" type="parTrans" cxnId="{7D18D063-700B-4F8A-93E2-F8838071F8BA}">
      <dgm:prSet/>
      <dgm:spPr/>
      <dgm:t>
        <a:bodyPr/>
        <a:lstStyle/>
        <a:p>
          <a:endParaRPr lang="en-US"/>
        </a:p>
      </dgm:t>
    </dgm:pt>
    <dgm:pt modelId="{9B34C746-4C1E-4901-A9FA-2EF4B6DDB99D}" type="sibTrans" cxnId="{7D18D063-700B-4F8A-93E2-F8838071F8BA}">
      <dgm:prSet/>
      <dgm:spPr/>
      <dgm:t>
        <a:bodyPr/>
        <a:lstStyle/>
        <a:p>
          <a:endParaRPr lang="en-US"/>
        </a:p>
      </dgm:t>
    </dgm:pt>
    <dgm:pt modelId="{3281B263-E69B-4ACD-BBF1-96E0667823B0}">
      <dgm:prSet/>
      <dgm:spPr/>
      <dgm:t>
        <a:bodyPr/>
        <a:lstStyle/>
        <a:p>
          <a:r>
            <a:rPr lang="en-US" dirty="0"/>
            <a:t>generally</a:t>
          </a:r>
        </a:p>
      </dgm:t>
    </dgm:pt>
    <dgm:pt modelId="{9C2530FA-79A8-437F-9FBE-B9EAAC8A646B}" type="parTrans" cxnId="{446ADB42-E78B-4C13-849A-73FB0F9CF668}">
      <dgm:prSet/>
      <dgm:spPr/>
      <dgm:t>
        <a:bodyPr/>
        <a:lstStyle/>
        <a:p>
          <a:endParaRPr lang="en-US"/>
        </a:p>
      </dgm:t>
    </dgm:pt>
    <dgm:pt modelId="{CA944014-32FF-4669-8B9B-B44E0C5F4CB9}" type="sibTrans" cxnId="{446ADB42-E78B-4C13-849A-73FB0F9CF668}">
      <dgm:prSet/>
      <dgm:spPr/>
      <dgm:t>
        <a:bodyPr/>
        <a:lstStyle/>
        <a:p>
          <a:endParaRPr lang="en-US"/>
        </a:p>
      </dgm:t>
    </dgm:pt>
    <dgm:pt modelId="{22152301-4713-42A4-A702-4D098F3E692E}" type="pres">
      <dgm:prSet presAssocID="{B42ED2BE-8C03-48E3-B815-69BAEBEDCCF8}" presName="Name0" presStyleCnt="0">
        <dgm:presLayoutVars>
          <dgm:dir/>
          <dgm:animLvl val="lvl"/>
          <dgm:resizeHandles val="exact"/>
        </dgm:presLayoutVars>
      </dgm:prSet>
      <dgm:spPr/>
    </dgm:pt>
    <dgm:pt modelId="{0FDC7F4C-287E-4B83-9007-4631F0191B63}" type="pres">
      <dgm:prSet presAssocID="{D52B9F26-8A5A-448C-94EB-D7B371F08B05}" presName="composite" presStyleCnt="0"/>
      <dgm:spPr/>
    </dgm:pt>
    <dgm:pt modelId="{DEAC84EC-A6F2-4C53-8212-E6BABD5BD7E9}" type="pres">
      <dgm:prSet presAssocID="{D52B9F26-8A5A-448C-94EB-D7B371F08B05}" presName="parTx" presStyleLbl="alignNode1" presStyleIdx="0" presStyleCnt="4">
        <dgm:presLayoutVars>
          <dgm:chMax val="0"/>
          <dgm:chPref val="0"/>
          <dgm:bulletEnabled val="1"/>
        </dgm:presLayoutVars>
      </dgm:prSet>
      <dgm:spPr/>
    </dgm:pt>
    <dgm:pt modelId="{3859B9C1-2F99-47DE-9F84-FE614E63E363}" type="pres">
      <dgm:prSet presAssocID="{D52B9F26-8A5A-448C-94EB-D7B371F08B05}" presName="desTx" presStyleLbl="alignAccFollowNode1" presStyleIdx="0" presStyleCnt="4">
        <dgm:presLayoutVars>
          <dgm:bulletEnabled val="1"/>
        </dgm:presLayoutVars>
      </dgm:prSet>
      <dgm:spPr/>
    </dgm:pt>
    <dgm:pt modelId="{47602675-DEE9-443B-8E77-F313897E8C30}" type="pres">
      <dgm:prSet presAssocID="{BF393577-5D7C-4AD6-B8B8-3B24939DE18B}" presName="space" presStyleCnt="0"/>
      <dgm:spPr/>
    </dgm:pt>
    <dgm:pt modelId="{1943E37E-A2D1-4D24-B0C7-926FF1DDEA04}" type="pres">
      <dgm:prSet presAssocID="{3A0A3F8E-2066-4778-8D0F-FCCFAA99A10D}" presName="composite" presStyleCnt="0"/>
      <dgm:spPr/>
    </dgm:pt>
    <dgm:pt modelId="{3A46AD99-1DD3-485C-A6CB-AD9DA16DDB6F}" type="pres">
      <dgm:prSet presAssocID="{3A0A3F8E-2066-4778-8D0F-FCCFAA99A10D}" presName="parTx" presStyleLbl="alignNode1" presStyleIdx="1" presStyleCnt="4">
        <dgm:presLayoutVars>
          <dgm:chMax val="0"/>
          <dgm:chPref val="0"/>
          <dgm:bulletEnabled val="1"/>
        </dgm:presLayoutVars>
      </dgm:prSet>
      <dgm:spPr/>
    </dgm:pt>
    <dgm:pt modelId="{D97769FD-DBB9-4AD7-8CE9-38792EC6471D}" type="pres">
      <dgm:prSet presAssocID="{3A0A3F8E-2066-4778-8D0F-FCCFAA99A10D}" presName="desTx" presStyleLbl="alignAccFollowNode1" presStyleIdx="1" presStyleCnt="4">
        <dgm:presLayoutVars>
          <dgm:bulletEnabled val="1"/>
        </dgm:presLayoutVars>
      </dgm:prSet>
      <dgm:spPr/>
    </dgm:pt>
    <dgm:pt modelId="{5E493284-D1FE-4479-8B25-B3928A4937C5}" type="pres">
      <dgm:prSet presAssocID="{E023EC68-5B08-4BA6-96F2-393AD4E4DABB}" presName="space" presStyleCnt="0"/>
      <dgm:spPr/>
    </dgm:pt>
    <dgm:pt modelId="{6C88C785-E478-4C7C-8F1D-BD633E6A857E}" type="pres">
      <dgm:prSet presAssocID="{C86570DD-FF3E-4682-B3F6-37E2EDB894FC}" presName="composite" presStyleCnt="0"/>
      <dgm:spPr/>
    </dgm:pt>
    <dgm:pt modelId="{43054E50-6BCE-4808-997E-752A1C71CC4E}" type="pres">
      <dgm:prSet presAssocID="{C86570DD-FF3E-4682-B3F6-37E2EDB894FC}" presName="parTx" presStyleLbl="alignNode1" presStyleIdx="2" presStyleCnt="4">
        <dgm:presLayoutVars>
          <dgm:chMax val="0"/>
          <dgm:chPref val="0"/>
          <dgm:bulletEnabled val="1"/>
        </dgm:presLayoutVars>
      </dgm:prSet>
      <dgm:spPr/>
    </dgm:pt>
    <dgm:pt modelId="{8494C1A3-AB5E-4953-AFB4-A2B3D8EBC3D5}" type="pres">
      <dgm:prSet presAssocID="{C86570DD-FF3E-4682-B3F6-37E2EDB894FC}" presName="desTx" presStyleLbl="alignAccFollowNode1" presStyleIdx="2" presStyleCnt="4">
        <dgm:presLayoutVars>
          <dgm:bulletEnabled val="1"/>
        </dgm:presLayoutVars>
      </dgm:prSet>
      <dgm:spPr/>
    </dgm:pt>
    <dgm:pt modelId="{F233E0A2-2597-4A29-9420-9ABF11956736}" type="pres">
      <dgm:prSet presAssocID="{987804F0-D602-46F0-A88A-DF72B5F452E5}" presName="space" presStyleCnt="0"/>
      <dgm:spPr/>
    </dgm:pt>
    <dgm:pt modelId="{B0C4368D-50BE-4537-AA04-E09E627278DA}" type="pres">
      <dgm:prSet presAssocID="{31F4C269-791E-4AA2-AD95-CEA0C9E98183}" presName="composite" presStyleCnt="0"/>
      <dgm:spPr/>
    </dgm:pt>
    <dgm:pt modelId="{360079AA-2733-4C95-B5A7-95C4EBCE1A12}" type="pres">
      <dgm:prSet presAssocID="{31F4C269-791E-4AA2-AD95-CEA0C9E98183}" presName="parTx" presStyleLbl="alignNode1" presStyleIdx="3" presStyleCnt="4">
        <dgm:presLayoutVars>
          <dgm:chMax val="0"/>
          <dgm:chPref val="0"/>
          <dgm:bulletEnabled val="1"/>
        </dgm:presLayoutVars>
      </dgm:prSet>
      <dgm:spPr/>
    </dgm:pt>
    <dgm:pt modelId="{4047CCB7-7D6E-416D-B2A3-542CF9461DBB}" type="pres">
      <dgm:prSet presAssocID="{31F4C269-791E-4AA2-AD95-CEA0C9E98183}" presName="desTx" presStyleLbl="alignAccFollowNode1" presStyleIdx="3" presStyleCnt="4">
        <dgm:presLayoutVars>
          <dgm:bulletEnabled val="1"/>
        </dgm:presLayoutVars>
      </dgm:prSet>
      <dgm:spPr/>
    </dgm:pt>
  </dgm:ptLst>
  <dgm:cxnLst>
    <dgm:cxn modelId="{0ED3630F-C54A-4A22-8642-3781333C62E2}" srcId="{B42ED2BE-8C03-48E3-B815-69BAEBEDCCF8}" destId="{3A0A3F8E-2066-4778-8D0F-FCCFAA99A10D}" srcOrd="1" destOrd="0" parTransId="{7376473D-942C-42E9-9028-FB1E5FD5488F}" sibTransId="{E023EC68-5B08-4BA6-96F2-393AD4E4DABB}"/>
    <dgm:cxn modelId="{85D12621-B80A-4D15-AF73-D6EE9476BCD4}" type="presOf" srcId="{31F4C269-791E-4AA2-AD95-CEA0C9E98183}" destId="{360079AA-2733-4C95-B5A7-95C4EBCE1A12}" srcOrd="0" destOrd="0" presId="urn:microsoft.com/office/officeart/2005/8/layout/hList1"/>
    <dgm:cxn modelId="{F892F328-11F7-42B7-BA35-8E7B5FEC86AD}" type="presOf" srcId="{B3BC6A67-E73E-4339-A6A5-075423BFAE05}" destId="{D97769FD-DBB9-4AD7-8CE9-38792EC6471D}" srcOrd="0" destOrd="1" presId="urn:microsoft.com/office/officeart/2005/8/layout/hList1"/>
    <dgm:cxn modelId="{9FAD1E2C-87EA-4537-A7A5-5F0EFB94BFBF}" srcId="{D52B9F26-8A5A-448C-94EB-D7B371F08B05}" destId="{17B1229F-447C-4952-A924-9FAF5316ADAA}" srcOrd="3" destOrd="0" parTransId="{99200243-B72A-4DEA-9D26-132C57E929C2}" sibTransId="{1E021FC4-CCD8-4A30-A184-B86BE848AC5A}"/>
    <dgm:cxn modelId="{41AB703C-2D6F-4C93-827C-F6CC9CB0CCC9}" srcId="{B42ED2BE-8C03-48E3-B815-69BAEBEDCCF8}" destId="{31F4C269-791E-4AA2-AD95-CEA0C9E98183}" srcOrd="3" destOrd="0" parTransId="{BCDC5681-0FFE-4FD1-96A4-7A0F4DF8E9DA}" sibTransId="{10A2D19E-3128-4F09-9D33-337D12DE0DD1}"/>
    <dgm:cxn modelId="{446ADB42-E78B-4C13-849A-73FB0F9CF668}" srcId="{31F4C269-791E-4AA2-AD95-CEA0C9E98183}" destId="{3281B263-E69B-4ACD-BBF1-96E0667823B0}" srcOrd="1" destOrd="0" parTransId="{9C2530FA-79A8-437F-9FBE-B9EAAC8A646B}" sibTransId="{CA944014-32FF-4669-8B9B-B44E0C5F4CB9}"/>
    <dgm:cxn modelId="{1A45CC44-A26B-4217-B841-16DE88238AD6}" type="presOf" srcId="{3A0A3F8E-2066-4778-8D0F-FCCFAA99A10D}" destId="{3A46AD99-1DD3-485C-A6CB-AD9DA16DDB6F}" srcOrd="0" destOrd="0" presId="urn:microsoft.com/office/officeart/2005/8/layout/hList1"/>
    <dgm:cxn modelId="{00AE4F4E-10B1-47F3-9D28-11E2EFFE3AA9}" srcId="{3A0A3F8E-2066-4778-8D0F-FCCFAA99A10D}" destId="{B3BC6A67-E73E-4339-A6A5-075423BFAE05}" srcOrd="1" destOrd="0" parTransId="{B7189A1F-3FF8-4B8D-B2AB-FDE99AE48D53}" sibTransId="{D52FCD97-A0F4-4F3E-BFBC-515A8F7C2387}"/>
    <dgm:cxn modelId="{97DEB154-EF76-44AC-B5DC-7BC14740C62B}" srcId="{3A0A3F8E-2066-4778-8D0F-FCCFAA99A10D}" destId="{1EB7BE55-E113-46DC-9960-19F3916C746B}" srcOrd="0" destOrd="0" parTransId="{B9E7AB8A-0C31-40C6-B700-ED28541A8F69}" sibTransId="{5F10EA59-FBB5-4E09-81BB-5B4BB43C7F9F}"/>
    <dgm:cxn modelId="{7CAA1958-4BFF-4F6E-9405-EDD6DD64B4DB}" type="presOf" srcId="{CAEEC0F0-3B9F-429F-AF6F-AFD7AD1C775C}" destId="{3859B9C1-2F99-47DE-9F84-FE614E63E363}" srcOrd="0" destOrd="0" presId="urn:microsoft.com/office/officeart/2005/8/layout/hList1"/>
    <dgm:cxn modelId="{C6BB145C-ED2B-401C-A646-15DB1BEC05C5}" type="presOf" srcId="{B42ED2BE-8C03-48E3-B815-69BAEBEDCCF8}" destId="{22152301-4713-42A4-A702-4D098F3E692E}" srcOrd="0" destOrd="0" presId="urn:microsoft.com/office/officeart/2005/8/layout/hList1"/>
    <dgm:cxn modelId="{7D18D063-700B-4F8A-93E2-F8838071F8BA}" srcId="{31F4C269-791E-4AA2-AD95-CEA0C9E98183}" destId="{2C86AB3A-B0D3-43FC-ABC7-CAEBD529CBE9}" srcOrd="0" destOrd="0" parTransId="{3A295EB4-2F6D-4E0F-802A-95B4C56FB536}" sibTransId="{9B34C746-4C1E-4901-A9FA-2EF4B6DDB99D}"/>
    <dgm:cxn modelId="{86DC4868-4107-42AE-8E25-A87E1D578098}" type="presOf" srcId="{4E46D8A4-C3CC-40EB-99E1-DCEAFC7128B1}" destId="{3859B9C1-2F99-47DE-9F84-FE614E63E363}" srcOrd="0" destOrd="4" presId="urn:microsoft.com/office/officeart/2005/8/layout/hList1"/>
    <dgm:cxn modelId="{29E8F36A-50C8-4AD1-B4B7-85B1B43598DD}" type="presOf" srcId="{B60821C4-DFA7-4A1C-8C1C-53E346F35DDA}" destId="{3859B9C1-2F99-47DE-9F84-FE614E63E363}" srcOrd="0" destOrd="1" presId="urn:microsoft.com/office/officeart/2005/8/layout/hList1"/>
    <dgm:cxn modelId="{529BAD74-F3CD-4882-8608-2C59C96352D8}" srcId="{C86570DD-FF3E-4682-B3F6-37E2EDB894FC}" destId="{B095454F-FEAD-41D9-803E-7F2E8CD2B363}" srcOrd="0" destOrd="0" parTransId="{3B6920B4-9401-446F-9CC9-6466971862BD}" sibTransId="{71076E72-4BCB-4907-9598-248EF94301D7}"/>
    <dgm:cxn modelId="{7DD1FF7A-CE40-4678-B586-180104C2080A}" srcId="{D52B9F26-8A5A-448C-94EB-D7B371F08B05}" destId="{B60821C4-DFA7-4A1C-8C1C-53E346F35DDA}" srcOrd="1" destOrd="0" parTransId="{F237507B-3312-4117-863E-9968B49CD788}" sibTransId="{D55C1070-BB6A-46DD-A040-0EA7CC74B88E}"/>
    <dgm:cxn modelId="{B2F2AD7D-C714-4206-881F-DDC149408E8F}" type="presOf" srcId="{BD87F737-A7D3-406D-8E2E-CC0BEB33F77E}" destId="{D97769FD-DBB9-4AD7-8CE9-38792EC6471D}" srcOrd="0" destOrd="2" presId="urn:microsoft.com/office/officeart/2005/8/layout/hList1"/>
    <dgm:cxn modelId="{DA190580-43F6-4C94-A330-F12900C06160}" type="presOf" srcId="{D52B9F26-8A5A-448C-94EB-D7B371F08B05}" destId="{DEAC84EC-A6F2-4C53-8212-E6BABD5BD7E9}" srcOrd="0" destOrd="0" presId="urn:microsoft.com/office/officeart/2005/8/layout/hList1"/>
    <dgm:cxn modelId="{B8347B84-3979-4A3C-899D-234662A3BC9C}" srcId="{D52B9F26-8A5A-448C-94EB-D7B371F08B05}" destId="{4E46D8A4-C3CC-40EB-99E1-DCEAFC7128B1}" srcOrd="4" destOrd="0" parTransId="{D36317FA-BC61-4186-9A87-8CB235CF5D8D}" sibTransId="{1B32F60D-2566-4863-A1EF-9F15F6AC72A1}"/>
    <dgm:cxn modelId="{E6A95286-6252-4232-8559-5B6D76B1134A}" type="presOf" srcId="{17B1229F-447C-4952-A924-9FAF5316ADAA}" destId="{3859B9C1-2F99-47DE-9F84-FE614E63E363}" srcOrd="0" destOrd="3" presId="urn:microsoft.com/office/officeart/2005/8/layout/hList1"/>
    <dgm:cxn modelId="{E3EDE79D-4C0A-46B1-A5BC-E7AC717F3C6D}" srcId="{C86570DD-FF3E-4682-B3F6-37E2EDB894FC}" destId="{8931D76D-CCE1-4CB8-94A3-EE5F84513502}" srcOrd="1" destOrd="0" parTransId="{465841B7-A9A8-4498-8BE3-1EE4C632EE3B}" sibTransId="{7137868B-F0D7-4D60-A653-1D058E9CBC8C}"/>
    <dgm:cxn modelId="{0F791BAA-50F0-4EBF-81B2-9A7F9E1A6A8E}" srcId="{B42ED2BE-8C03-48E3-B815-69BAEBEDCCF8}" destId="{D52B9F26-8A5A-448C-94EB-D7B371F08B05}" srcOrd="0" destOrd="0" parTransId="{A9DB03A6-4002-49E3-AEE1-7C8428F54C83}" sibTransId="{BF393577-5D7C-4AD6-B8B8-3B24939DE18B}"/>
    <dgm:cxn modelId="{C1DA5FB0-FB24-40EE-9169-160FCE3F5CAC}" type="presOf" srcId="{3281B263-E69B-4ACD-BBF1-96E0667823B0}" destId="{4047CCB7-7D6E-416D-B2A3-542CF9461DBB}" srcOrd="0" destOrd="1" presId="urn:microsoft.com/office/officeart/2005/8/layout/hList1"/>
    <dgm:cxn modelId="{2A6C18B4-8C45-4C2D-9AA0-01E8511B407A}" type="presOf" srcId="{2C86AB3A-B0D3-43FC-ABC7-CAEBD529CBE9}" destId="{4047CCB7-7D6E-416D-B2A3-542CF9461DBB}" srcOrd="0" destOrd="0" presId="urn:microsoft.com/office/officeart/2005/8/layout/hList1"/>
    <dgm:cxn modelId="{760151B8-9011-4787-B483-3EDE8841C05E}" type="presOf" srcId="{8931D76D-CCE1-4CB8-94A3-EE5F84513502}" destId="{8494C1A3-AB5E-4953-AFB4-A2B3D8EBC3D5}" srcOrd="0" destOrd="1" presId="urn:microsoft.com/office/officeart/2005/8/layout/hList1"/>
    <dgm:cxn modelId="{FEEC15BF-FB76-4137-AEB4-14E69302F99C}" srcId="{B42ED2BE-8C03-48E3-B815-69BAEBEDCCF8}" destId="{C86570DD-FF3E-4682-B3F6-37E2EDB894FC}" srcOrd="2" destOrd="0" parTransId="{CF21D75B-3F23-4460-922B-DBD97E7D87E1}" sibTransId="{987804F0-D602-46F0-A88A-DF72B5F452E5}"/>
    <dgm:cxn modelId="{855705C7-21B3-4DC1-897A-AA2EFB3ED4D6}" srcId="{3A0A3F8E-2066-4778-8D0F-FCCFAA99A10D}" destId="{BD87F737-A7D3-406D-8E2E-CC0BEB33F77E}" srcOrd="2" destOrd="0" parTransId="{48D3CA71-23AB-4A95-9C86-8454F0A02C98}" sibTransId="{B0B1C529-FD01-4AD7-926F-0D53A2971B56}"/>
    <dgm:cxn modelId="{55D349CA-63F3-49A7-BEE3-2BF1518E4625}" type="presOf" srcId="{C86570DD-FF3E-4682-B3F6-37E2EDB894FC}" destId="{43054E50-6BCE-4808-997E-752A1C71CC4E}" srcOrd="0" destOrd="0" presId="urn:microsoft.com/office/officeart/2005/8/layout/hList1"/>
    <dgm:cxn modelId="{8AD76FDC-A51E-43A0-AF19-561FC345689F}" srcId="{D52B9F26-8A5A-448C-94EB-D7B371F08B05}" destId="{1C9FBE3F-726D-468A-8906-0983CB245660}" srcOrd="2" destOrd="0" parTransId="{C0F675D5-426E-4B0C-B812-D16290B87395}" sibTransId="{138DABCF-EBFE-4958-A422-2F2FD500D0A9}"/>
    <dgm:cxn modelId="{5B5D55E7-D6EE-449C-B089-D2054CF70843}" type="presOf" srcId="{1C9FBE3F-726D-468A-8906-0983CB245660}" destId="{3859B9C1-2F99-47DE-9F84-FE614E63E363}" srcOrd="0" destOrd="2" presId="urn:microsoft.com/office/officeart/2005/8/layout/hList1"/>
    <dgm:cxn modelId="{CE6710F0-E856-49FD-A266-DB90AFF124D1}" srcId="{D52B9F26-8A5A-448C-94EB-D7B371F08B05}" destId="{CAEEC0F0-3B9F-429F-AF6F-AFD7AD1C775C}" srcOrd="0" destOrd="0" parTransId="{8958F920-8992-4E1A-8F1D-9A038E18CDC5}" sibTransId="{70F0FD8B-421E-4C26-A74D-6B2358F6FD8B}"/>
    <dgm:cxn modelId="{157428F6-A4F4-451B-8766-36EF08FECA6C}" type="presOf" srcId="{B095454F-FEAD-41D9-803E-7F2E8CD2B363}" destId="{8494C1A3-AB5E-4953-AFB4-A2B3D8EBC3D5}" srcOrd="0" destOrd="0" presId="urn:microsoft.com/office/officeart/2005/8/layout/hList1"/>
    <dgm:cxn modelId="{A9CBD1F8-89C5-4A2E-894C-860EA1FDFB68}" type="presOf" srcId="{1EB7BE55-E113-46DC-9960-19F3916C746B}" destId="{D97769FD-DBB9-4AD7-8CE9-38792EC6471D}" srcOrd="0" destOrd="0" presId="urn:microsoft.com/office/officeart/2005/8/layout/hList1"/>
    <dgm:cxn modelId="{E08948A9-4D58-48B2-9857-856DF7673367}" type="presParOf" srcId="{22152301-4713-42A4-A702-4D098F3E692E}" destId="{0FDC7F4C-287E-4B83-9007-4631F0191B63}" srcOrd="0" destOrd="0" presId="urn:microsoft.com/office/officeart/2005/8/layout/hList1"/>
    <dgm:cxn modelId="{7E2D8746-65C0-43AC-B056-443CDBC3AC94}" type="presParOf" srcId="{0FDC7F4C-287E-4B83-9007-4631F0191B63}" destId="{DEAC84EC-A6F2-4C53-8212-E6BABD5BD7E9}" srcOrd="0" destOrd="0" presId="urn:microsoft.com/office/officeart/2005/8/layout/hList1"/>
    <dgm:cxn modelId="{AF667EE1-8FB4-4F23-978A-60AB63D1D964}" type="presParOf" srcId="{0FDC7F4C-287E-4B83-9007-4631F0191B63}" destId="{3859B9C1-2F99-47DE-9F84-FE614E63E363}" srcOrd="1" destOrd="0" presId="urn:microsoft.com/office/officeart/2005/8/layout/hList1"/>
    <dgm:cxn modelId="{1359D664-D0A1-4082-9C70-DA048DF998A3}" type="presParOf" srcId="{22152301-4713-42A4-A702-4D098F3E692E}" destId="{47602675-DEE9-443B-8E77-F313897E8C30}" srcOrd="1" destOrd="0" presId="urn:microsoft.com/office/officeart/2005/8/layout/hList1"/>
    <dgm:cxn modelId="{7488DE85-3233-44EA-B8A4-0FC338F8F443}" type="presParOf" srcId="{22152301-4713-42A4-A702-4D098F3E692E}" destId="{1943E37E-A2D1-4D24-B0C7-926FF1DDEA04}" srcOrd="2" destOrd="0" presId="urn:microsoft.com/office/officeart/2005/8/layout/hList1"/>
    <dgm:cxn modelId="{097A9626-E2A6-4973-B403-32B2EBE46FD4}" type="presParOf" srcId="{1943E37E-A2D1-4D24-B0C7-926FF1DDEA04}" destId="{3A46AD99-1DD3-485C-A6CB-AD9DA16DDB6F}" srcOrd="0" destOrd="0" presId="urn:microsoft.com/office/officeart/2005/8/layout/hList1"/>
    <dgm:cxn modelId="{1F4C2072-8149-4490-B736-48E72DABC6A6}" type="presParOf" srcId="{1943E37E-A2D1-4D24-B0C7-926FF1DDEA04}" destId="{D97769FD-DBB9-4AD7-8CE9-38792EC6471D}" srcOrd="1" destOrd="0" presId="urn:microsoft.com/office/officeart/2005/8/layout/hList1"/>
    <dgm:cxn modelId="{F0838516-023A-4A4F-9D0B-4D5F900B3C09}" type="presParOf" srcId="{22152301-4713-42A4-A702-4D098F3E692E}" destId="{5E493284-D1FE-4479-8B25-B3928A4937C5}" srcOrd="3" destOrd="0" presId="urn:microsoft.com/office/officeart/2005/8/layout/hList1"/>
    <dgm:cxn modelId="{ED0D5097-B74D-4A24-977A-FCC80106C588}" type="presParOf" srcId="{22152301-4713-42A4-A702-4D098F3E692E}" destId="{6C88C785-E478-4C7C-8F1D-BD633E6A857E}" srcOrd="4" destOrd="0" presId="urn:microsoft.com/office/officeart/2005/8/layout/hList1"/>
    <dgm:cxn modelId="{34ECBDFA-74A9-4338-9CFD-16B9F672F4E2}" type="presParOf" srcId="{6C88C785-E478-4C7C-8F1D-BD633E6A857E}" destId="{43054E50-6BCE-4808-997E-752A1C71CC4E}" srcOrd="0" destOrd="0" presId="urn:microsoft.com/office/officeart/2005/8/layout/hList1"/>
    <dgm:cxn modelId="{E5DF9473-1A7A-48F4-886A-31BC46620A6A}" type="presParOf" srcId="{6C88C785-E478-4C7C-8F1D-BD633E6A857E}" destId="{8494C1A3-AB5E-4953-AFB4-A2B3D8EBC3D5}" srcOrd="1" destOrd="0" presId="urn:microsoft.com/office/officeart/2005/8/layout/hList1"/>
    <dgm:cxn modelId="{19FDF3C5-AFF9-4F83-AA94-BED862B01449}" type="presParOf" srcId="{22152301-4713-42A4-A702-4D098F3E692E}" destId="{F233E0A2-2597-4A29-9420-9ABF11956736}" srcOrd="5" destOrd="0" presId="urn:microsoft.com/office/officeart/2005/8/layout/hList1"/>
    <dgm:cxn modelId="{DB841C54-AE41-4D3A-84AB-917AB26E1556}" type="presParOf" srcId="{22152301-4713-42A4-A702-4D098F3E692E}" destId="{B0C4368D-50BE-4537-AA04-E09E627278DA}" srcOrd="6" destOrd="0" presId="urn:microsoft.com/office/officeart/2005/8/layout/hList1"/>
    <dgm:cxn modelId="{E62B1B84-0FC8-440D-89E0-118FA9A513D3}" type="presParOf" srcId="{B0C4368D-50BE-4537-AA04-E09E627278DA}" destId="{360079AA-2733-4C95-B5A7-95C4EBCE1A12}" srcOrd="0" destOrd="0" presId="urn:microsoft.com/office/officeart/2005/8/layout/hList1"/>
    <dgm:cxn modelId="{80EEDE5F-C0BE-4632-96CE-2B7843512525}" type="presParOf" srcId="{B0C4368D-50BE-4537-AA04-E09E627278DA}" destId="{4047CCB7-7D6E-416D-B2A3-542CF9461DBB}" srcOrd="1" destOrd="0" presId="urn:microsoft.com/office/officeart/2005/8/layout/h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504C3BBB-CFAC-4ABB-ABB0-55D3DB740970}" type="doc">
      <dgm:prSet loTypeId="urn:microsoft.com/office/officeart/2005/8/layout/list1" loCatId="list" qsTypeId="urn:microsoft.com/office/officeart/2005/8/quickstyle/simple1" qsCatId="simple" csTypeId="urn:microsoft.com/office/officeart/2005/8/colors/colorful2" csCatId="colorful"/>
      <dgm:spPr/>
      <dgm:t>
        <a:bodyPr/>
        <a:lstStyle/>
        <a:p>
          <a:endParaRPr lang="en-US"/>
        </a:p>
      </dgm:t>
    </dgm:pt>
    <dgm:pt modelId="{F137F85B-20D6-4E9C-A565-37ABE0B6436D}">
      <dgm:prSet/>
      <dgm:spPr/>
      <dgm:t>
        <a:bodyPr/>
        <a:lstStyle/>
        <a:p>
          <a:r>
            <a:rPr lang="en-US"/>
            <a:t>Bad:</a:t>
          </a:r>
        </a:p>
      </dgm:t>
    </dgm:pt>
    <dgm:pt modelId="{E74E1C27-53E6-4D45-99E9-0456C7B93846}" type="parTrans" cxnId="{1993AFAA-FFC7-470C-8781-C5E7E0E6DEE7}">
      <dgm:prSet/>
      <dgm:spPr/>
      <dgm:t>
        <a:bodyPr/>
        <a:lstStyle/>
        <a:p>
          <a:endParaRPr lang="en-US"/>
        </a:p>
      </dgm:t>
    </dgm:pt>
    <dgm:pt modelId="{D1B39C7A-B0A6-4FF3-9BEF-FD9DBD6FF987}" type="sibTrans" cxnId="{1993AFAA-FFC7-470C-8781-C5E7E0E6DEE7}">
      <dgm:prSet/>
      <dgm:spPr/>
      <dgm:t>
        <a:bodyPr/>
        <a:lstStyle/>
        <a:p>
          <a:endParaRPr lang="en-US"/>
        </a:p>
      </dgm:t>
    </dgm:pt>
    <dgm:pt modelId="{631A0422-C6D2-41AF-BBB2-D61F59ACB455}">
      <dgm:prSet/>
      <dgm:spPr/>
      <dgm:t>
        <a:bodyPr/>
        <a:lstStyle/>
        <a:p>
          <a:r>
            <a:rPr lang="en-US"/>
            <a:t>The system shall be completely reliable.</a:t>
          </a:r>
        </a:p>
      </dgm:t>
    </dgm:pt>
    <dgm:pt modelId="{DEDD9EE5-EECD-41FE-9218-9AE291EA6E1F}" type="parTrans" cxnId="{9375E8F3-14CB-42D8-B682-72C7D21DD211}">
      <dgm:prSet/>
      <dgm:spPr/>
      <dgm:t>
        <a:bodyPr/>
        <a:lstStyle/>
        <a:p>
          <a:endParaRPr lang="en-US"/>
        </a:p>
      </dgm:t>
    </dgm:pt>
    <dgm:pt modelId="{5661B0E9-9511-49AE-B889-16DEF6117C91}" type="sibTrans" cxnId="{9375E8F3-14CB-42D8-B682-72C7D21DD211}">
      <dgm:prSet/>
      <dgm:spPr/>
      <dgm:t>
        <a:bodyPr/>
        <a:lstStyle/>
        <a:p>
          <a:endParaRPr lang="en-US"/>
        </a:p>
      </dgm:t>
    </dgm:pt>
    <dgm:pt modelId="{CD78F500-E296-4668-BBA6-8A1D5CEC54AF}">
      <dgm:prSet/>
      <dgm:spPr/>
      <dgm:t>
        <a:bodyPr/>
        <a:lstStyle/>
        <a:p>
          <a:r>
            <a:rPr lang="en-US"/>
            <a:t>The system shall be modular.</a:t>
          </a:r>
        </a:p>
      </dgm:t>
    </dgm:pt>
    <dgm:pt modelId="{D868239B-C079-4B94-A90E-7AD36B5DA019}" type="parTrans" cxnId="{649BE97C-789C-4A19-85CF-88F8693DDA50}">
      <dgm:prSet/>
      <dgm:spPr/>
      <dgm:t>
        <a:bodyPr/>
        <a:lstStyle/>
        <a:p>
          <a:endParaRPr lang="en-US"/>
        </a:p>
      </dgm:t>
    </dgm:pt>
    <dgm:pt modelId="{59FFFE29-E590-41A2-89B4-A9BC7A1780BB}" type="sibTrans" cxnId="{649BE97C-789C-4A19-85CF-88F8693DDA50}">
      <dgm:prSet/>
      <dgm:spPr/>
      <dgm:t>
        <a:bodyPr/>
        <a:lstStyle/>
        <a:p>
          <a:endParaRPr lang="en-US"/>
        </a:p>
      </dgm:t>
    </dgm:pt>
    <dgm:pt modelId="{FD127669-8648-4465-841A-AF35102AFFFA}">
      <dgm:prSet/>
      <dgm:spPr/>
      <dgm:t>
        <a:bodyPr/>
        <a:lstStyle/>
        <a:p>
          <a:r>
            <a:rPr lang="en-US"/>
            <a:t>The system will be fast.</a:t>
          </a:r>
        </a:p>
      </dgm:t>
    </dgm:pt>
    <dgm:pt modelId="{3739F986-C181-4DC2-8FCB-FC67A2D8915D}" type="parTrans" cxnId="{9F92E7C6-87D7-4573-AC50-7FDC1C59AC49}">
      <dgm:prSet/>
      <dgm:spPr/>
      <dgm:t>
        <a:bodyPr/>
        <a:lstStyle/>
        <a:p>
          <a:endParaRPr lang="en-US"/>
        </a:p>
      </dgm:t>
    </dgm:pt>
    <dgm:pt modelId="{E5F3C1B4-F772-4695-9B52-69F636AD5E1C}" type="sibTrans" cxnId="{9F92E7C6-87D7-4573-AC50-7FDC1C59AC49}">
      <dgm:prSet/>
      <dgm:spPr/>
      <dgm:t>
        <a:bodyPr/>
        <a:lstStyle/>
        <a:p>
          <a:endParaRPr lang="en-US"/>
        </a:p>
      </dgm:t>
    </dgm:pt>
    <dgm:pt modelId="{D383C949-E75F-4024-AF7C-FD315D3FCA27}">
      <dgm:prSet/>
      <dgm:spPr/>
      <dgm:t>
        <a:bodyPr/>
        <a:lstStyle/>
        <a:p>
          <a:r>
            <a:rPr lang="en-US"/>
            <a:t>Errors shall be less than 99%.</a:t>
          </a:r>
        </a:p>
      </dgm:t>
    </dgm:pt>
    <dgm:pt modelId="{FA2FC69A-5D5E-43A9-B3CC-6B82781E7574}" type="parTrans" cxnId="{47EA9BAA-80C3-450B-BF42-D23AC946A9ED}">
      <dgm:prSet/>
      <dgm:spPr/>
      <dgm:t>
        <a:bodyPr/>
        <a:lstStyle/>
        <a:p>
          <a:endParaRPr lang="en-US"/>
        </a:p>
      </dgm:t>
    </dgm:pt>
    <dgm:pt modelId="{6D1110FC-E9D1-4FD7-8DA9-D3119188BC6F}" type="sibTrans" cxnId="{47EA9BAA-80C3-450B-BF42-D23AC946A9ED}">
      <dgm:prSet/>
      <dgm:spPr/>
      <dgm:t>
        <a:bodyPr/>
        <a:lstStyle/>
        <a:p>
          <a:endParaRPr lang="en-US"/>
        </a:p>
      </dgm:t>
    </dgm:pt>
    <dgm:pt modelId="{564E0F36-2535-4B4C-8810-840F0F870243}">
      <dgm:prSet/>
      <dgm:spPr/>
      <dgm:t>
        <a:bodyPr/>
        <a:lstStyle/>
        <a:p>
          <a:r>
            <a:rPr lang="en-US"/>
            <a:t>Better:</a:t>
          </a:r>
        </a:p>
      </dgm:t>
    </dgm:pt>
    <dgm:pt modelId="{BA28CE89-97CE-44C6-9C67-E071082035FC}" type="parTrans" cxnId="{A21F778D-BE62-4F78-BF45-A50D302EE44B}">
      <dgm:prSet/>
      <dgm:spPr/>
      <dgm:t>
        <a:bodyPr/>
        <a:lstStyle/>
        <a:p>
          <a:endParaRPr lang="en-US"/>
        </a:p>
      </dgm:t>
    </dgm:pt>
    <dgm:pt modelId="{0890CC16-E73D-4235-9C3E-0AC085152946}" type="sibTrans" cxnId="{A21F778D-BE62-4F78-BF45-A50D302EE44B}">
      <dgm:prSet/>
      <dgm:spPr/>
      <dgm:t>
        <a:bodyPr/>
        <a:lstStyle/>
        <a:p>
          <a:endParaRPr lang="en-US"/>
        </a:p>
      </dgm:t>
    </dgm:pt>
    <dgm:pt modelId="{4C62C490-C38B-4D21-A1BD-52EFDAD80BAB}">
      <dgm:prSet/>
      <dgm:spPr/>
      <dgm:t>
        <a:bodyPr/>
        <a:lstStyle/>
        <a:p>
          <a:r>
            <a:rPr lang="en-US"/>
            <a:t>Response times for all level one actions shall be less than 100 ms.</a:t>
          </a:r>
        </a:p>
      </dgm:t>
    </dgm:pt>
    <dgm:pt modelId="{5EB5F773-58FF-4EDC-BD93-E9D59B86B136}" type="parTrans" cxnId="{67568B9F-BB9E-481E-908B-5B86D2CAA1F6}">
      <dgm:prSet/>
      <dgm:spPr/>
      <dgm:t>
        <a:bodyPr/>
        <a:lstStyle/>
        <a:p>
          <a:endParaRPr lang="en-US"/>
        </a:p>
      </dgm:t>
    </dgm:pt>
    <dgm:pt modelId="{7C0870AB-82E4-4427-8D28-6D7F324E17DE}" type="sibTrans" cxnId="{67568B9F-BB9E-481E-908B-5B86D2CAA1F6}">
      <dgm:prSet/>
      <dgm:spPr/>
      <dgm:t>
        <a:bodyPr/>
        <a:lstStyle/>
        <a:p>
          <a:endParaRPr lang="en-US"/>
        </a:p>
      </dgm:t>
    </dgm:pt>
    <dgm:pt modelId="{EC3401EE-8F31-4249-BE11-CC8CD6D7AD34}">
      <dgm:prSet/>
      <dgm:spPr/>
      <dgm:t>
        <a:bodyPr/>
        <a:lstStyle/>
        <a:p>
          <a:r>
            <a:rPr lang="en-US"/>
            <a:t>The cyclomatic complexity of each module shall be in the range of 10 to 40.</a:t>
          </a:r>
        </a:p>
      </dgm:t>
    </dgm:pt>
    <dgm:pt modelId="{408C2B21-27C9-414E-8411-6685CB30A3A9}" type="parTrans" cxnId="{94CB0DEE-A9CA-4FD9-A8D2-D6D270DFC5D2}">
      <dgm:prSet/>
      <dgm:spPr/>
      <dgm:t>
        <a:bodyPr/>
        <a:lstStyle/>
        <a:p>
          <a:endParaRPr lang="en-US"/>
        </a:p>
      </dgm:t>
    </dgm:pt>
    <dgm:pt modelId="{2FC187E8-82EF-4BD4-A969-56A109420EA8}" type="sibTrans" cxnId="{94CB0DEE-A9CA-4FD9-A8D2-D6D270DFC5D2}">
      <dgm:prSet/>
      <dgm:spPr/>
      <dgm:t>
        <a:bodyPr/>
        <a:lstStyle/>
        <a:p>
          <a:endParaRPr lang="en-US"/>
        </a:p>
      </dgm:t>
    </dgm:pt>
    <dgm:pt modelId="{DC4B81D3-8982-4C83-9D71-E965BA2F5CC4}">
      <dgm:prSet/>
      <dgm:spPr/>
      <dgm:t>
        <a:bodyPr/>
        <a:lstStyle/>
        <a:p>
          <a:r>
            <a:rPr lang="en-US"/>
            <a:t>95% of the transactions shall be processed in less than 1 s. </a:t>
          </a:r>
        </a:p>
      </dgm:t>
    </dgm:pt>
    <dgm:pt modelId="{8E581300-B5BC-4F7B-A702-89F4CB6CFA7A}" type="parTrans" cxnId="{8B8CC174-E54F-4137-9954-560819D48873}">
      <dgm:prSet/>
      <dgm:spPr/>
      <dgm:t>
        <a:bodyPr/>
        <a:lstStyle/>
        <a:p>
          <a:endParaRPr lang="en-US"/>
        </a:p>
      </dgm:t>
    </dgm:pt>
    <dgm:pt modelId="{103A9913-919F-41EF-B194-DD12FFD78B75}" type="sibTrans" cxnId="{8B8CC174-E54F-4137-9954-560819D48873}">
      <dgm:prSet/>
      <dgm:spPr/>
      <dgm:t>
        <a:bodyPr/>
        <a:lstStyle/>
        <a:p>
          <a:endParaRPr lang="en-US"/>
        </a:p>
      </dgm:t>
    </dgm:pt>
    <dgm:pt modelId="{737D620D-9EED-4799-B275-161B43994322}">
      <dgm:prSet/>
      <dgm:spPr/>
      <dgm:t>
        <a:bodyPr/>
        <a:lstStyle/>
        <a:p>
          <a:r>
            <a:rPr lang="en-US"/>
            <a:t>MTBF shall be 100 hours of continuous operation.</a:t>
          </a:r>
        </a:p>
      </dgm:t>
    </dgm:pt>
    <dgm:pt modelId="{8ABE3812-91C9-427F-8666-006159060A9E}" type="parTrans" cxnId="{093F4858-5CF0-4D98-8F30-34C07C48EBCB}">
      <dgm:prSet/>
      <dgm:spPr/>
      <dgm:t>
        <a:bodyPr/>
        <a:lstStyle/>
        <a:p>
          <a:endParaRPr lang="en-US"/>
        </a:p>
      </dgm:t>
    </dgm:pt>
    <dgm:pt modelId="{590BC414-980F-4183-A7F1-5ED2F6C57B60}" type="sibTrans" cxnId="{093F4858-5CF0-4D98-8F30-34C07C48EBCB}">
      <dgm:prSet/>
      <dgm:spPr/>
      <dgm:t>
        <a:bodyPr/>
        <a:lstStyle/>
        <a:p>
          <a:endParaRPr lang="en-US"/>
        </a:p>
      </dgm:t>
    </dgm:pt>
    <dgm:pt modelId="{F5D355C9-DEF1-45E6-9060-EE1945404221}" type="pres">
      <dgm:prSet presAssocID="{504C3BBB-CFAC-4ABB-ABB0-55D3DB740970}" presName="linear" presStyleCnt="0">
        <dgm:presLayoutVars>
          <dgm:dir/>
          <dgm:animLvl val="lvl"/>
          <dgm:resizeHandles val="exact"/>
        </dgm:presLayoutVars>
      </dgm:prSet>
      <dgm:spPr/>
    </dgm:pt>
    <dgm:pt modelId="{CF5EF3F9-4810-4B44-AFEB-6793A8BB3770}" type="pres">
      <dgm:prSet presAssocID="{F137F85B-20D6-4E9C-A565-37ABE0B6436D}" presName="parentLin" presStyleCnt="0"/>
      <dgm:spPr/>
    </dgm:pt>
    <dgm:pt modelId="{AE9A73B6-D21A-46DA-9010-173FCF6898B5}" type="pres">
      <dgm:prSet presAssocID="{F137F85B-20D6-4E9C-A565-37ABE0B6436D}" presName="parentLeftMargin" presStyleLbl="node1" presStyleIdx="0" presStyleCnt="2"/>
      <dgm:spPr/>
    </dgm:pt>
    <dgm:pt modelId="{B0E43B90-AEED-4370-ACA5-B161A1EDBCAC}" type="pres">
      <dgm:prSet presAssocID="{F137F85B-20D6-4E9C-A565-37ABE0B6436D}" presName="parentText" presStyleLbl="node1" presStyleIdx="0" presStyleCnt="2">
        <dgm:presLayoutVars>
          <dgm:chMax val="0"/>
          <dgm:bulletEnabled val="1"/>
        </dgm:presLayoutVars>
      </dgm:prSet>
      <dgm:spPr/>
    </dgm:pt>
    <dgm:pt modelId="{CE2314A0-A8B4-4341-B161-6A9D5BB844CF}" type="pres">
      <dgm:prSet presAssocID="{F137F85B-20D6-4E9C-A565-37ABE0B6436D}" presName="negativeSpace" presStyleCnt="0"/>
      <dgm:spPr/>
    </dgm:pt>
    <dgm:pt modelId="{872BB8F4-FA86-44B6-B7F5-2D9658B67555}" type="pres">
      <dgm:prSet presAssocID="{F137F85B-20D6-4E9C-A565-37ABE0B6436D}" presName="childText" presStyleLbl="conFgAcc1" presStyleIdx="0" presStyleCnt="2">
        <dgm:presLayoutVars>
          <dgm:bulletEnabled val="1"/>
        </dgm:presLayoutVars>
      </dgm:prSet>
      <dgm:spPr/>
    </dgm:pt>
    <dgm:pt modelId="{E2C7140E-D691-48DB-9FE8-C0E195B6ED04}" type="pres">
      <dgm:prSet presAssocID="{D1B39C7A-B0A6-4FF3-9BEF-FD9DBD6FF987}" presName="spaceBetweenRectangles" presStyleCnt="0"/>
      <dgm:spPr/>
    </dgm:pt>
    <dgm:pt modelId="{E14AD4DD-39F7-4AEF-995E-A447B3D2E433}" type="pres">
      <dgm:prSet presAssocID="{564E0F36-2535-4B4C-8810-840F0F870243}" presName="parentLin" presStyleCnt="0"/>
      <dgm:spPr/>
    </dgm:pt>
    <dgm:pt modelId="{6E17B5F4-798E-4B08-AF73-7F3D77C0367F}" type="pres">
      <dgm:prSet presAssocID="{564E0F36-2535-4B4C-8810-840F0F870243}" presName="parentLeftMargin" presStyleLbl="node1" presStyleIdx="0" presStyleCnt="2"/>
      <dgm:spPr/>
    </dgm:pt>
    <dgm:pt modelId="{0ADE0789-E508-4087-884B-512F7079BFCC}" type="pres">
      <dgm:prSet presAssocID="{564E0F36-2535-4B4C-8810-840F0F870243}" presName="parentText" presStyleLbl="node1" presStyleIdx="1" presStyleCnt="2">
        <dgm:presLayoutVars>
          <dgm:chMax val="0"/>
          <dgm:bulletEnabled val="1"/>
        </dgm:presLayoutVars>
      </dgm:prSet>
      <dgm:spPr/>
    </dgm:pt>
    <dgm:pt modelId="{3D589B8C-FAD6-4900-9562-11CA1AB0A913}" type="pres">
      <dgm:prSet presAssocID="{564E0F36-2535-4B4C-8810-840F0F870243}" presName="negativeSpace" presStyleCnt="0"/>
      <dgm:spPr/>
    </dgm:pt>
    <dgm:pt modelId="{1171BDD0-712E-4926-BD4C-22F5A37597DB}" type="pres">
      <dgm:prSet presAssocID="{564E0F36-2535-4B4C-8810-840F0F870243}" presName="childText" presStyleLbl="conFgAcc1" presStyleIdx="1" presStyleCnt="2">
        <dgm:presLayoutVars>
          <dgm:bulletEnabled val="1"/>
        </dgm:presLayoutVars>
      </dgm:prSet>
      <dgm:spPr/>
    </dgm:pt>
  </dgm:ptLst>
  <dgm:cxnLst>
    <dgm:cxn modelId="{B5D33303-2EAD-4175-82B0-2A7168E68DF3}" type="presOf" srcId="{564E0F36-2535-4B4C-8810-840F0F870243}" destId="{6E17B5F4-798E-4B08-AF73-7F3D77C0367F}" srcOrd="0" destOrd="0" presId="urn:microsoft.com/office/officeart/2005/8/layout/list1"/>
    <dgm:cxn modelId="{D75BD00F-B917-4D57-A12A-6CD99F2F97F3}" type="presOf" srcId="{504C3BBB-CFAC-4ABB-ABB0-55D3DB740970}" destId="{F5D355C9-DEF1-45E6-9060-EE1945404221}" srcOrd="0" destOrd="0" presId="urn:microsoft.com/office/officeart/2005/8/layout/list1"/>
    <dgm:cxn modelId="{A304B014-4DE3-4E35-89FF-6FDE6EA7A6BD}" type="presOf" srcId="{737D620D-9EED-4799-B275-161B43994322}" destId="{1171BDD0-712E-4926-BD4C-22F5A37597DB}" srcOrd="0" destOrd="3" presId="urn:microsoft.com/office/officeart/2005/8/layout/list1"/>
    <dgm:cxn modelId="{6A9AEF23-382F-4152-961E-90B628CAC780}" type="presOf" srcId="{CD78F500-E296-4668-BBA6-8A1D5CEC54AF}" destId="{872BB8F4-FA86-44B6-B7F5-2D9658B67555}" srcOrd="0" destOrd="1" presId="urn:microsoft.com/office/officeart/2005/8/layout/list1"/>
    <dgm:cxn modelId="{8B23F142-BA77-4FB3-8369-1E9C65840FB6}" type="presOf" srcId="{631A0422-C6D2-41AF-BBB2-D61F59ACB455}" destId="{872BB8F4-FA86-44B6-B7F5-2D9658B67555}" srcOrd="0" destOrd="0" presId="urn:microsoft.com/office/officeart/2005/8/layout/list1"/>
    <dgm:cxn modelId="{770BEA43-554B-4D31-B691-C75398F3B563}" type="presOf" srcId="{DC4B81D3-8982-4C83-9D71-E965BA2F5CC4}" destId="{1171BDD0-712E-4926-BD4C-22F5A37597DB}" srcOrd="0" destOrd="2" presId="urn:microsoft.com/office/officeart/2005/8/layout/list1"/>
    <dgm:cxn modelId="{093F4858-5CF0-4D98-8F30-34C07C48EBCB}" srcId="{564E0F36-2535-4B4C-8810-840F0F870243}" destId="{737D620D-9EED-4799-B275-161B43994322}" srcOrd="3" destOrd="0" parTransId="{8ABE3812-91C9-427F-8666-006159060A9E}" sibTransId="{590BC414-980F-4183-A7F1-5ED2F6C57B60}"/>
    <dgm:cxn modelId="{8B8CC174-E54F-4137-9954-560819D48873}" srcId="{564E0F36-2535-4B4C-8810-840F0F870243}" destId="{DC4B81D3-8982-4C83-9D71-E965BA2F5CC4}" srcOrd="2" destOrd="0" parTransId="{8E581300-B5BC-4F7B-A702-89F4CB6CFA7A}" sibTransId="{103A9913-919F-41EF-B194-DD12FFD78B75}"/>
    <dgm:cxn modelId="{649BE97C-789C-4A19-85CF-88F8693DDA50}" srcId="{F137F85B-20D6-4E9C-A565-37ABE0B6436D}" destId="{CD78F500-E296-4668-BBA6-8A1D5CEC54AF}" srcOrd="1" destOrd="0" parTransId="{D868239B-C079-4B94-A90E-7AD36B5DA019}" sibTransId="{59FFFE29-E590-41A2-89B4-A9BC7A1780BB}"/>
    <dgm:cxn modelId="{A21F778D-BE62-4F78-BF45-A50D302EE44B}" srcId="{504C3BBB-CFAC-4ABB-ABB0-55D3DB740970}" destId="{564E0F36-2535-4B4C-8810-840F0F870243}" srcOrd="1" destOrd="0" parTransId="{BA28CE89-97CE-44C6-9C67-E071082035FC}" sibTransId="{0890CC16-E73D-4235-9C3E-0AC085152946}"/>
    <dgm:cxn modelId="{B3DEF891-BC10-41D2-9531-21AF71A4DD5E}" type="presOf" srcId="{F137F85B-20D6-4E9C-A565-37ABE0B6436D}" destId="{AE9A73B6-D21A-46DA-9010-173FCF6898B5}" srcOrd="0" destOrd="0" presId="urn:microsoft.com/office/officeart/2005/8/layout/list1"/>
    <dgm:cxn modelId="{0CE6029C-386A-459E-9DEA-0B0EE657F0FC}" type="presOf" srcId="{D383C949-E75F-4024-AF7C-FD315D3FCA27}" destId="{872BB8F4-FA86-44B6-B7F5-2D9658B67555}" srcOrd="0" destOrd="3" presId="urn:microsoft.com/office/officeart/2005/8/layout/list1"/>
    <dgm:cxn modelId="{67568B9F-BB9E-481E-908B-5B86D2CAA1F6}" srcId="{564E0F36-2535-4B4C-8810-840F0F870243}" destId="{4C62C490-C38B-4D21-A1BD-52EFDAD80BAB}" srcOrd="0" destOrd="0" parTransId="{5EB5F773-58FF-4EDC-BD93-E9D59B86B136}" sibTransId="{7C0870AB-82E4-4427-8D28-6D7F324E17DE}"/>
    <dgm:cxn modelId="{47EA9BAA-80C3-450B-BF42-D23AC946A9ED}" srcId="{F137F85B-20D6-4E9C-A565-37ABE0B6436D}" destId="{D383C949-E75F-4024-AF7C-FD315D3FCA27}" srcOrd="3" destOrd="0" parTransId="{FA2FC69A-5D5E-43A9-B3CC-6B82781E7574}" sibTransId="{6D1110FC-E9D1-4FD7-8DA9-D3119188BC6F}"/>
    <dgm:cxn modelId="{1993AFAA-FFC7-470C-8781-C5E7E0E6DEE7}" srcId="{504C3BBB-CFAC-4ABB-ABB0-55D3DB740970}" destId="{F137F85B-20D6-4E9C-A565-37ABE0B6436D}" srcOrd="0" destOrd="0" parTransId="{E74E1C27-53E6-4D45-99E9-0456C7B93846}" sibTransId="{D1B39C7A-B0A6-4FF3-9BEF-FD9DBD6FF987}"/>
    <dgm:cxn modelId="{38D69CB2-4BBC-4B0B-9E8F-EC3C82F9089E}" type="presOf" srcId="{FD127669-8648-4465-841A-AF35102AFFFA}" destId="{872BB8F4-FA86-44B6-B7F5-2D9658B67555}" srcOrd="0" destOrd="2" presId="urn:microsoft.com/office/officeart/2005/8/layout/list1"/>
    <dgm:cxn modelId="{3B8990B6-1FDB-40B4-AD60-951450C8E300}" type="presOf" srcId="{F137F85B-20D6-4E9C-A565-37ABE0B6436D}" destId="{B0E43B90-AEED-4370-ACA5-B161A1EDBCAC}" srcOrd="1" destOrd="0" presId="urn:microsoft.com/office/officeart/2005/8/layout/list1"/>
    <dgm:cxn modelId="{9F92E7C6-87D7-4573-AC50-7FDC1C59AC49}" srcId="{F137F85B-20D6-4E9C-A565-37ABE0B6436D}" destId="{FD127669-8648-4465-841A-AF35102AFFFA}" srcOrd="2" destOrd="0" parTransId="{3739F986-C181-4DC2-8FCB-FC67A2D8915D}" sibTransId="{E5F3C1B4-F772-4695-9B52-69F636AD5E1C}"/>
    <dgm:cxn modelId="{F88622D7-02DA-49A9-8361-4B7FB426FEEE}" type="presOf" srcId="{564E0F36-2535-4B4C-8810-840F0F870243}" destId="{0ADE0789-E508-4087-884B-512F7079BFCC}" srcOrd="1" destOrd="0" presId="urn:microsoft.com/office/officeart/2005/8/layout/list1"/>
    <dgm:cxn modelId="{329C35E0-B5E0-4F88-A350-A433568A5E1D}" type="presOf" srcId="{EC3401EE-8F31-4249-BE11-CC8CD6D7AD34}" destId="{1171BDD0-712E-4926-BD4C-22F5A37597DB}" srcOrd="0" destOrd="1" presId="urn:microsoft.com/office/officeart/2005/8/layout/list1"/>
    <dgm:cxn modelId="{94CB0DEE-A9CA-4FD9-A8D2-D6D270DFC5D2}" srcId="{564E0F36-2535-4B4C-8810-840F0F870243}" destId="{EC3401EE-8F31-4249-BE11-CC8CD6D7AD34}" srcOrd="1" destOrd="0" parTransId="{408C2B21-27C9-414E-8411-6685CB30A3A9}" sibTransId="{2FC187E8-82EF-4BD4-A969-56A109420EA8}"/>
    <dgm:cxn modelId="{E7AC38F1-C0A6-4B2B-AE5A-C14104DE0504}" type="presOf" srcId="{4C62C490-C38B-4D21-A1BD-52EFDAD80BAB}" destId="{1171BDD0-712E-4926-BD4C-22F5A37597DB}" srcOrd="0" destOrd="0" presId="urn:microsoft.com/office/officeart/2005/8/layout/list1"/>
    <dgm:cxn modelId="{9375E8F3-14CB-42D8-B682-72C7D21DD211}" srcId="{F137F85B-20D6-4E9C-A565-37ABE0B6436D}" destId="{631A0422-C6D2-41AF-BBB2-D61F59ACB455}" srcOrd="0" destOrd="0" parTransId="{DEDD9EE5-EECD-41FE-9218-9AE291EA6E1F}" sibTransId="{5661B0E9-9511-49AE-B889-16DEF6117C91}"/>
    <dgm:cxn modelId="{28F810BE-871C-48F2-8BCE-7238F8BC0535}" type="presParOf" srcId="{F5D355C9-DEF1-45E6-9060-EE1945404221}" destId="{CF5EF3F9-4810-4B44-AFEB-6793A8BB3770}" srcOrd="0" destOrd="0" presId="urn:microsoft.com/office/officeart/2005/8/layout/list1"/>
    <dgm:cxn modelId="{27F607F3-1EF2-41E1-81C2-698E451F4091}" type="presParOf" srcId="{CF5EF3F9-4810-4B44-AFEB-6793A8BB3770}" destId="{AE9A73B6-D21A-46DA-9010-173FCF6898B5}" srcOrd="0" destOrd="0" presId="urn:microsoft.com/office/officeart/2005/8/layout/list1"/>
    <dgm:cxn modelId="{914A960B-2EE0-4C04-B816-1AC87531CA82}" type="presParOf" srcId="{CF5EF3F9-4810-4B44-AFEB-6793A8BB3770}" destId="{B0E43B90-AEED-4370-ACA5-B161A1EDBCAC}" srcOrd="1" destOrd="0" presId="urn:microsoft.com/office/officeart/2005/8/layout/list1"/>
    <dgm:cxn modelId="{3009EC7C-F1EC-46AB-B635-2E5EECCCE9F5}" type="presParOf" srcId="{F5D355C9-DEF1-45E6-9060-EE1945404221}" destId="{CE2314A0-A8B4-4341-B161-6A9D5BB844CF}" srcOrd="1" destOrd="0" presId="urn:microsoft.com/office/officeart/2005/8/layout/list1"/>
    <dgm:cxn modelId="{38CFE128-67E4-4E16-96FF-37E1FF60E191}" type="presParOf" srcId="{F5D355C9-DEF1-45E6-9060-EE1945404221}" destId="{872BB8F4-FA86-44B6-B7F5-2D9658B67555}" srcOrd="2" destOrd="0" presId="urn:microsoft.com/office/officeart/2005/8/layout/list1"/>
    <dgm:cxn modelId="{D5D4A081-F5AD-45FE-93C4-9BC6C9877C85}" type="presParOf" srcId="{F5D355C9-DEF1-45E6-9060-EE1945404221}" destId="{E2C7140E-D691-48DB-9FE8-C0E195B6ED04}" srcOrd="3" destOrd="0" presId="urn:microsoft.com/office/officeart/2005/8/layout/list1"/>
    <dgm:cxn modelId="{44C26BFF-5643-457F-A42B-7E41F7BD9D4F}" type="presParOf" srcId="{F5D355C9-DEF1-45E6-9060-EE1945404221}" destId="{E14AD4DD-39F7-4AEF-995E-A447B3D2E433}" srcOrd="4" destOrd="0" presId="urn:microsoft.com/office/officeart/2005/8/layout/list1"/>
    <dgm:cxn modelId="{30FCD767-7767-4427-94CF-29316EBE3C9C}" type="presParOf" srcId="{E14AD4DD-39F7-4AEF-995E-A447B3D2E433}" destId="{6E17B5F4-798E-4B08-AF73-7F3D77C0367F}" srcOrd="0" destOrd="0" presId="urn:microsoft.com/office/officeart/2005/8/layout/list1"/>
    <dgm:cxn modelId="{C312FA1E-4DF3-4588-ACCE-EE963D908F2D}" type="presParOf" srcId="{E14AD4DD-39F7-4AEF-995E-A447B3D2E433}" destId="{0ADE0789-E508-4087-884B-512F7079BFCC}" srcOrd="1" destOrd="0" presId="urn:microsoft.com/office/officeart/2005/8/layout/list1"/>
    <dgm:cxn modelId="{5AD22E1B-58C5-4155-9AF9-C0991BE62342}" type="presParOf" srcId="{F5D355C9-DEF1-45E6-9060-EE1945404221}" destId="{3D589B8C-FAD6-4900-9562-11CA1AB0A913}" srcOrd="5" destOrd="0" presId="urn:microsoft.com/office/officeart/2005/8/layout/list1"/>
    <dgm:cxn modelId="{1131CF6B-3648-4900-BAC4-AAD43D4F3669}" type="presParOf" srcId="{F5D355C9-DEF1-45E6-9060-EE1945404221}" destId="{1171BDD0-712E-4926-BD4C-22F5A37597DB}" srcOrd="6" destOrd="0" presId="urn:microsoft.com/office/officeart/2005/8/layout/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026C33FF-01EE-40BB-BC71-4CE97A662B1D}" type="doc">
      <dgm:prSet loTypeId="urn:microsoft.com/office/officeart/2008/layout/LinedList" loCatId="list" qsTypeId="urn:microsoft.com/office/officeart/2005/8/quickstyle/simple1" qsCatId="simple" csTypeId="urn:microsoft.com/office/officeart/2005/8/colors/accent1_2" csCatId="accent1"/>
      <dgm:spPr/>
      <dgm:t>
        <a:bodyPr/>
        <a:lstStyle/>
        <a:p>
          <a:endParaRPr lang="en-US"/>
        </a:p>
      </dgm:t>
    </dgm:pt>
    <dgm:pt modelId="{C6591943-DDF1-42AC-AB95-95E7E9F54AE8}">
      <dgm:prSet/>
      <dgm:spPr/>
      <dgm:t>
        <a:bodyPr/>
        <a:lstStyle/>
        <a:p>
          <a:r>
            <a:rPr lang="en-US"/>
            <a:t>Shows interface between actors and the system</a:t>
          </a:r>
        </a:p>
      </dgm:t>
    </dgm:pt>
    <dgm:pt modelId="{CB6E337F-55B9-464F-BADC-DDADAA173023}" type="parTrans" cxnId="{C1A2C45E-5B32-4591-A311-ABEC0FDDDA78}">
      <dgm:prSet/>
      <dgm:spPr/>
      <dgm:t>
        <a:bodyPr/>
        <a:lstStyle/>
        <a:p>
          <a:endParaRPr lang="en-US"/>
        </a:p>
      </dgm:t>
    </dgm:pt>
    <dgm:pt modelId="{A9821FE5-6755-4A1F-9482-2D43B601907E}" type="sibTrans" cxnId="{C1A2C45E-5B32-4591-A311-ABEC0FDDDA78}">
      <dgm:prSet/>
      <dgm:spPr/>
      <dgm:t>
        <a:bodyPr/>
        <a:lstStyle/>
        <a:p>
          <a:endParaRPr lang="en-US"/>
        </a:p>
      </dgm:t>
    </dgm:pt>
    <dgm:pt modelId="{43F0CBE2-6F85-4893-99F1-AA3A5382B7FA}">
      <dgm:prSet/>
      <dgm:spPr/>
      <dgm:t>
        <a:bodyPr/>
        <a:lstStyle/>
        <a:p>
          <a:r>
            <a:rPr lang="en-US" dirty="0"/>
            <a:t>Determines the scope of the system by clearly defining its boundary</a:t>
          </a:r>
        </a:p>
      </dgm:t>
    </dgm:pt>
    <dgm:pt modelId="{F7D7D672-55DC-4AF0-8699-49CA9529586F}" type="parTrans" cxnId="{A746AA1E-820B-4270-AE97-019ADA86298B}">
      <dgm:prSet/>
      <dgm:spPr/>
      <dgm:t>
        <a:bodyPr/>
        <a:lstStyle/>
        <a:p>
          <a:endParaRPr lang="en-US"/>
        </a:p>
      </dgm:t>
    </dgm:pt>
    <dgm:pt modelId="{7C41EC80-5AD6-4BAA-83B8-8B4477989D7B}" type="sibTrans" cxnId="{A746AA1E-820B-4270-AE97-019ADA86298B}">
      <dgm:prSet/>
      <dgm:spPr/>
      <dgm:t>
        <a:bodyPr/>
        <a:lstStyle/>
        <a:p>
          <a:endParaRPr lang="en-US"/>
        </a:p>
      </dgm:t>
    </dgm:pt>
    <dgm:pt modelId="{A154DF3B-826A-4400-BBE9-B85095FAE914}">
      <dgm:prSet/>
      <dgm:spPr/>
      <dgm:t>
        <a:bodyPr/>
        <a:lstStyle/>
        <a:p>
          <a:r>
            <a:rPr lang="en-US"/>
            <a:t>Also referred to as the system context diagram</a:t>
          </a:r>
        </a:p>
      </dgm:t>
    </dgm:pt>
    <dgm:pt modelId="{F0AFAADE-A8DE-4E94-A4AB-0B892E4AC3F3}" type="parTrans" cxnId="{08C20EEC-2F10-4A06-A30C-91BD3CD330A2}">
      <dgm:prSet/>
      <dgm:spPr/>
      <dgm:t>
        <a:bodyPr/>
        <a:lstStyle/>
        <a:p>
          <a:endParaRPr lang="en-US"/>
        </a:p>
      </dgm:t>
    </dgm:pt>
    <dgm:pt modelId="{B99363EE-126A-4A6D-8B33-E3723C6677E8}" type="sibTrans" cxnId="{08C20EEC-2F10-4A06-A30C-91BD3CD330A2}">
      <dgm:prSet/>
      <dgm:spPr/>
      <dgm:t>
        <a:bodyPr/>
        <a:lstStyle/>
        <a:p>
          <a:endParaRPr lang="en-US"/>
        </a:p>
      </dgm:t>
    </dgm:pt>
    <dgm:pt modelId="{F495152B-FA1E-4C6E-B93F-C5F7DC11E40D}">
      <dgm:prSet/>
      <dgm:spPr/>
      <dgm:t>
        <a:bodyPr/>
        <a:lstStyle/>
        <a:p>
          <a:r>
            <a:rPr lang="en-US"/>
            <a:t>Example</a:t>
          </a:r>
        </a:p>
      </dgm:t>
    </dgm:pt>
    <dgm:pt modelId="{EEF40A13-991A-4B46-82A6-E898887B031E}" type="parTrans" cxnId="{091AB550-B764-409E-B49D-25461C3898CF}">
      <dgm:prSet/>
      <dgm:spPr/>
      <dgm:t>
        <a:bodyPr/>
        <a:lstStyle/>
        <a:p>
          <a:endParaRPr lang="en-US"/>
        </a:p>
      </dgm:t>
    </dgm:pt>
    <dgm:pt modelId="{1C79C955-7571-468D-8398-3ADA911E8BEC}" type="sibTrans" cxnId="{091AB550-B764-409E-B49D-25461C3898CF}">
      <dgm:prSet/>
      <dgm:spPr/>
      <dgm:t>
        <a:bodyPr/>
        <a:lstStyle/>
        <a:p>
          <a:endParaRPr lang="en-US"/>
        </a:p>
      </dgm:t>
    </dgm:pt>
    <dgm:pt modelId="{0D80F052-6194-4F31-85B5-5B11C742B010}" type="pres">
      <dgm:prSet presAssocID="{026C33FF-01EE-40BB-BC71-4CE97A662B1D}" presName="vert0" presStyleCnt="0">
        <dgm:presLayoutVars>
          <dgm:dir/>
          <dgm:animOne val="branch"/>
          <dgm:animLvl val="lvl"/>
        </dgm:presLayoutVars>
      </dgm:prSet>
      <dgm:spPr/>
    </dgm:pt>
    <dgm:pt modelId="{B3B04183-C86B-4C73-8430-02C88DC02E98}" type="pres">
      <dgm:prSet presAssocID="{C6591943-DDF1-42AC-AB95-95E7E9F54AE8}" presName="thickLine" presStyleLbl="alignNode1" presStyleIdx="0" presStyleCnt="4"/>
      <dgm:spPr/>
    </dgm:pt>
    <dgm:pt modelId="{6FA496C0-F0BB-4BB1-93F3-9D453D797D36}" type="pres">
      <dgm:prSet presAssocID="{C6591943-DDF1-42AC-AB95-95E7E9F54AE8}" presName="horz1" presStyleCnt="0"/>
      <dgm:spPr/>
    </dgm:pt>
    <dgm:pt modelId="{A2E45D71-D819-4223-8F21-14113AEEF3D3}" type="pres">
      <dgm:prSet presAssocID="{C6591943-DDF1-42AC-AB95-95E7E9F54AE8}" presName="tx1" presStyleLbl="revTx" presStyleIdx="0" presStyleCnt="4"/>
      <dgm:spPr/>
    </dgm:pt>
    <dgm:pt modelId="{96487EE4-77BD-4CF3-B906-71A691C77988}" type="pres">
      <dgm:prSet presAssocID="{C6591943-DDF1-42AC-AB95-95E7E9F54AE8}" presName="vert1" presStyleCnt="0"/>
      <dgm:spPr/>
    </dgm:pt>
    <dgm:pt modelId="{C3736F89-0AEB-414E-BED7-9058183148A1}" type="pres">
      <dgm:prSet presAssocID="{43F0CBE2-6F85-4893-99F1-AA3A5382B7FA}" presName="thickLine" presStyleLbl="alignNode1" presStyleIdx="1" presStyleCnt="4"/>
      <dgm:spPr/>
    </dgm:pt>
    <dgm:pt modelId="{602102AF-03E1-4ACB-82BB-642DAB3FB67C}" type="pres">
      <dgm:prSet presAssocID="{43F0CBE2-6F85-4893-99F1-AA3A5382B7FA}" presName="horz1" presStyleCnt="0"/>
      <dgm:spPr/>
    </dgm:pt>
    <dgm:pt modelId="{16E16D4F-5A7A-4F7B-8B30-102AC2FF4E8A}" type="pres">
      <dgm:prSet presAssocID="{43F0CBE2-6F85-4893-99F1-AA3A5382B7FA}" presName="tx1" presStyleLbl="revTx" presStyleIdx="1" presStyleCnt="4"/>
      <dgm:spPr/>
    </dgm:pt>
    <dgm:pt modelId="{26F1D5AD-B425-4E6C-B030-CF19A78A700C}" type="pres">
      <dgm:prSet presAssocID="{43F0CBE2-6F85-4893-99F1-AA3A5382B7FA}" presName="vert1" presStyleCnt="0"/>
      <dgm:spPr/>
    </dgm:pt>
    <dgm:pt modelId="{5E39DDB5-EE45-46C3-8D9F-B0BAD7C57C6E}" type="pres">
      <dgm:prSet presAssocID="{A154DF3B-826A-4400-BBE9-B85095FAE914}" presName="thickLine" presStyleLbl="alignNode1" presStyleIdx="2" presStyleCnt="4"/>
      <dgm:spPr/>
    </dgm:pt>
    <dgm:pt modelId="{22510E04-6F31-42F6-9515-5CCD962E5638}" type="pres">
      <dgm:prSet presAssocID="{A154DF3B-826A-4400-BBE9-B85095FAE914}" presName="horz1" presStyleCnt="0"/>
      <dgm:spPr/>
    </dgm:pt>
    <dgm:pt modelId="{3B405C28-2A58-45FB-979E-950211C320AB}" type="pres">
      <dgm:prSet presAssocID="{A154DF3B-826A-4400-BBE9-B85095FAE914}" presName="tx1" presStyleLbl="revTx" presStyleIdx="2" presStyleCnt="4"/>
      <dgm:spPr/>
    </dgm:pt>
    <dgm:pt modelId="{0715043F-C3A9-4BA3-BD10-BE5F9F84F8F6}" type="pres">
      <dgm:prSet presAssocID="{A154DF3B-826A-4400-BBE9-B85095FAE914}" presName="vert1" presStyleCnt="0"/>
      <dgm:spPr/>
    </dgm:pt>
    <dgm:pt modelId="{84280A4E-A4CA-4A81-92B7-E23F75544EF1}" type="pres">
      <dgm:prSet presAssocID="{F495152B-FA1E-4C6E-B93F-C5F7DC11E40D}" presName="thickLine" presStyleLbl="alignNode1" presStyleIdx="3" presStyleCnt="4"/>
      <dgm:spPr/>
    </dgm:pt>
    <dgm:pt modelId="{7F0C48F4-D7CB-4F48-ADA2-1320E0C67B72}" type="pres">
      <dgm:prSet presAssocID="{F495152B-FA1E-4C6E-B93F-C5F7DC11E40D}" presName="horz1" presStyleCnt="0"/>
      <dgm:spPr/>
    </dgm:pt>
    <dgm:pt modelId="{52C9258B-9453-4262-BDCA-83DD8CDB8A02}" type="pres">
      <dgm:prSet presAssocID="{F495152B-FA1E-4C6E-B93F-C5F7DC11E40D}" presName="tx1" presStyleLbl="revTx" presStyleIdx="3" presStyleCnt="4"/>
      <dgm:spPr/>
    </dgm:pt>
    <dgm:pt modelId="{70F0775C-EDDE-45E1-A821-14338FCCAAA7}" type="pres">
      <dgm:prSet presAssocID="{F495152B-FA1E-4C6E-B93F-C5F7DC11E40D}" presName="vert1" presStyleCnt="0"/>
      <dgm:spPr/>
    </dgm:pt>
  </dgm:ptLst>
  <dgm:cxnLst>
    <dgm:cxn modelId="{B2391A04-650D-4DFC-9837-9D2E18C00F03}" type="presOf" srcId="{C6591943-DDF1-42AC-AB95-95E7E9F54AE8}" destId="{A2E45D71-D819-4223-8F21-14113AEEF3D3}" srcOrd="0" destOrd="0" presId="urn:microsoft.com/office/officeart/2008/layout/LinedList"/>
    <dgm:cxn modelId="{A746AA1E-820B-4270-AE97-019ADA86298B}" srcId="{026C33FF-01EE-40BB-BC71-4CE97A662B1D}" destId="{43F0CBE2-6F85-4893-99F1-AA3A5382B7FA}" srcOrd="1" destOrd="0" parTransId="{F7D7D672-55DC-4AF0-8699-49CA9529586F}" sibTransId="{7C41EC80-5AD6-4BAA-83B8-8B4477989D7B}"/>
    <dgm:cxn modelId="{091AB550-B764-409E-B49D-25461C3898CF}" srcId="{026C33FF-01EE-40BB-BC71-4CE97A662B1D}" destId="{F495152B-FA1E-4C6E-B93F-C5F7DC11E40D}" srcOrd="3" destOrd="0" parTransId="{EEF40A13-991A-4B46-82A6-E898887B031E}" sibTransId="{1C79C955-7571-468D-8398-3ADA911E8BEC}"/>
    <dgm:cxn modelId="{C1A2C45E-5B32-4591-A311-ABEC0FDDDA78}" srcId="{026C33FF-01EE-40BB-BC71-4CE97A662B1D}" destId="{C6591943-DDF1-42AC-AB95-95E7E9F54AE8}" srcOrd="0" destOrd="0" parTransId="{CB6E337F-55B9-464F-BADC-DDADAA173023}" sibTransId="{A9821FE5-6755-4A1F-9482-2D43B601907E}"/>
    <dgm:cxn modelId="{B1D8D9AE-B2E3-4A04-A92D-FD94DAD13BA3}" type="presOf" srcId="{43F0CBE2-6F85-4893-99F1-AA3A5382B7FA}" destId="{16E16D4F-5A7A-4F7B-8B30-102AC2FF4E8A}" srcOrd="0" destOrd="0" presId="urn:microsoft.com/office/officeart/2008/layout/LinedList"/>
    <dgm:cxn modelId="{412A28BD-3605-4D5C-90CB-CB19B3FDD0C1}" type="presOf" srcId="{A154DF3B-826A-4400-BBE9-B85095FAE914}" destId="{3B405C28-2A58-45FB-979E-950211C320AB}" srcOrd="0" destOrd="0" presId="urn:microsoft.com/office/officeart/2008/layout/LinedList"/>
    <dgm:cxn modelId="{FE0FC8D7-CB23-4BEB-9818-CC9AD4A5BA5C}" type="presOf" srcId="{F495152B-FA1E-4C6E-B93F-C5F7DC11E40D}" destId="{52C9258B-9453-4262-BDCA-83DD8CDB8A02}" srcOrd="0" destOrd="0" presId="urn:microsoft.com/office/officeart/2008/layout/LinedList"/>
    <dgm:cxn modelId="{263EC8E0-6314-49FC-95CA-62667AA10A97}" type="presOf" srcId="{026C33FF-01EE-40BB-BC71-4CE97A662B1D}" destId="{0D80F052-6194-4F31-85B5-5B11C742B010}" srcOrd="0" destOrd="0" presId="urn:microsoft.com/office/officeart/2008/layout/LinedList"/>
    <dgm:cxn modelId="{08C20EEC-2F10-4A06-A30C-91BD3CD330A2}" srcId="{026C33FF-01EE-40BB-BC71-4CE97A662B1D}" destId="{A154DF3B-826A-4400-BBE9-B85095FAE914}" srcOrd="2" destOrd="0" parTransId="{F0AFAADE-A8DE-4E94-A4AB-0B892E4AC3F3}" sibTransId="{B99363EE-126A-4A6D-8B33-E3723C6677E8}"/>
    <dgm:cxn modelId="{14B0CACD-2452-41E5-8B88-5426368CA006}" type="presParOf" srcId="{0D80F052-6194-4F31-85B5-5B11C742B010}" destId="{B3B04183-C86B-4C73-8430-02C88DC02E98}" srcOrd="0" destOrd="0" presId="urn:microsoft.com/office/officeart/2008/layout/LinedList"/>
    <dgm:cxn modelId="{CD2B707B-7C45-4B2A-91FA-BCD66AAFA137}" type="presParOf" srcId="{0D80F052-6194-4F31-85B5-5B11C742B010}" destId="{6FA496C0-F0BB-4BB1-93F3-9D453D797D36}" srcOrd="1" destOrd="0" presId="urn:microsoft.com/office/officeart/2008/layout/LinedList"/>
    <dgm:cxn modelId="{19ADA689-059F-4CDB-AE21-59C040718B14}" type="presParOf" srcId="{6FA496C0-F0BB-4BB1-93F3-9D453D797D36}" destId="{A2E45D71-D819-4223-8F21-14113AEEF3D3}" srcOrd="0" destOrd="0" presId="urn:microsoft.com/office/officeart/2008/layout/LinedList"/>
    <dgm:cxn modelId="{234C5E1D-009C-4B10-860B-C4B6DB2BD9BF}" type="presParOf" srcId="{6FA496C0-F0BB-4BB1-93F3-9D453D797D36}" destId="{96487EE4-77BD-4CF3-B906-71A691C77988}" srcOrd="1" destOrd="0" presId="urn:microsoft.com/office/officeart/2008/layout/LinedList"/>
    <dgm:cxn modelId="{7C5C76BD-9180-4D74-8C65-6A5A58E086C1}" type="presParOf" srcId="{0D80F052-6194-4F31-85B5-5B11C742B010}" destId="{C3736F89-0AEB-414E-BED7-9058183148A1}" srcOrd="2" destOrd="0" presId="urn:microsoft.com/office/officeart/2008/layout/LinedList"/>
    <dgm:cxn modelId="{27886AC0-D2A8-4EBB-B369-5F5D7A91D5B1}" type="presParOf" srcId="{0D80F052-6194-4F31-85B5-5B11C742B010}" destId="{602102AF-03E1-4ACB-82BB-642DAB3FB67C}" srcOrd="3" destOrd="0" presId="urn:microsoft.com/office/officeart/2008/layout/LinedList"/>
    <dgm:cxn modelId="{0F7ECC2A-0370-40CB-BF6B-6C5864B57328}" type="presParOf" srcId="{602102AF-03E1-4ACB-82BB-642DAB3FB67C}" destId="{16E16D4F-5A7A-4F7B-8B30-102AC2FF4E8A}" srcOrd="0" destOrd="0" presId="urn:microsoft.com/office/officeart/2008/layout/LinedList"/>
    <dgm:cxn modelId="{A1124338-5363-4FF3-8392-8CC8EC5981D1}" type="presParOf" srcId="{602102AF-03E1-4ACB-82BB-642DAB3FB67C}" destId="{26F1D5AD-B425-4E6C-B030-CF19A78A700C}" srcOrd="1" destOrd="0" presId="urn:microsoft.com/office/officeart/2008/layout/LinedList"/>
    <dgm:cxn modelId="{23CCDC73-0ADD-4E76-AA6E-D5D3B93E72AA}" type="presParOf" srcId="{0D80F052-6194-4F31-85B5-5B11C742B010}" destId="{5E39DDB5-EE45-46C3-8D9F-B0BAD7C57C6E}" srcOrd="4" destOrd="0" presId="urn:microsoft.com/office/officeart/2008/layout/LinedList"/>
    <dgm:cxn modelId="{FCFA3CDC-F610-41BF-A086-4F8FAAF1BFA7}" type="presParOf" srcId="{0D80F052-6194-4F31-85B5-5B11C742B010}" destId="{22510E04-6F31-42F6-9515-5CCD962E5638}" srcOrd="5" destOrd="0" presId="urn:microsoft.com/office/officeart/2008/layout/LinedList"/>
    <dgm:cxn modelId="{7B528C04-8C9F-4B37-8038-C1C8BAF3C46E}" type="presParOf" srcId="{22510E04-6F31-42F6-9515-5CCD962E5638}" destId="{3B405C28-2A58-45FB-979E-950211C320AB}" srcOrd="0" destOrd="0" presId="urn:microsoft.com/office/officeart/2008/layout/LinedList"/>
    <dgm:cxn modelId="{C535E4BD-7A81-4227-8215-C3E3659393F4}" type="presParOf" srcId="{22510E04-6F31-42F6-9515-5CCD962E5638}" destId="{0715043F-C3A9-4BA3-BD10-BE5F9F84F8F6}" srcOrd="1" destOrd="0" presId="urn:microsoft.com/office/officeart/2008/layout/LinedList"/>
    <dgm:cxn modelId="{2C17C12B-E6C0-40D6-B785-286F0951B23B}" type="presParOf" srcId="{0D80F052-6194-4F31-85B5-5B11C742B010}" destId="{84280A4E-A4CA-4A81-92B7-E23F75544EF1}" srcOrd="6" destOrd="0" presId="urn:microsoft.com/office/officeart/2008/layout/LinedList"/>
    <dgm:cxn modelId="{E03D7410-0E52-4EA2-B701-91F3276EE179}" type="presParOf" srcId="{0D80F052-6194-4F31-85B5-5B11C742B010}" destId="{7F0C48F4-D7CB-4F48-ADA2-1320E0C67B72}" srcOrd="7" destOrd="0" presId="urn:microsoft.com/office/officeart/2008/layout/LinedList"/>
    <dgm:cxn modelId="{CFF144D9-12C7-422E-90F3-55E7F76752BC}" type="presParOf" srcId="{7F0C48F4-D7CB-4F48-ADA2-1320E0C67B72}" destId="{52C9258B-9453-4262-BDCA-83DD8CDB8A02}" srcOrd="0" destOrd="0" presId="urn:microsoft.com/office/officeart/2008/layout/LinedList"/>
    <dgm:cxn modelId="{934CD665-8517-4F1B-8B29-204F5BA51B5B}" type="presParOf" srcId="{7F0C48F4-D7CB-4F48-ADA2-1320E0C67B72}" destId="{70F0775C-EDDE-45E1-A821-14338FCCAAA7}" srcOrd="1" destOrd="0" presId="urn:microsoft.com/office/officeart/2008/layout/Lined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67E246F-DAD1-43FF-BD6C-A9D376B28F44}">
      <dsp:nvSpPr>
        <dsp:cNvPr id="0" name=""/>
        <dsp:cNvSpPr/>
      </dsp:nvSpPr>
      <dsp:spPr>
        <a:xfrm>
          <a:off x="0" y="42799"/>
          <a:ext cx="6666833" cy="1272960"/>
        </a:xfrm>
        <a:prstGeom prst="roundRect">
          <a:avLst/>
        </a:prstGeom>
        <a:gradFill rotWithShape="0">
          <a:gsLst>
            <a:gs pos="0">
              <a:schemeClr val="accent2">
                <a:hueOff val="0"/>
                <a:satOff val="0"/>
                <a:lumOff val="0"/>
                <a:alphaOff val="0"/>
                <a:satMod val="103000"/>
                <a:lumMod val="102000"/>
                <a:tint val="94000"/>
              </a:schemeClr>
            </a:gs>
            <a:gs pos="50000">
              <a:schemeClr val="accent2">
                <a:hueOff val="0"/>
                <a:satOff val="0"/>
                <a:lumOff val="0"/>
                <a:alphaOff val="0"/>
                <a:satMod val="110000"/>
                <a:lumMod val="100000"/>
                <a:shade val="100000"/>
              </a:schemeClr>
            </a:gs>
            <a:gs pos="100000">
              <a:schemeClr val="accent2">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21920" tIns="121920" rIns="121920" bIns="121920" numCol="1" spcCol="1270" anchor="ctr" anchorCtr="0">
          <a:noAutofit/>
        </a:bodyPr>
        <a:lstStyle/>
        <a:p>
          <a:pPr marL="0" lvl="0" indent="0" algn="l" defTabSz="1422400">
            <a:lnSpc>
              <a:spcPct val="90000"/>
            </a:lnSpc>
            <a:spcBef>
              <a:spcPct val="0"/>
            </a:spcBef>
            <a:spcAft>
              <a:spcPct val="35000"/>
            </a:spcAft>
            <a:buNone/>
          </a:pPr>
          <a:r>
            <a:rPr lang="en-US" sz="3200" kern="1200" dirty="0"/>
            <a:t>The system shall not permit access to unauthorized users.</a:t>
          </a:r>
        </a:p>
      </dsp:txBody>
      <dsp:txXfrm>
        <a:off x="62141" y="104940"/>
        <a:ext cx="6542551" cy="1148678"/>
      </dsp:txXfrm>
    </dsp:sp>
    <dsp:sp modelId="{BDBC83B6-0630-4891-B015-BEB42E4FD849}">
      <dsp:nvSpPr>
        <dsp:cNvPr id="0" name=""/>
        <dsp:cNvSpPr/>
      </dsp:nvSpPr>
      <dsp:spPr>
        <a:xfrm>
          <a:off x="0" y="1407919"/>
          <a:ext cx="6666833" cy="1272960"/>
        </a:xfrm>
        <a:prstGeom prst="roundRect">
          <a:avLst/>
        </a:prstGeom>
        <a:gradFill rotWithShape="0">
          <a:gsLst>
            <a:gs pos="0">
              <a:schemeClr val="accent2">
                <a:hueOff val="-485121"/>
                <a:satOff val="-27976"/>
                <a:lumOff val="2876"/>
                <a:alphaOff val="0"/>
                <a:satMod val="103000"/>
                <a:lumMod val="102000"/>
                <a:tint val="94000"/>
              </a:schemeClr>
            </a:gs>
            <a:gs pos="50000">
              <a:schemeClr val="accent2">
                <a:hueOff val="-485121"/>
                <a:satOff val="-27976"/>
                <a:lumOff val="2876"/>
                <a:alphaOff val="0"/>
                <a:satMod val="110000"/>
                <a:lumMod val="100000"/>
                <a:shade val="100000"/>
              </a:schemeClr>
            </a:gs>
            <a:gs pos="100000">
              <a:schemeClr val="accent2">
                <a:hueOff val="-485121"/>
                <a:satOff val="-27976"/>
                <a:lumOff val="2876"/>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21920" tIns="121920" rIns="121920" bIns="121920" numCol="1" spcCol="1270" anchor="ctr" anchorCtr="0">
          <a:noAutofit/>
        </a:bodyPr>
        <a:lstStyle/>
        <a:p>
          <a:pPr marL="0" lvl="0" indent="0" algn="l" defTabSz="1422400">
            <a:lnSpc>
              <a:spcPct val="90000"/>
            </a:lnSpc>
            <a:spcBef>
              <a:spcPct val="0"/>
            </a:spcBef>
            <a:spcAft>
              <a:spcPct val="35000"/>
            </a:spcAft>
            <a:buNone/>
          </a:pPr>
          <a:r>
            <a:rPr lang="en-US" sz="3200" kern="1200"/>
            <a:t>The system shall permit access only to authorized users.</a:t>
          </a:r>
        </a:p>
      </dsp:txBody>
      <dsp:txXfrm>
        <a:off x="62141" y="1470060"/>
        <a:ext cx="6542551" cy="1148678"/>
      </dsp:txXfrm>
    </dsp:sp>
    <dsp:sp modelId="{332CB782-25A5-454E-B72C-7D55E9A19C28}">
      <dsp:nvSpPr>
        <dsp:cNvPr id="0" name=""/>
        <dsp:cNvSpPr/>
      </dsp:nvSpPr>
      <dsp:spPr>
        <a:xfrm>
          <a:off x="0" y="2773040"/>
          <a:ext cx="6666833" cy="1272960"/>
        </a:xfrm>
        <a:prstGeom prst="roundRect">
          <a:avLst/>
        </a:prstGeom>
        <a:gradFill rotWithShape="0">
          <a:gsLst>
            <a:gs pos="0">
              <a:schemeClr val="accent2">
                <a:hueOff val="-970242"/>
                <a:satOff val="-55952"/>
                <a:lumOff val="5752"/>
                <a:alphaOff val="0"/>
                <a:satMod val="103000"/>
                <a:lumMod val="102000"/>
                <a:tint val="94000"/>
              </a:schemeClr>
            </a:gs>
            <a:gs pos="50000">
              <a:schemeClr val="accent2">
                <a:hueOff val="-970242"/>
                <a:satOff val="-55952"/>
                <a:lumOff val="5752"/>
                <a:alphaOff val="0"/>
                <a:satMod val="110000"/>
                <a:lumMod val="100000"/>
                <a:shade val="100000"/>
              </a:schemeClr>
            </a:gs>
            <a:gs pos="100000">
              <a:schemeClr val="accent2">
                <a:hueOff val="-970242"/>
                <a:satOff val="-55952"/>
                <a:lumOff val="5752"/>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21920" tIns="121920" rIns="121920" bIns="121920" numCol="1" spcCol="1270" anchor="ctr" anchorCtr="0">
          <a:noAutofit/>
        </a:bodyPr>
        <a:lstStyle/>
        <a:p>
          <a:pPr marL="0" lvl="0" indent="0" algn="l" defTabSz="1422400">
            <a:lnSpc>
              <a:spcPct val="90000"/>
            </a:lnSpc>
            <a:spcBef>
              <a:spcPct val="0"/>
            </a:spcBef>
            <a:spcAft>
              <a:spcPct val="35000"/>
            </a:spcAft>
            <a:buNone/>
          </a:pPr>
          <a:r>
            <a:rPr lang="en-US" sz="3200" kern="1200"/>
            <a:t>The system shall be completely reliable.</a:t>
          </a:r>
        </a:p>
      </dsp:txBody>
      <dsp:txXfrm>
        <a:off x="62141" y="2835181"/>
        <a:ext cx="6542551" cy="1148678"/>
      </dsp:txXfrm>
    </dsp:sp>
    <dsp:sp modelId="{7B0DE498-77A3-44D7-BD9D-DAC267F782B9}">
      <dsp:nvSpPr>
        <dsp:cNvPr id="0" name=""/>
        <dsp:cNvSpPr/>
      </dsp:nvSpPr>
      <dsp:spPr>
        <a:xfrm>
          <a:off x="0" y="4138160"/>
          <a:ext cx="6666833" cy="1272960"/>
        </a:xfrm>
        <a:prstGeom prst="roundRect">
          <a:avLst/>
        </a:prstGeom>
        <a:gradFill rotWithShape="0">
          <a:gsLst>
            <a:gs pos="0">
              <a:schemeClr val="accent2">
                <a:hueOff val="-1455363"/>
                <a:satOff val="-83928"/>
                <a:lumOff val="8628"/>
                <a:alphaOff val="0"/>
                <a:satMod val="103000"/>
                <a:lumMod val="102000"/>
                <a:tint val="94000"/>
              </a:schemeClr>
            </a:gs>
            <a:gs pos="50000">
              <a:schemeClr val="accent2">
                <a:hueOff val="-1455363"/>
                <a:satOff val="-83928"/>
                <a:lumOff val="8628"/>
                <a:alphaOff val="0"/>
                <a:satMod val="110000"/>
                <a:lumMod val="100000"/>
                <a:shade val="100000"/>
              </a:schemeClr>
            </a:gs>
            <a:gs pos="100000">
              <a:schemeClr val="accent2">
                <a:hueOff val="-1455363"/>
                <a:satOff val="-83928"/>
                <a:lumOff val="8628"/>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21920" tIns="121920" rIns="121920" bIns="121920" numCol="1" spcCol="1270" anchor="ctr" anchorCtr="0">
          <a:noAutofit/>
        </a:bodyPr>
        <a:lstStyle/>
        <a:p>
          <a:pPr marL="0" lvl="0" indent="0" algn="l" defTabSz="1422400">
            <a:lnSpc>
              <a:spcPct val="90000"/>
            </a:lnSpc>
            <a:spcBef>
              <a:spcPct val="0"/>
            </a:spcBef>
            <a:spcAft>
              <a:spcPct val="35000"/>
            </a:spcAft>
            <a:buNone/>
          </a:pPr>
          <a:r>
            <a:rPr lang="en-US" sz="3200" kern="1200"/>
            <a:t>The number of pieces of baggage lost by the system shall be minimal.</a:t>
          </a:r>
        </a:p>
      </dsp:txBody>
      <dsp:txXfrm>
        <a:off x="62141" y="4200301"/>
        <a:ext cx="6542551" cy="1148678"/>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EE08FC6-66DC-4825-9386-DBC66AC2DD3B}">
      <dsp:nvSpPr>
        <dsp:cNvPr id="0" name=""/>
        <dsp:cNvSpPr/>
      </dsp:nvSpPr>
      <dsp:spPr>
        <a:xfrm>
          <a:off x="0" y="61843"/>
          <a:ext cx="6666833" cy="1112304"/>
        </a:xfrm>
        <a:prstGeom prst="roundRect">
          <a:avLst/>
        </a:prstGeom>
        <a:gradFill rotWithShape="0">
          <a:gsLst>
            <a:gs pos="0">
              <a:schemeClr val="accent2">
                <a:hueOff val="0"/>
                <a:satOff val="0"/>
                <a:lumOff val="0"/>
                <a:alphaOff val="0"/>
                <a:satMod val="103000"/>
                <a:lumMod val="102000"/>
                <a:tint val="94000"/>
              </a:schemeClr>
            </a:gs>
            <a:gs pos="50000">
              <a:schemeClr val="accent2">
                <a:hueOff val="0"/>
                <a:satOff val="0"/>
                <a:lumOff val="0"/>
                <a:alphaOff val="0"/>
                <a:satMod val="110000"/>
                <a:lumMod val="100000"/>
                <a:shade val="100000"/>
              </a:schemeClr>
            </a:gs>
            <a:gs pos="100000">
              <a:schemeClr val="accent2">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a:t>Requirements can be</a:t>
          </a:r>
        </a:p>
      </dsp:txBody>
      <dsp:txXfrm>
        <a:off x="54298" y="116141"/>
        <a:ext cx="6558237" cy="1003708"/>
      </dsp:txXfrm>
    </dsp:sp>
    <dsp:sp modelId="{6F7F13B1-8B90-4B49-A930-87188713937F}">
      <dsp:nvSpPr>
        <dsp:cNvPr id="0" name=""/>
        <dsp:cNvSpPr/>
      </dsp:nvSpPr>
      <dsp:spPr>
        <a:xfrm>
          <a:off x="0" y="1174147"/>
          <a:ext cx="6666833" cy="191268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11672" tIns="35560" rIns="199136" bIns="35560" numCol="1" spcCol="1270" anchor="t" anchorCtr="0">
          <a:noAutofit/>
        </a:bodyPr>
        <a:lstStyle/>
        <a:p>
          <a:pPr marL="228600" lvl="1" indent="-228600" algn="l" defTabSz="977900">
            <a:lnSpc>
              <a:spcPct val="90000"/>
            </a:lnSpc>
            <a:spcBef>
              <a:spcPct val="0"/>
            </a:spcBef>
            <a:spcAft>
              <a:spcPct val="20000"/>
            </a:spcAft>
            <a:buChar char="•"/>
          </a:pPr>
          <a:r>
            <a:rPr lang="en-US" sz="2200" b="1" kern="1200" dirty="0"/>
            <a:t>Confusing</a:t>
          </a:r>
        </a:p>
        <a:p>
          <a:pPr marL="228600" lvl="1" indent="-228600" algn="l" defTabSz="977900">
            <a:lnSpc>
              <a:spcPct val="90000"/>
            </a:lnSpc>
            <a:spcBef>
              <a:spcPct val="0"/>
            </a:spcBef>
            <a:spcAft>
              <a:spcPct val="20000"/>
            </a:spcAft>
            <a:buChar char="•"/>
          </a:pPr>
          <a:r>
            <a:rPr lang="en-US" sz="2200" b="1" kern="1200" dirty="0"/>
            <a:t>Extraneous</a:t>
          </a:r>
        </a:p>
        <a:p>
          <a:pPr marL="228600" lvl="1" indent="-228600" algn="l" defTabSz="977900">
            <a:lnSpc>
              <a:spcPct val="90000"/>
            </a:lnSpc>
            <a:spcBef>
              <a:spcPct val="0"/>
            </a:spcBef>
            <a:spcAft>
              <a:spcPct val="20000"/>
            </a:spcAft>
            <a:buChar char="•"/>
          </a:pPr>
          <a:r>
            <a:rPr lang="en-US" sz="2200" b="1" kern="1200" dirty="0"/>
            <a:t>Duplicated</a:t>
          </a:r>
        </a:p>
        <a:p>
          <a:pPr marL="228600" lvl="1" indent="-228600" algn="l" defTabSz="977900">
            <a:lnSpc>
              <a:spcPct val="90000"/>
            </a:lnSpc>
            <a:spcBef>
              <a:spcPct val="0"/>
            </a:spcBef>
            <a:spcAft>
              <a:spcPct val="20000"/>
            </a:spcAft>
            <a:buChar char="•"/>
          </a:pPr>
          <a:r>
            <a:rPr lang="en-US" sz="2200" b="1" kern="1200" dirty="0"/>
            <a:t>Conflicting</a:t>
          </a:r>
        </a:p>
        <a:p>
          <a:pPr marL="228600" lvl="1" indent="-228600" algn="l" defTabSz="977900">
            <a:lnSpc>
              <a:spcPct val="90000"/>
            </a:lnSpc>
            <a:spcBef>
              <a:spcPct val="0"/>
            </a:spcBef>
            <a:spcAft>
              <a:spcPct val="20000"/>
            </a:spcAft>
            <a:buChar char="•"/>
          </a:pPr>
          <a:r>
            <a:rPr lang="en-US" sz="2200" b="1" kern="1200" dirty="0"/>
            <a:t>Missing</a:t>
          </a:r>
        </a:p>
      </dsp:txBody>
      <dsp:txXfrm>
        <a:off x="0" y="1174147"/>
        <a:ext cx="6666833" cy="1912680"/>
      </dsp:txXfrm>
    </dsp:sp>
    <dsp:sp modelId="{1BE811CF-1217-4067-A2F6-B6D38A97FABE}">
      <dsp:nvSpPr>
        <dsp:cNvPr id="0" name=""/>
        <dsp:cNvSpPr/>
      </dsp:nvSpPr>
      <dsp:spPr>
        <a:xfrm>
          <a:off x="0" y="3086827"/>
          <a:ext cx="6666833" cy="1112304"/>
        </a:xfrm>
        <a:prstGeom prst="roundRect">
          <a:avLst/>
        </a:prstGeom>
        <a:gradFill rotWithShape="0">
          <a:gsLst>
            <a:gs pos="0">
              <a:schemeClr val="accent2">
                <a:hueOff val="-727682"/>
                <a:satOff val="-41964"/>
                <a:lumOff val="4314"/>
                <a:alphaOff val="0"/>
                <a:satMod val="103000"/>
                <a:lumMod val="102000"/>
                <a:tint val="94000"/>
              </a:schemeClr>
            </a:gs>
            <a:gs pos="50000">
              <a:schemeClr val="accent2">
                <a:hueOff val="-727682"/>
                <a:satOff val="-41964"/>
                <a:lumOff val="4314"/>
                <a:alphaOff val="0"/>
                <a:satMod val="110000"/>
                <a:lumMod val="100000"/>
                <a:shade val="100000"/>
              </a:schemeClr>
            </a:gs>
            <a:gs pos="100000">
              <a:schemeClr val="accent2">
                <a:hueOff val="-727682"/>
                <a:satOff val="-41964"/>
                <a:lumOff val="4314"/>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a:t>Requirements analysis – determine if the above</a:t>
          </a:r>
        </a:p>
      </dsp:txBody>
      <dsp:txXfrm>
        <a:off x="54298" y="3141125"/>
        <a:ext cx="6558237" cy="1003708"/>
      </dsp:txXfrm>
    </dsp:sp>
    <dsp:sp modelId="{EDF37727-D00A-44FA-84A9-EAFD6291AEFF}">
      <dsp:nvSpPr>
        <dsp:cNvPr id="0" name=""/>
        <dsp:cNvSpPr/>
      </dsp:nvSpPr>
      <dsp:spPr>
        <a:xfrm>
          <a:off x="0" y="4279772"/>
          <a:ext cx="6666833" cy="1112304"/>
        </a:xfrm>
        <a:prstGeom prst="roundRect">
          <a:avLst/>
        </a:prstGeom>
        <a:gradFill rotWithShape="0">
          <a:gsLst>
            <a:gs pos="0">
              <a:schemeClr val="accent2">
                <a:hueOff val="-1455363"/>
                <a:satOff val="-83928"/>
                <a:lumOff val="8628"/>
                <a:alphaOff val="0"/>
                <a:satMod val="103000"/>
                <a:lumMod val="102000"/>
                <a:tint val="94000"/>
              </a:schemeClr>
            </a:gs>
            <a:gs pos="50000">
              <a:schemeClr val="accent2">
                <a:hueOff val="-1455363"/>
                <a:satOff val="-83928"/>
                <a:lumOff val="8628"/>
                <a:alphaOff val="0"/>
                <a:satMod val="110000"/>
                <a:lumMod val="100000"/>
                <a:shade val="100000"/>
              </a:schemeClr>
            </a:gs>
            <a:gs pos="100000">
              <a:schemeClr val="accent2">
                <a:hueOff val="-1455363"/>
                <a:satOff val="-83928"/>
                <a:lumOff val="8628"/>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a:t>Requirements agreement – techniques to deal with these</a:t>
          </a:r>
        </a:p>
      </dsp:txBody>
      <dsp:txXfrm>
        <a:off x="54298" y="4334070"/>
        <a:ext cx="6558237" cy="1003708"/>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BC6F3F2D-D164-43C1-83D7-325522925075}">
      <dsp:nvSpPr>
        <dsp:cNvPr id="0" name=""/>
        <dsp:cNvSpPr/>
      </dsp:nvSpPr>
      <dsp:spPr>
        <a:xfrm>
          <a:off x="0" y="91422"/>
          <a:ext cx="6666833" cy="1079325"/>
        </a:xfrm>
        <a:prstGeom prst="roundRect">
          <a:avLst/>
        </a:prstGeom>
        <a:gradFill rotWithShape="0">
          <a:gsLst>
            <a:gs pos="0">
              <a:schemeClr val="accent2">
                <a:hueOff val="0"/>
                <a:satOff val="0"/>
                <a:lumOff val="0"/>
                <a:alphaOff val="0"/>
                <a:satMod val="103000"/>
                <a:lumMod val="102000"/>
                <a:tint val="94000"/>
              </a:schemeClr>
            </a:gs>
            <a:gs pos="50000">
              <a:schemeClr val="accent2">
                <a:hueOff val="0"/>
                <a:satOff val="0"/>
                <a:lumOff val="0"/>
                <a:alphaOff val="0"/>
                <a:satMod val="110000"/>
                <a:lumMod val="100000"/>
                <a:shade val="100000"/>
              </a:schemeClr>
            </a:gs>
            <a:gs pos="100000">
              <a:schemeClr val="accent2">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71450" tIns="171450" rIns="171450" bIns="171450" numCol="1" spcCol="1270" anchor="ctr" anchorCtr="0">
          <a:noAutofit/>
        </a:bodyPr>
        <a:lstStyle/>
        <a:p>
          <a:pPr marL="0" lvl="0" indent="0" algn="l" defTabSz="2000250">
            <a:lnSpc>
              <a:spcPct val="90000"/>
            </a:lnSpc>
            <a:spcBef>
              <a:spcPct val="0"/>
            </a:spcBef>
            <a:spcAft>
              <a:spcPct val="35000"/>
            </a:spcAft>
            <a:buNone/>
          </a:pPr>
          <a:r>
            <a:rPr lang="en-US" sz="4500" kern="1200"/>
            <a:t>For a single requirement</a:t>
          </a:r>
        </a:p>
      </dsp:txBody>
      <dsp:txXfrm>
        <a:off x="52688" y="144110"/>
        <a:ext cx="6561457" cy="973949"/>
      </dsp:txXfrm>
    </dsp:sp>
    <dsp:sp modelId="{8310EEBA-91AB-4496-9DC8-5B61244665E8}">
      <dsp:nvSpPr>
        <dsp:cNvPr id="0" name=""/>
        <dsp:cNvSpPr/>
      </dsp:nvSpPr>
      <dsp:spPr>
        <a:xfrm>
          <a:off x="0" y="1170747"/>
          <a:ext cx="6666833" cy="419174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11672" tIns="57150" rIns="320040" bIns="57150" numCol="1" spcCol="1270" anchor="t" anchorCtr="0">
          <a:noAutofit/>
        </a:bodyPr>
        <a:lstStyle/>
        <a:p>
          <a:pPr marL="285750" lvl="1" indent="-285750" algn="l" defTabSz="1555750">
            <a:lnSpc>
              <a:spcPct val="90000"/>
            </a:lnSpc>
            <a:spcBef>
              <a:spcPct val="0"/>
            </a:spcBef>
            <a:spcAft>
              <a:spcPct val="20000"/>
            </a:spcAft>
            <a:buChar char="•"/>
          </a:pPr>
          <a:r>
            <a:rPr lang="en-US" sz="3500" kern="1200"/>
            <a:t>Singular</a:t>
          </a:r>
        </a:p>
        <a:p>
          <a:pPr marL="285750" lvl="1" indent="-285750" algn="l" defTabSz="1555750">
            <a:lnSpc>
              <a:spcPct val="90000"/>
            </a:lnSpc>
            <a:spcBef>
              <a:spcPct val="0"/>
            </a:spcBef>
            <a:spcAft>
              <a:spcPct val="20000"/>
            </a:spcAft>
            <a:buChar char="•"/>
          </a:pPr>
          <a:r>
            <a:rPr lang="en-US" sz="3500" kern="1200"/>
            <a:t>Feasible</a:t>
          </a:r>
        </a:p>
        <a:p>
          <a:pPr marL="285750" lvl="1" indent="-285750" algn="l" defTabSz="1555750">
            <a:lnSpc>
              <a:spcPct val="90000"/>
            </a:lnSpc>
            <a:spcBef>
              <a:spcPct val="0"/>
            </a:spcBef>
            <a:spcAft>
              <a:spcPct val="20000"/>
            </a:spcAft>
            <a:buChar char="•"/>
          </a:pPr>
          <a:r>
            <a:rPr lang="en-US" sz="3500" kern="1200"/>
            <a:t>Unambiguous</a:t>
          </a:r>
        </a:p>
        <a:p>
          <a:pPr marL="285750" lvl="1" indent="-285750" algn="l" defTabSz="1555750">
            <a:lnSpc>
              <a:spcPct val="90000"/>
            </a:lnSpc>
            <a:spcBef>
              <a:spcPct val="0"/>
            </a:spcBef>
            <a:spcAft>
              <a:spcPct val="20000"/>
            </a:spcAft>
            <a:buChar char="•"/>
          </a:pPr>
          <a:r>
            <a:rPr lang="en-US" sz="3500" kern="1200"/>
            <a:t>Complete</a:t>
          </a:r>
        </a:p>
        <a:p>
          <a:pPr marL="285750" lvl="1" indent="-285750" algn="l" defTabSz="1555750">
            <a:lnSpc>
              <a:spcPct val="90000"/>
            </a:lnSpc>
            <a:spcBef>
              <a:spcPct val="0"/>
            </a:spcBef>
            <a:spcAft>
              <a:spcPct val="20000"/>
            </a:spcAft>
            <a:buChar char="•"/>
          </a:pPr>
          <a:r>
            <a:rPr lang="en-US" sz="3500" kern="1200"/>
            <a:t>Consistent</a:t>
          </a:r>
        </a:p>
        <a:p>
          <a:pPr marL="285750" lvl="1" indent="-285750" algn="l" defTabSz="1555750">
            <a:lnSpc>
              <a:spcPct val="90000"/>
            </a:lnSpc>
            <a:spcBef>
              <a:spcPct val="0"/>
            </a:spcBef>
            <a:spcAft>
              <a:spcPct val="20000"/>
            </a:spcAft>
            <a:buChar char="•"/>
          </a:pPr>
          <a:r>
            <a:rPr lang="en-US" sz="3500" kern="1200"/>
            <a:t>Verifiable</a:t>
          </a:r>
        </a:p>
        <a:p>
          <a:pPr marL="285750" lvl="1" indent="-285750" algn="l" defTabSz="1555750">
            <a:lnSpc>
              <a:spcPct val="90000"/>
            </a:lnSpc>
            <a:spcBef>
              <a:spcPct val="0"/>
            </a:spcBef>
            <a:spcAft>
              <a:spcPct val="20000"/>
            </a:spcAft>
            <a:buChar char="•"/>
          </a:pPr>
          <a:r>
            <a:rPr lang="en-US" sz="3500" kern="1200"/>
            <a:t>Traceable</a:t>
          </a:r>
        </a:p>
      </dsp:txBody>
      <dsp:txXfrm>
        <a:off x="0" y="1170747"/>
        <a:ext cx="6666833" cy="4191749"/>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B8FDCE1E-E564-48A6-8F3A-8E68D2BB98C8}">
      <dsp:nvSpPr>
        <dsp:cNvPr id="0" name=""/>
        <dsp:cNvSpPr/>
      </dsp:nvSpPr>
      <dsp:spPr>
        <a:xfrm>
          <a:off x="0" y="1802619"/>
          <a:ext cx="6263640" cy="893025"/>
        </a:xfrm>
        <a:prstGeom prst="rect">
          <a:avLst/>
        </a:prstGeom>
        <a:solidFill>
          <a:schemeClr val="lt1">
            <a:alpha val="90000"/>
            <a:hueOff val="0"/>
            <a:satOff val="0"/>
            <a:lumOff val="0"/>
            <a:alphaOff val="0"/>
          </a:schemeClr>
        </a:solidFill>
        <a:ln w="12700" cap="flat" cmpd="sng" algn="ctr">
          <a:solidFill>
            <a:schemeClr val="accent5">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86128" tIns="437388" rIns="486128" bIns="149352" numCol="1" spcCol="1270" anchor="t" anchorCtr="0">
          <a:noAutofit/>
        </a:bodyPr>
        <a:lstStyle/>
        <a:p>
          <a:pPr marL="228600" lvl="1" indent="-228600" algn="l" defTabSz="933450">
            <a:lnSpc>
              <a:spcPct val="90000"/>
            </a:lnSpc>
            <a:spcBef>
              <a:spcPct val="0"/>
            </a:spcBef>
            <a:spcAft>
              <a:spcPct val="15000"/>
            </a:spcAft>
            <a:buChar char="•"/>
          </a:pPr>
          <a:r>
            <a:rPr lang="en-US" sz="2100" kern="1200"/>
            <a:t>The system shall not harm humans.</a:t>
          </a:r>
        </a:p>
      </dsp:txBody>
      <dsp:txXfrm>
        <a:off x="0" y="1802619"/>
        <a:ext cx="6263640" cy="893025"/>
      </dsp:txXfrm>
    </dsp:sp>
    <dsp:sp modelId="{5C25EDBC-8A1C-479C-86C7-9BDEFE6C36B2}">
      <dsp:nvSpPr>
        <dsp:cNvPr id="0" name=""/>
        <dsp:cNvSpPr/>
      </dsp:nvSpPr>
      <dsp:spPr>
        <a:xfrm>
          <a:off x="313182" y="1492659"/>
          <a:ext cx="4384548" cy="619920"/>
        </a:xfrm>
        <a:prstGeom prst="roundRect">
          <a:avLst/>
        </a:prstGeom>
        <a:solidFill>
          <a:schemeClr val="accent5">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65725" tIns="0" rIns="165725" bIns="0" numCol="1" spcCol="1270" anchor="ctr" anchorCtr="0">
          <a:noAutofit/>
        </a:bodyPr>
        <a:lstStyle/>
        <a:p>
          <a:pPr marL="0" lvl="0" indent="0" algn="l" defTabSz="933450">
            <a:lnSpc>
              <a:spcPct val="90000"/>
            </a:lnSpc>
            <a:spcBef>
              <a:spcPct val="0"/>
            </a:spcBef>
            <a:spcAft>
              <a:spcPct val="35000"/>
            </a:spcAft>
            <a:buNone/>
          </a:pPr>
          <a:r>
            <a:rPr lang="en-US" sz="2100" kern="1200"/>
            <a:t>Can be rewritten in positive form. Ex</a:t>
          </a:r>
        </a:p>
      </dsp:txBody>
      <dsp:txXfrm>
        <a:off x="343444" y="1522921"/>
        <a:ext cx="4324024" cy="559396"/>
      </dsp:txXfrm>
    </dsp:sp>
    <dsp:sp modelId="{BBE334CF-3E91-4A81-8B3E-7A28E8C9BF90}">
      <dsp:nvSpPr>
        <dsp:cNvPr id="0" name=""/>
        <dsp:cNvSpPr/>
      </dsp:nvSpPr>
      <dsp:spPr>
        <a:xfrm>
          <a:off x="0" y="3119004"/>
          <a:ext cx="6263640" cy="893025"/>
        </a:xfrm>
        <a:prstGeom prst="rect">
          <a:avLst/>
        </a:prstGeom>
        <a:solidFill>
          <a:schemeClr val="lt1">
            <a:alpha val="90000"/>
            <a:hueOff val="0"/>
            <a:satOff val="0"/>
            <a:lumOff val="0"/>
            <a:alphaOff val="0"/>
          </a:schemeClr>
        </a:solidFill>
        <a:ln w="12700" cap="flat" cmpd="sng" algn="ctr">
          <a:solidFill>
            <a:schemeClr val="accent5">
              <a:hueOff val="-6758543"/>
              <a:satOff val="-17419"/>
              <a:lumOff val="-11765"/>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86128" tIns="437388" rIns="486128" bIns="149352" numCol="1" spcCol="1270" anchor="t" anchorCtr="0">
          <a:noAutofit/>
        </a:bodyPr>
        <a:lstStyle/>
        <a:p>
          <a:pPr marL="228600" lvl="1" indent="-228600" algn="l" defTabSz="933450">
            <a:lnSpc>
              <a:spcPct val="90000"/>
            </a:lnSpc>
            <a:spcBef>
              <a:spcPct val="0"/>
            </a:spcBef>
            <a:spcAft>
              <a:spcPct val="15000"/>
            </a:spcAft>
            <a:buChar char="•"/>
          </a:pPr>
          <a:r>
            <a:rPr lang="en-US" sz="2100" kern="1200"/>
            <a:t>The system shall cause humans no harm.</a:t>
          </a:r>
        </a:p>
      </dsp:txBody>
      <dsp:txXfrm>
        <a:off x="0" y="3119004"/>
        <a:ext cx="6263640" cy="893025"/>
      </dsp:txXfrm>
    </dsp:sp>
    <dsp:sp modelId="{22BB73BA-6909-40AE-B17C-950795AC42A8}">
      <dsp:nvSpPr>
        <dsp:cNvPr id="0" name=""/>
        <dsp:cNvSpPr/>
      </dsp:nvSpPr>
      <dsp:spPr>
        <a:xfrm>
          <a:off x="313182" y="2809044"/>
          <a:ext cx="4384548" cy="619920"/>
        </a:xfrm>
        <a:prstGeom prst="roundRect">
          <a:avLst/>
        </a:prstGeom>
        <a:solidFill>
          <a:schemeClr val="accent5">
            <a:hueOff val="-6758543"/>
            <a:satOff val="-17419"/>
            <a:lumOff val="-11765"/>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65725" tIns="0" rIns="165725" bIns="0" numCol="1" spcCol="1270" anchor="ctr" anchorCtr="0">
          <a:noAutofit/>
        </a:bodyPr>
        <a:lstStyle/>
        <a:p>
          <a:pPr marL="0" lvl="0" indent="0" algn="l" defTabSz="933450">
            <a:lnSpc>
              <a:spcPct val="90000"/>
            </a:lnSpc>
            <a:spcBef>
              <a:spcPct val="0"/>
            </a:spcBef>
            <a:spcAft>
              <a:spcPct val="35000"/>
            </a:spcAft>
            <a:buNone/>
          </a:pPr>
          <a:r>
            <a:rPr lang="en-US" sz="2100" kern="1200"/>
            <a:t>Alternative</a:t>
          </a:r>
        </a:p>
      </dsp:txBody>
      <dsp:txXfrm>
        <a:off x="343444" y="2839306"/>
        <a:ext cx="4324024" cy="559396"/>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EAC84EC-A6F2-4C53-8212-E6BABD5BD7E9}">
      <dsp:nvSpPr>
        <dsp:cNvPr id="0" name=""/>
        <dsp:cNvSpPr/>
      </dsp:nvSpPr>
      <dsp:spPr>
        <a:xfrm>
          <a:off x="3953" y="493234"/>
          <a:ext cx="2377306" cy="938289"/>
        </a:xfrm>
        <a:prstGeom prst="rect">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84912" tIns="105664" rIns="184912" bIns="105664" numCol="1" spcCol="1270" anchor="ctr" anchorCtr="0">
          <a:noAutofit/>
        </a:bodyPr>
        <a:lstStyle/>
        <a:p>
          <a:pPr marL="0" lvl="0" indent="0" algn="ctr" defTabSz="1155700">
            <a:lnSpc>
              <a:spcPct val="90000"/>
            </a:lnSpc>
            <a:spcBef>
              <a:spcPct val="0"/>
            </a:spcBef>
            <a:spcAft>
              <a:spcPct val="35000"/>
            </a:spcAft>
            <a:buNone/>
          </a:pPr>
          <a:r>
            <a:rPr lang="en-US" sz="2600" kern="1200"/>
            <a:t>Hedging words/clauses:</a:t>
          </a:r>
        </a:p>
      </dsp:txBody>
      <dsp:txXfrm>
        <a:off x="3953" y="493234"/>
        <a:ext cx="2377306" cy="938289"/>
      </dsp:txXfrm>
    </dsp:sp>
    <dsp:sp modelId="{3859B9C1-2F99-47DE-9F84-FE614E63E363}">
      <dsp:nvSpPr>
        <dsp:cNvPr id="0" name=""/>
        <dsp:cNvSpPr/>
      </dsp:nvSpPr>
      <dsp:spPr>
        <a:xfrm>
          <a:off x="3953" y="1431523"/>
          <a:ext cx="2377306" cy="2426580"/>
        </a:xfrm>
        <a:prstGeom prst="rect">
          <a:avLst/>
        </a:prstGeom>
        <a:solidFill>
          <a:schemeClr val="accent1">
            <a:alpha val="90000"/>
            <a:tint val="40000"/>
            <a:hueOff val="0"/>
            <a:satOff val="0"/>
            <a:lumOff val="0"/>
            <a:alphaOff val="0"/>
          </a:schemeClr>
        </a:solidFill>
        <a:ln w="1270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38684" tIns="138684" rIns="184912" bIns="208026" numCol="1" spcCol="1270" anchor="t" anchorCtr="0">
          <a:noAutofit/>
        </a:bodyPr>
        <a:lstStyle/>
        <a:p>
          <a:pPr marL="228600" lvl="1" indent="-228600" algn="l" defTabSz="1155700">
            <a:lnSpc>
              <a:spcPct val="90000"/>
            </a:lnSpc>
            <a:spcBef>
              <a:spcPct val="0"/>
            </a:spcBef>
            <a:spcAft>
              <a:spcPct val="15000"/>
            </a:spcAft>
            <a:buChar char="•"/>
          </a:pPr>
          <a:r>
            <a:rPr lang="en-US" sz="2600" kern="1200"/>
            <a:t>If necessary </a:t>
          </a:r>
        </a:p>
        <a:p>
          <a:pPr marL="228600" lvl="1" indent="-228600" algn="l" defTabSz="1155700">
            <a:lnSpc>
              <a:spcPct val="90000"/>
            </a:lnSpc>
            <a:spcBef>
              <a:spcPct val="0"/>
            </a:spcBef>
            <a:spcAft>
              <a:spcPct val="15000"/>
            </a:spcAft>
            <a:buChar char="•"/>
          </a:pPr>
          <a:r>
            <a:rPr lang="en-US" sz="2600" kern="1200"/>
            <a:t>Almost</a:t>
          </a:r>
        </a:p>
        <a:p>
          <a:pPr marL="228600" lvl="1" indent="-228600" algn="l" defTabSz="1155700">
            <a:lnSpc>
              <a:spcPct val="90000"/>
            </a:lnSpc>
            <a:spcBef>
              <a:spcPct val="0"/>
            </a:spcBef>
            <a:spcAft>
              <a:spcPct val="15000"/>
            </a:spcAft>
            <a:buChar char="•"/>
          </a:pPr>
          <a:r>
            <a:rPr lang="en-US" sz="2600" kern="1200"/>
            <a:t>Probably</a:t>
          </a:r>
        </a:p>
        <a:p>
          <a:pPr marL="228600" lvl="1" indent="-228600" algn="l" defTabSz="1155700">
            <a:lnSpc>
              <a:spcPct val="90000"/>
            </a:lnSpc>
            <a:spcBef>
              <a:spcPct val="0"/>
            </a:spcBef>
            <a:spcAft>
              <a:spcPct val="15000"/>
            </a:spcAft>
            <a:buChar char="•"/>
          </a:pPr>
          <a:r>
            <a:rPr lang="en-US" sz="2600" kern="1200"/>
            <a:t>Maybe</a:t>
          </a:r>
        </a:p>
        <a:p>
          <a:pPr marL="228600" lvl="1" indent="-228600" algn="l" defTabSz="1155700">
            <a:lnSpc>
              <a:spcPct val="90000"/>
            </a:lnSpc>
            <a:spcBef>
              <a:spcPct val="0"/>
            </a:spcBef>
            <a:spcAft>
              <a:spcPct val="15000"/>
            </a:spcAft>
            <a:buChar char="•"/>
          </a:pPr>
          <a:r>
            <a:rPr lang="en-US" sz="2600" kern="1200"/>
            <a:t>Might be</a:t>
          </a:r>
        </a:p>
      </dsp:txBody>
      <dsp:txXfrm>
        <a:off x="3953" y="1431523"/>
        <a:ext cx="2377306" cy="2426580"/>
      </dsp:txXfrm>
    </dsp:sp>
    <dsp:sp modelId="{3A46AD99-1DD3-485C-A6CB-AD9DA16DDB6F}">
      <dsp:nvSpPr>
        <dsp:cNvPr id="0" name=""/>
        <dsp:cNvSpPr/>
      </dsp:nvSpPr>
      <dsp:spPr>
        <a:xfrm>
          <a:off x="2714082" y="493234"/>
          <a:ext cx="2377306" cy="938289"/>
        </a:xfrm>
        <a:prstGeom prst="rect">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84912" tIns="105664" rIns="184912" bIns="105664" numCol="1" spcCol="1270" anchor="ctr" anchorCtr="0">
          <a:noAutofit/>
        </a:bodyPr>
        <a:lstStyle/>
        <a:p>
          <a:pPr marL="0" lvl="0" indent="0" algn="ctr" defTabSz="1155700">
            <a:lnSpc>
              <a:spcPct val="90000"/>
            </a:lnSpc>
            <a:spcBef>
              <a:spcPct val="0"/>
            </a:spcBef>
            <a:spcAft>
              <a:spcPct val="35000"/>
            </a:spcAft>
            <a:buNone/>
          </a:pPr>
          <a:r>
            <a:rPr lang="en-US" sz="2600" kern="1200" dirty="0"/>
            <a:t>Conjunctions:</a:t>
          </a:r>
        </a:p>
      </dsp:txBody>
      <dsp:txXfrm>
        <a:off x="2714082" y="493234"/>
        <a:ext cx="2377306" cy="938289"/>
      </dsp:txXfrm>
    </dsp:sp>
    <dsp:sp modelId="{D97769FD-DBB9-4AD7-8CE9-38792EC6471D}">
      <dsp:nvSpPr>
        <dsp:cNvPr id="0" name=""/>
        <dsp:cNvSpPr/>
      </dsp:nvSpPr>
      <dsp:spPr>
        <a:xfrm>
          <a:off x="2714082" y="1431523"/>
          <a:ext cx="2377306" cy="2426580"/>
        </a:xfrm>
        <a:prstGeom prst="rect">
          <a:avLst/>
        </a:prstGeom>
        <a:solidFill>
          <a:schemeClr val="accent1">
            <a:alpha val="90000"/>
            <a:tint val="40000"/>
            <a:hueOff val="0"/>
            <a:satOff val="0"/>
            <a:lumOff val="0"/>
            <a:alphaOff val="0"/>
          </a:schemeClr>
        </a:solidFill>
        <a:ln w="1270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38684" tIns="138684" rIns="184912" bIns="208026" numCol="1" spcCol="1270" anchor="t" anchorCtr="0">
          <a:noAutofit/>
        </a:bodyPr>
        <a:lstStyle/>
        <a:p>
          <a:pPr marL="228600" lvl="1" indent="-228600" algn="l" defTabSz="1155700">
            <a:lnSpc>
              <a:spcPct val="90000"/>
            </a:lnSpc>
            <a:spcBef>
              <a:spcPct val="0"/>
            </a:spcBef>
            <a:spcAft>
              <a:spcPct val="15000"/>
            </a:spcAft>
            <a:buChar char="•"/>
          </a:pPr>
          <a:r>
            <a:rPr lang="en-US" sz="2600" kern="1200" dirty="0"/>
            <a:t>And</a:t>
          </a:r>
        </a:p>
        <a:p>
          <a:pPr marL="228600" lvl="1" indent="-228600" algn="l" defTabSz="1155700">
            <a:lnSpc>
              <a:spcPct val="90000"/>
            </a:lnSpc>
            <a:spcBef>
              <a:spcPct val="0"/>
            </a:spcBef>
            <a:spcAft>
              <a:spcPct val="15000"/>
            </a:spcAft>
            <a:buChar char="•"/>
          </a:pPr>
          <a:r>
            <a:rPr lang="en-US" sz="2600" kern="1200" dirty="0"/>
            <a:t>Or </a:t>
          </a:r>
        </a:p>
        <a:p>
          <a:pPr marL="228600" lvl="1" indent="-228600" algn="l" defTabSz="1155700">
            <a:lnSpc>
              <a:spcPct val="90000"/>
            </a:lnSpc>
            <a:spcBef>
              <a:spcPct val="0"/>
            </a:spcBef>
            <a:spcAft>
              <a:spcPct val="15000"/>
            </a:spcAft>
            <a:buChar char="•"/>
          </a:pPr>
          <a:r>
            <a:rPr lang="en-US" sz="2600" kern="1200" dirty="0"/>
            <a:t>But </a:t>
          </a:r>
        </a:p>
      </dsp:txBody>
      <dsp:txXfrm>
        <a:off x="2714082" y="1431523"/>
        <a:ext cx="2377306" cy="2426580"/>
      </dsp:txXfrm>
    </dsp:sp>
    <dsp:sp modelId="{43054E50-6BCE-4808-997E-752A1C71CC4E}">
      <dsp:nvSpPr>
        <dsp:cNvPr id="0" name=""/>
        <dsp:cNvSpPr/>
      </dsp:nvSpPr>
      <dsp:spPr>
        <a:xfrm>
          <a:off x="5424211" y="493234"/>
          <a:ext cx="2377306" cy="938289"/>
        </a:xfrm>
        <a:prstGeom prst="rect">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84912" tIns="105664" rIns="184912" bIns="105664" numCol="1" spcCol="1270" anchor="ctr" anchorCtr="0">
          <a:noAutofit/>
        </a:bodyPr>
        <a:lstStyle/>
        <a:p>
          <a:pPr marL="0" lvl="0" indent="0" algn="ctr" defTabSz="1155700">
            <a:lnSpc>
              <a:spcPct val="90000"/>
            </a:lnSpc>
            <a:spcBef>
              <a:spcPct val="0"/>
            </a:spcBef>
            <a:spcAft>
              <a:spcPct val="35000"/>
            </a:spcAft>
            <a:buNone/>
          </a:pPr>
          <a:r>
            <a:rPr lang="en-US" sz="2600" kern="1200" dirty="0"/>
            <a:t>Speculative terms:</a:t>
          </a:r>
        </a:p>
      </dsp:txBody>
      <dsp:txXfrm>
        <a:off x="5424211" y="493234"/>
        <a:ext cx="2377306" cy="938289"/>
      </dsp:txXfrm>
    </dsp:sp>
    <dsp:sp modelId="{8494C1A3-AB5E-4953-AFB4-A2B3D8EBC3D5}">
      <dsp:nvSpPr>
        <dsp:cNvPr id="0" name=""/>
        <dsp:cNvSpPr/>
      </dsp:nvSpPr>
      <dsp:spPr>
        <a:xfrm>
          <a:off x="5424211" y="1431523"/>
          <a:ext cx="2377306" cy="2426580"/>
        </a:xfrm>
        <a:prstGeom prst="rect">
          <a:avLst/>
        </a:prstGeom>
        <a:solidFill>
          <a:schemeClr val="accent1">
            <a:alpha val="90000"/>
            <a:tint val="40000"/>
            <a:hueOff val="0"/>
            <a:satOff val="0"/>
            <a:lumOff val="0"/>
            <a:alphaOff val="0"/>
          </a:schemeClr>
        </a:solidFill>
        <a:ln w="1270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38684" tIns="138684" rIns="184912" bIns="208026" numCol="1" spcCol="1270" anchor="t" anchorCtr="0">
          <a:noAutofit/>
        </a:bodyPr>
        <a:lstStyle/>
        <a:p>
          <a:pPr marL="228600" lvl="1" indent="-228600" algn="l" defTabSz="1155700">
            <a:lnSpc>
              <a:spcPct val="90000"/>
            </a:lnSpc>
            <a:spcBef>
              <a:spcPct val="0"/>
            </a:spcBef>
            <a:spcAft>
              <a:spcPct val="15000"/>
            </a:spcAft>
            <a:buChar char="•"/>
          </a:pPr>
          <a:r>
            <a:rPr lang="en-US" sz="2600" kern="1200" dirty="0"/>
            <a:t>Perhaps</a:t>
          </a:r>
        </a:p>
        <a:p>
          <a:pPr marL="228600" lvl="1" indent="-228600" algn="l" defTabSz="1155700">
            <a:lnSpc>
              <a:spcPct val="90000"/>
            </a:lnSpc>
            <a:spcBef>
              <a:spcPct val="0"/>
            </a:spcBef>
            <a:spcAft>
              <a:spcPct val="15000"/>
            </a:spcAft>
            <a:buChar char="•"/>
          </a:pPr>
          <a:r>
            <a:rPr lang="en-US" sz="2600" kern="1200" dirty="0"/>
            <a:t>sometimes</a:t>
          </a:r>
        </a:p>
      </dsp:txBody>
      <dsp:txXfrm>
        <a:off x="5424211" y="1431523"/>
        <a:ext cx="2377306" cy="2426580"/>
      </dsp:txXfrm>
    </dsp:sp>
    <dsp:sp modelId="{360079AA-2733-4C95-B5A7-95C4EBCE1A12}">
      <dsp:nvSpPr>
        <dsp:cNvPr id="0" name=""/>
        <dsp:cNvSpPr/>
      </dsp:nvSpPr>
      <dsp:spPr>
        <a:xfrm>
          <a:off x="8134340" y="493234"/>
          <a:ext cx="2377306" cy="938289"/>
        </a:xfrm>
        <a:prstGeom prst="rect">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84912" tIns="105664" rIns="184912" bIns="105664" numCol="1" spcCol="1270" anchor="ctr" anchorCtr="0">
          <a:noAutofit/>
        </a:bodyPr>
        <a:lstStyle/>
        <a:p>
          <a:pPr marL="0" lvl="0" indent="0" algn="ctr" defTabSz="1155700">
            <a:lnSpc>
              <a:spcPct val="90000"/>
            </a:lnSpc>
            <a:spcBef>
              <a:spcPct val="0"/>
            </a:spcBef>
            <a:spcAft>
              <a:spcPct val="35000"/>
            </a:spcAft>
            <a:buNone/>
          </a:pPr>
          <a:r>
            <a:rPr lang="en-US" sz="2600" kern="1200" dirty="0"/>
            <a:t>Vague terms</a:t>
          </a:r>
        </a:p>
      </dsp:txBody>
      <dsp:txXfrm>
        <a:off x="8134340" y="493234"/>
        <a:ext cx="2377306" cy="938289"/>
      </dsp:txXfrm>
    </dsp:sp>
    <dsp:sp modelId="{4047CCB7-7D6E-416D-B2A3-542CF9461DBB}">
      <dsp:nvSpPr>
        <dsp:cNvPr id="0" name=""/>
        <dsp:cNvSpPr/>
      </dsp:nvSpPr>
      <dsp:spPr>
        <a:xfrm>
          <a:off x="8134340" y="1431523"/>
          <a:ext cx="2377306" cy="2426580"/>
        </a:xfrm>
        <a:prstGeom prst="rect">
          <a:avLst/>
        </a:prstGeom>
        <a:solidFill>
          <a:schemeClr val="accent1">
            <a:alpha val="90000"/>
            <a:tint val="40000"/>
            <a:hueOff val="0"/>
            <a:satOff val="0"/>
            <a:lumOff val="0"/>
            <a:alphaOff val="0"/>
          </a:schemeClr>
        </a:solidFill>
        <a:ln w="1270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38684" tIns="138684" rIns="184912" bIns="208026" numCol="1" spcCol="1270" anchor="t" anchorCtr="0">
          <a:noAutofit/>
        </a:bodyPr>
        <a:lstStyle/>
        <a:p>
          <a:pPr marL="228600" lvl="1" indent="-228600" algn="l" defTabSz="1155700">
            <a:lnSpc>
              <a:spcPct val="90000"/>
            </a:lnSpc>
            <a:spcBef>
              <a:spcPct val="0"/>
            </a:spcBef>
            <a:spcAft>
              <a:spcPct val="15000"/>
            </a:spcAft>
            <a:buChar char="•"/>
          </a:pPr>
          <a:r>
            <a:rPr lang="en-US" sz="2600" kern="1200" dirty="0"/>
            <a:t>User friendly</a:t>
          </a:r>
        </a:p>
        <a:p>
          <a:pPr marL="228600" lvl="1" indent="-228600" algn="l" defTabSz="1155700">
            <a:lnSpc>
              <a:spcPct val="90000"/>
            </a:lnSpc>
            <a:spcBef>
              <a:spcPct val="0"/>
            </a:spcBef>
            <a:spcAft>
              <a:spcPct val="15000"/>
            </a:spcAft>
            <a:buChar char="•"/>
          </a:pPr>
          <a:r>
            <a:rPr lang="en-US" sz="2600" kern="1200" dirty="0"/>
            <a:t>generally</a:t>
          </a:r>
        </a:p>
      </dsp:txBody>
      <dsp:txXfrm>
        <a:off x="8134340" y="1431523"/>
        <a:ext cx="2377306" cy="2426580"/>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72BB8F4-FA86-44B6-B7F5-2D9658B67555}">
      <dsp:nvSpPr>
        <dsp:cNvPr id="0" name=""/>
        <dsp:cNvSpPr/>
      </dsp:nvSpPr>
      <dsp:spPr>
        <a:xfrm>
          <a:off x="0" y="304344"/>
          <a:ext cx="6263640" cy="1827000"/>
        </a:xfrm>
        <a:prstGeom prst="rect">
          <a:avLst/>
        </a:prstGeom>
        <a:solidFill>
          <a:schemeClr val="lt1">
            <a:alpha val="90000"/>
            <a:hueOff val="0"/>
            <a:satOff val="0"/>
            <a:lumOff val="0"/>
            <a:alphaOff val="0"/>
          </a:schemeClr>
        </a:solidFill>
        <a:ln w="12700" cap="flat" cmpd="sng" algn="ctr">
          <a:solidFill>
            <a:schemeClr val="accen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86128" tIns="416560" rIns="486128" bIns="142240" numCol="1" spcCol="1270" anchor="t" anchorCtr="0">
          <a:noAutofit/>
        </a:bodyPr>
        <a:lstStyle/>
        <a:p>
          <a:pPr marL="228600" lvl="1" indent="-228600" algn="l" defTabSz="889000">
            <a:lnSpc>
              <a:spcPct val="90000"/>
            </a:lnSpc>
            <a:spcBef>
              <a:spcPct val="0"/>
            </a:spcBef>
            <a:spcAft>
              <a:spcPct val="15000"/>
            </a:spcAft>
            <a:buChar char="•"/>
          </a:pPr>
          <a:r>
            <a:rPr lang="en-US" sz="2000" kern="1200"/>
            <a:t>The system shall be completely reliable.</a:t>
          </a:r>
        </a:p>
        <a:p>
          <a:pPr marL="228600" lvl="1" indent="-228600" algn="l" defTabSz="889000">
            <a:lnSpc>
              <a:spcPct val="90000"/>
            </a:lnSpc>
            <a:spcBef>
              <a:spcPct val="0"/>
            </a:spcBef>
            <a:spcAft>
              <a:spcPct val="15000"/>
            </a:spcAft>
            <a:buChar char="•"/>
          </a:pPr>
          <a:r>
            <a:rPr lang="en-US" sz="2000" kern="1200"/>
            <a:t>The system shall be modular.</a:t>
          </a:r>
        </a:p>
        <a:p>
          <a:pPr marL="228600" lvl="1" indent="-228600" algn="l" defTabSz="889000">
            <a:lnSpc>
              <a:spcPct val="90000"/>
            </a:lnSpc>
            <a:spcBef>
              <a:spcPct val="0"/>
            </a:spcBef>
            <a:spcAft>
              <a:spcPct val="15000"/>
            </a:spcAft>
            <a:buChar char="•"/>
          </a:pPr>
          <a:r>
            <a:rPr lang="en-US" sz="2000" kern="1200"/>
            <a:t>The system will be fast.</a:t>
          </a:r>
        </a:p>
        <a:p>
          <a:pPr marL="228600" lvl="1" indent="-228600" algn="l" defTabSz="889000">
            <a:lnSpc>
              <a:spcPct val="90000"/>
            </a:lnSpc>
            <a:spcBef>
              <a:spcPct val="0"/>
            </a:spcBef>
            <a:spcAft>
              <a:spcPct val="15000"/>
            </a:spcAft>
            <a:buChar char="•"/>
          </a:pPr>
          <a:r>
            <a:rPr lang="en-US" sz="2000" kern="1200"/>
            <a:t>Errors shall be less than 99%.</a:t>
          </a:r>
        </a:p>
      </dsp:txBody>
      <dsp:txXfrm>
        <a:off x="0" y="304344"/>
        <a:ext cx="6263640" cy="1827000"/>
      </dsp:txXfrm>
    </dsp:sp>
    <dsp:sp modelId="{B0E43B90-AEED-4370-ACA5-B161A1EDBCAC}">
      <dsp:nvSpPr>
        <dsp:cNvPr id="0" name=""/>
        <dsp:cNvSpPr/>
      </dsp:nvSpPr>
      <dsp:spPr>
        <a:xfrm>
          <a:off x="313182" y="9144"/>
          <a:ext cx="4384548" cy="590399"/>
        </a:xfrm>
        <a:prstGeom prst="roundRect">
          <a:avLst/>
        </a:prstGeom>
        <a:solidFill>
          <a:schemeClr val="accent2">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65725" tIns="0" rIns="165725" bIns="0" numCol="1" spcCol="1270" anchor="ctr" anchorCtr="0">
          <a:noAutofit/>
        </a:bodyPr>
        <a:lstStyle/>
        <a:p>
          <a:pPr marL="0" lvl="0" indent="0" algn="l" defTabSz="889000">
            <a:lnSpc>
              <a:spcPct val="90000"/>
            </a:lnSpc>
            <a:spcBef>
              <a:spcPct val="0"/>
            </a:spcBef>
            <a:spcAft>
              <a:spcPct val="35000"/>
            </a:spcAft>
            <a:buNone/>
          </a:pPr>
          <a:r>
            <a:rPr lang="en-US" sz="2000" kern="1200"/>
            <a:t>Bad:</a:t>
          </a:r>
        </a:p>
      </dsp:txBody>
      <dsp:txXfrm>
        <a:off x="342003" y="37965"/>
        <a:ext cx="4326906" cy="532757"/>
      </dsp:txXfrm>
    </dsp:sp>
    <dsp:sp modelId="{1171BDD0-712E-4926-BD4C-22F5A37597DB}">
      <dsp:nvSpPr>
        <dsp:cNvPr id="0" name=""/>
        <dsp:cNvSpPr/>
      </dsp:nvSpPr>
      <dsp:spPr>
        <a:xfrm>
          <a:off x="0" y="2534544"/>
          <a:ext cx="6263640" cy="2961000"/>
        </a:xfrm>
        <a:prstGeom prst="rect">
          <a:avLst/>
        </a:prstGeom>
        <a:solidFill>
          <a:schemeClr val="lt1">
            <a:alpha val="90000"/>
            <a:hueOff val="0"/>
            <a:satOff val="0"/>
            <a:lumOff val="0"/>
            <a:alphaOff val="0"/>
          </a:schemeClr>
        </a:solidFill>
        <a:ln w="12700" cap="flat" cmpd="sng" algn="ctr">
          <a:solidFill>
            <a:schemeClr val="accent2">
              <a:hueOff val="-1455363"/>
              <a:satOff val="-83928"/>
              <a:lumOff val="8628"/>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86128" tIns="416560" rIns="486128" bIns="142240" numCol="1" spcCol="1270" anchor="t" anchorCtr="0">
          <a:noAutofit/>
        </a:bodyPr>
        <a:lstStyle/>
        <a:p>
          <a:pPr marL="228600" lvl="1" indent="-228600" algn="l" defTabSz="889000">
            <a:lnSpc>
              <a:spcPct val="90000"/>
            </a:lnSpc>
            <a:spcBef>
              <a:spcPct val="0"/>
            </a:spcBef>
            <a:spcAft>
              <a:spcPct val="15000"/>
            </a:spcAft>
            <a:buChar char="•"/>
          </a:pPr>
          <a:r>
            <a:rPr lang="en-US" sz="2000" kern="1200"/>
            <a:t>Response times for all level one actions shall be less than 100 ms.</a:t>
          </a:r>
        </a:p>
        <a:p>
          <a:pPr marL="228600" lvl="1" indent="-228600" algn="l" defTabSz="889000">
            <a:lnSpc>
              <a:spcPct val="90000"/>
            </a:lnSpc>
            <a:spcBef>
              <a:spcPct val="0"/>
            </a:spcBef>
            <a:spcAft>
              <a:spcPct val="15000"/>
            </a:spcAft>
            <a:buChar char="•"/>
          </a:pPr>
          <a:r>
            <a:rPr lang="en-US" sz="2000" kern="1200"/>
            <a:t>The cyclomatic complexity of each module shall be in the range of 10 to 40.</a:t>
          </a:r>
        </a:p>
        <a:p>
          <a:pPr marL="228600" lvl="1" indent="-228600" algn="l" defTabSz="889000">
            <a:lnSpc>
              <a:spcPct val="90000"/>
            </a:lnSpc>
            <a:spcBef>
              <a:spcPct val="0"/>
            </a:spcBef>
            <a:spcAft>
              <a:spcPct val="15000"/>
            </a:spcAft>
            <a:buChar char="•"/>
          </a:pPr>
          <a:r>
            <a:rPr lang="en-US" sz="2000" kern="1200"/>
            <a:t>95% of the transactions shall be processed in less than 1 s. </a:t>
          </a:r>
        </a:p>
        <a:p>
          <a:pPr marL="228600" lvl="1" indent="-228600" algn="l" defTabSz="889000">
            <a:lnSpc>
              <a:spcPct val="90000"/>
            </a:lnSpc>
            <a:spcBef>
              <a:spcPct val="0"/>
            </a:spcBef>
            <a:spcAft>
              <a:spcPct val="15000"/>
            </a:spcAft>
            <a:buChar char="•"/>
          </a:pPr>
          <a:r>
            <a:rPr lang="en-US" sz="2000" kern="1200"/>
            <a:t>MTBF shall be 100 hours of continuous operation.</a:t>
          </a:r>
        </a:p>
      </dsp:txBody>
      <dsp:txXfrm>
        <a:off x="0" y="2534544"/>
        <a:ext cx="6263640" cy="2961000"/>
      </dsp:txXfrm>
    </dsp:sp>
    <dsp:sp modelId="{0ADE0789-E508-4087-884B-512F7079BFCC}">
      <dsp:nvSpPr>
        <dsp:cNvPr id="0" name=""/>
        <dsp:cNvSpPr/>
      </dsp:nvSpPr>
      <dsp:spPr>
        <a:xfrm>
          <a:off x="313182" y="2239344"/>
          <a:ext cx="4384548" cy="590399"/>
        </a:xfrm>
        <a:prstGeom prst="roundRect">
          <a:avLst/>
        </a:prstGeom>
        <a:solidFill>
          <a:schemeClr val="accent2">
            <a:hueOff val="-1455363"/>
            <a:satOff val="-83928"/>
            <a:lumOff val="8628"/>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65725" tIns="0" rIns="165725" bIns="0" numCol="1" spcCol="1270" anchor="ctr" anchorCtr="0">
          <a:noAutofit/>
        </a:bodyPr>
        <a:lstStyle/>
        <a:p>
          <a:pPr marL="0" lvl="0" indent="0" algn="l" defTabSz="889000">
            <a:lnSpc>
              <a:spcPct val="90000"/>
            </a:lnSpc>
            <a:spcBef>
              <a:spcPct val="0"/>
            </a:spcBef>
            <a:spcAft>
              <a:spcPct val="35000"/>
            </a:spcAft>
            <a:buNone/>
          </a:pPr>
          <a:r>
            <a:rPr lang="en-US" sz="2000" kern="1200"/>
            <a:t>Better:</a:t>
          </a:r>
        </a:p>
      </dsp:txBody>
      <dsp:txXfrm>
        <a:off x="342003" y="2268165"/>
        <a:ext cx="4326906" cy="532757"/>
      </dsp:txXfrm>
    </dsp:sp>
  </dsp:spTree>
</dsp:drawing>
</file>

<file path=ppt/diagrams/drawing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B3B04183-C86B-4C73-8430-02C88DC02E98}">
      <dsp:nvSpPr>
        <dsp:cNvPr id="0" name=""/>
        <dsp:cNvSpPr/>
      </dsp:nvSpPr>
      <dsp:spPr>
        <a:xfrm>
          <a:off x="0" y="0"/>
          <a:ext cx="8543925" cy="0"/>
        </a:xfrm>
        <a:prstGeom prst="line">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A2E45D71-D819-4223-8F21-14113AEEF3D3}">
      <dsp:nvSpPr>
        <dsp:cNvPr id="0" name=""/>
        <dsp:cNvSpPr/>
      </dsp:nvSpPr>
      <dsp:spPr>
        <a:xfrm>
          <a:off x="0" y="0"/>
          <a:ext cx="8543925" cy="66398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7630" tIns="87630" rIns="87630" bIns="87630" numCol="1" spcCol="1270" anchor="t" anchorCtr="0">
          <a:noAutofit/>
        </a:bodyPr>
        <a:lstStyle/>
        <a:p>
          <a:pPr marL="0" lvl="0" indent="0" algn="l" defTabSz="1022350">
            <a:lnSpc>
              <a:spcPct val="90000"/>
            </a:lnSpc>
            <a:spcBef>
              <a:spcPct val="0"/>
            </a:spcBef>
            <a:spcAft>
              <a:spcPct val="35000"/>
            </a:spcAft>
            <a:buNone/>
          </a:pPr>
          <a:r>
            <a:rPr lang="en-US" sz="2300" kern="1200"/>
            <a:t>Shows interface between actors and the system</a:t>
          </a:r>
        </a:p>
      </dsp:txBody>
      <dsp:txXfrm>
        <a:off x="0" y="0"/>
        <a:ext cx="8543925" cy="663983"/>
      </dsp:txXfrm>
    </dsp:sp>
    <dsp:sp modelId="{C3736F89-0AEB-414E-BED7-9058183148A1}">
      <dsp:nvSpPr>
        <dsp:cNvPr id="0" name=""/>
        <dsp:cNvSpPr/>
      </dsp:nvSpPr>
      <dsp:spPr>
        <a:xfrm>
          <a:off x="0" y="663983"/>
          <a:ext cx="8543925" cy="0"/>
        </a:xfrm>
        <a:prstGeom prst="line">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16E16D4F-5A7A-4F7B-8B30-102AC2FF4E8A}">
      <dsp:nvSpPr>
        <dsp:cNvPr id="0" name=""/>
        <dsp:cNvSpPr/>
      </dsp:nvSpPr>
      <dsp:spPr>
        <a:xfrm>
          <a:off x="0" y="663983"/>
          <a:ext cx="8543925" cy="66398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7630" tIns="87630" rIns="87630" bIns="87630" numCol="1" spcCol="1270" anchor="t" anchorCtr="0">
          <a:noAutofit/>
        </a:bodyPr>
        <a:lstStyle/>
        <a:p>
          <a:pPr marL="0" lvl="0" indent="0" algn="l" defTabSz="1022350">
            <a:lnSpc>
              <a:spcPct val="90000"/>
            </a:lnSpc>
            <a:spcBef>
              <a:spcPct val="0"/>
            </a:spcBef>
            <a:spcAft>
              <a:spcPct val="35000"/>
            </a:spcAft>
            <a:buNone/>
          </a:pPr>
          <a:r>
            <a:rPr lang="en-US" sz="2300" kern="1200" dirty="0"/>
            <a:t>Determines the scope of the system by clearly defining its boundary</a:t>
          </a:r>
        </a:p>
      </dsp:txBody>
      <dsp:txXfrm>
        <a:off x="0" y="663983"/>
        <a:ext cx="8543925" cy="663983"/>
      </dsp:txXfrm>
    </dsp:sp>
    <dsp:sp modelId="{5E39DDB5-EE45-46C3-8D9F-B0BAD7C57C6E}">
      <dsp:nvSpPr>
        <dsp:cNvPr id="0" name=""/>
        <dsp:cNvSpPr/>
      </dsp:nvSpPr>
      <dsp:spPr>
        <a:xfrm>
          <a:off x="0" y="1327967"/>
          <a:ext cx="8543925" cy="0"/>
        </a:xfrm>
        <a:prstGeom prst="line">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3B405C28-2A58-45FB-979E-950211C320AB}">
      <dsp:nvSpPr>
        <dsp:cNvPr id="0" name=""/>
        <dsp:cNvSpPr/>
      </dsp:nvSpPr>
      <dsp:spPr>
        <a:xfrm>
          <a:off x="0" y="1327967"/>
          <a:ext cx="8543925" cy="66398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7630" tIns="87630" rIns="87630" bIns="87630" numCol="1" spcCol="1270" anchor="t" anchorCtr="0">
          <a:noAutofit/>
        </a:bodyPr>
        <a:lstStyle/>
        <a:p>
          <a:pPr marL="0" lvl="0" indent="0" algn="l" defTabSz="1022350">
            <a:lnSpc>
              <a:spcPct val="90000"/>
            </a:lnSpc>
            <a:spcBef>
              <a:spcPct val="0"/>
            </a:spcBef>
            <a:spcAft>
              <a:spcPct val="35000"/>
            </a:spcAft>
            <a:buNone/>
          </a:pPr>
          <a:r>
            <a:rPr lang="en-US" sz="2300" kern="1200"/>
            <a:t>Also referred to as the system context diagram</a:t>
          </a:r>
        </a:p>
      </dsp:txBody>
      <dsp:txXfrm>
        <a:off x="0" y="1327967"/>
        <a:ext cx="8543925" cy="663983"/>
      </dsp:txXfrm>
    </dsp:sp>
    <dsp:sp modelId="{84280A4E-A4CA-4A81-92B7-E23F75544EF1}">
      <dsp:nvSpPr>
        <dsp:cNvPr id="0" name=""/>
        <dsp:cNvSpPr/>
      </dsp:nvSpPr>
      <dsp:spPr>
        <a:xfrm>
          <a:off x="0" y="1991951"/>
          <a:ext cx="8543925" cy="0"/>
        </a:xfrm>
        <a:prstGeom prst="line">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52C9258B-9453-4262-BDCA-83DD8CDB8A02}">
      <dsp:nvSpPr>
        <dsp:cNvPr id="0" name=""/>
        <dsp:cNvSpPr/>
      </dsp:nvSpPr>
      <dsp:spPr>
        <a:xfrm>
          <a:off x="0" y="1991951"/>
          <a:ext cx="8543925" cy="66398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7630" tIns="87630" rIns="87630" bIns="87630" numCol="1" spcCol="1270" anchor="t" anchorCtr="0">
          <a:noAutofit/>
        </a:bodyPr>
        <a:lstStyle/>
        <a:p>
          <a:pPr marL="0" lvl="0" indent="0" algn="l" defTabSz="1022350">
            <a:lnSpc>
              <a:spcPct val="90000"/>
            </a:lnSpc>
            <a:spcBef>
              <a:spcPct val="0"/>
            </a:spcBef>
            <a:spcAft>
              <a:spcPct val="35000"/>
            </a:spcAft>
            <a:buNone/>
          </a:pPr>
          <a:r>
            <a:rPr lang="en-US" sz="2300" kern="1200"/>
            <a:t>Example</a:t>
          </a:r>
        </a:p>
      </dsp:txBody>
      <dsp:txXfrm>
        <a:off x="0" y="1991951"/>
        <a:ext cx="8543925" cy="663983"/>
      </dsp:txXfrm>
    </dsp:sp>
  </dsp:spTree>
</dsp:drawing>
</file>

<file path=ppt/diagrams/layout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layout5.xml><?xml version="1.0" encoding="utf-8"?>
<dgm:layoutDef xmlns:dgm="http://schemas.openxmlformats.org/drawingml/2006/diagram" xmlns:a="http://schemas.openxmlformats.org/drawingml/2006/main" uniqueId="urn:microsoft.com/office/officeart/2005/8/layout/hList1">
  <dgm:title val=""/>
  <dgm:desc val=""/>
  <dgm:catLst>
    <dgm:cat type="list" pri="5000"/>
    <dgm:cat type="convert" pri="5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0.8"/>
      <dgm:constr type="h" for="des" forName="desTx" refType="primFontSz" refFor="des" refForName="parTx" fact="1.22"/>
      <dgm:constr type="w" for="ch" forName="space" refType="w" refFor="ch" refForName="composite" op="equ" fact="0.14"/>
    </dgm:constrLst>
    <dgm:ruleLst>
      <dgm:rule type="w" for="ch" forName="composite" val="0" fact="NaN" max="NaN"/>
      <dgm:rule type="primFontSz" for="des" forName="parTx" val="5" fact="NaN" max="NaN"/>
    </dgm:ruleLst>
    <dgm:forEach name="Name4"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bulletEnabled val="1"/>
          </dgm:varLst>
          <dgm:alg type="tx"/>
          <dgm:shape xmlns:r="http://schemas.openxmlformats.org/officeDocument/2006/relationships" type="rect" r:blip="">
            <dgm:adjLst/>
          </dgm:shape>
          <dgm:presOf axis="self" ptType="node"/>
          <dgm:constrLst>
            <dgm:constr type="h" refType="w" op="lte" fact="0.4"/>
            <dgm:constr type="h"/>
            <dgm:constr type="tMarg" refType="primFontSz" fact="0.32"/>
            <dgm:constr type="bMarg" refType="primFontSz" fact="0.32"/>
          </dgm:constrLst>
          <dgm:ruleLst>
            <dgm:rule type="h" val="INF" fact="NaN" max="NaN"/>
          </dgm:ruleLst>
        </dgm:layoutNode>
        <dgm:layoutNode name="desTx" styleLbl="alignAccFollowNode1">
          <dgm:varLst>
            <dgm:bulletEnabled val="1"/>
          </dgm:varLst>
          <dgm:alg type="tx">
            <dgm:param type="stBulletLvl" val="1"/>
          </dgm:alg>
          <dgm:shape xmlns:r="http://schemas.openxmlformats.org/officeDocument/2006/relationships" type="rect" r:blip="">
            <dgm:adjLst/>
          </dgm:shape>
          <dgm:presOf axis="des" ptType="node"/>
          <dgm:constrLst>
            <dgm:constr type="secFontSz" val="65"/>
            <dgm:constr type="primFontSz" refType="secFontSz"/>
            <dgm:constr type="h"/>
            <dgm:constr type="lMarg" refType="primFontSz" fact="0.42"/>
            <dgm:constr type="tMarg" refType="primFontSz" fact="0.42"/>
            <dgm:constr type="bMarg" refType="primFontSz" fact="0.63"/>
          </dgm:constrLst>
          <dgm:ruleLst>
            <dgm:rule type="h" val="INF" fact="NaN" max="NaN"/>
          </dgm:ruleLst>
        </dgm:layoutNode>
      </dgm:layoutNode>
      <dgm:forEach name="Name5"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layout6.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layout7.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2048847-F91B-4B1D-AD73-BB1B8880DDE5}" type="datetimeFigureOut">
              <a:rPr lang="en-US" smtClean="0"/>
              <a:t>9/10/25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EEB0D67-D7BD-4ABE-8D65-14A981A516CF}" type="slidenum">
              <a:rPr lang="en-US" smtClean="0"/>
              <a:t>‹#›</a:t>
            </a:fld>
            <a:endParaRPr lang="en-US"/>
          </a:p>
        </p:txBody>
      </p:sp>
    </p:spTree>
    <p:extLst>
      <p:ext uri="{BB962C8B-B14F-4D97-AF65-F5344CB8AC3E}">
        <p14:creationId xmlns:p14="http://schemas.microsoft.com/office/powerpoint/2010/main" val="123546059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3" Type="http://schemas.openxmlformats.org/officeDocument/2006/relationships/hyperlink" Target="http://en.wikipedia.org/wiki/Software_engineering" TargetMode="External"/><Relationship Id="rId2" Type="http://schemas.openxmlformats.org/officeDocument/2006/relationships/slide" Target="../slides/slide50.xml"/><Relationship Id="rId1" Type="http://schemas.openxmlformats.org/officeDocument/2006/relationships/notesMaster" Target="../notesMasters/notesMaster1.xml"/><Relationship Id="rId5" Type="http://schemas.openxmlformats.org/officeDocument/2006/relationships/hyperlink" Target="http://en.wikipedia.org/wiki/Functional_requirement" TargetMode="External"/><Relationship Id="rId4" Type="http://schemas.openxmlformats.org/officeDocument/2006/relationships/hyperlink" Target="http://en.wikipedia.org/wiki/Systems_engineering" TargetMode="Externa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3" Type="http://schemas.openxmlformats.org/officeDocument/2006/relationships/hyperlink" Target="http://en.wikipedia.org/wiki/Actor_(UML)" TargetMode="External"/><Relationship Id="rId2" Type="http://schemas.openxmlformats.org/officeDocument/2006/relationships/slide" Target="../slides/slide52.xml"/><Relationship Id="rId1" Type="http://schemas.openxmlformats.org/officeDocument/2006/relationships/notesMaster" Target="../notesMasters/notesMaster1.xml"/><Relationship Id="rId4" Type="http://schemas.openxmlformats.org/officeDocument/2006/relationships/hyperlink" Target="http://en.wikipedia.org/wiki/Event_(computing)" TargetMode="Externa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order logic.  This operators like for all, exists, implication, equivalence etc.</a:t>
            </a:r>
          </a:p>
        </p:txBody>
      </p:sp>
      <p:sp>
        <p:nvSpPr>
          <p:cNvPr id="4" name="Slide Number Placeholder 3"/>
          <p:cNvSpPr>
            <a:spLocks noGrp="1"/>
          </p:cNvSpPr>
          <p:nvPr>
            <p:ph type="sldNum" sz="quarter" idx="5"/>
          </p:nvPr>
        </p:nvSpPr>
        <p:spPr/>
        <p:txBody>
          <a:bodyPr/>
          <a:lstStyle/>
          <a:p>
            <a:fld id="{2EEB0D67-D7BD-4ABE-8D65-14A981A516CF}" type="slidenum">
              <a:rPr lang="en-US" smtClean="0"/>
              <a:t>11</a:t>
            </a:fld>
            <a:endParaRPr lang="en-US"/>
          </a:p>
        </p:txBody>
      </p:sp>
    </p:spTree>
    <p:extLst>
      <p:ext uri="{BB962C8B-B14F-4D97-AF65-F5344CB8AC3E}">
        <p14:creationId xmlns:p14="http://schemas.microsoft.com/office/powerpoint/2010/main" val="269929613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Important Rules to comply with Standard</a:t>
            </a:r>
          </a:p>
          <a:p>
            <a:r>
              <a:rPr lang="en-US" b="1" dirty="0"/>
              <a:t>Follow the requirements engineering process</a:t>
            </a:r>
            <a:r>
              <a:rPr lang="en-US" dirty="0"/>
              <a:t> defined in the standard (elicitation → analysis → specification → validation → management).</a:t>
            </a:r>
          </a:p>
          <a:p>
            <a:r>
              <a:rPr lang="en-US" b="1" dirty="0"/>
              <a:t>Ensure all requirements</a:t>
            </a:r>
            <a:r>
              <a:rPr lang="en-US" dirty="0"/>
              <a:t> meet the listed quality characteristics.</a:t>
            </a:r>
          </a:p>
          <a:p>
            <a:r>
              <a:rPr lang="en-US" b="1" dirty="0"/>
              <a:t>Document requirements</a:t>
            </a:r>
            <a:r>
              <a:rPr lang="en-US" dirty="0"/>
              <a:t> in an SRS (or </a:t>
            </a:r>
            <a:r>
              <a:rPr lang="en-US" dirty="0" err="1"/>
              <a:t>SyRS</a:t>
            </a:r>
            <a:r>
              <a:rPr lang="en-US" dirty="0"/>
              <a:t>) that follows the standard’s structure.</a:t>
            </a:r>
          </a:p>
          <a:p>
            <a:r>
              <a:rPr lang="en-US" b="1" dirty="0"/>
              <a:t>Maintain traceability</a:t>
            </a:r>
            <a:r>
              <a:rPr lang="en-US" dirty="0"/>
              <a:t> (link requirements ↔ design ↔ test cases ↔ stakeholder needs).</a:t>
            </a:r>
          </a:p>
          <a:p>
            <a:r>
              <a:rPr lang="en-US" b="1" dirty="0"/>
              <a:t>Control changes</a:t>
            </a:r>
            <a:r>
              <a:rPr lang="en-US" dirty="0"/>
              <a:t> using a requirements management process.</a:t>
            </a:r>
          </a:p>
          <a:p>
            <a:r>
              <a:rPr lang="en-US" b="1" dirty="0"/>
              <a:t>Apply verification &amp; validation criteria</a:t>
            </a:r>
            <a:r>
              <a:rPr lang="en-US" dirty="0"/>
              <a:t> to confirm requirements are both correct and testable.</a:t>
            </a:r>
          </a:p>
        </p:txBody>
      </p:sp>
      <p:sp>
        <p:nvSpPr>
          <p:cNvPr id="4" name="Slide Number Placeholder 3"/>
          <p:cNvSpPr>
            <a:spLocks noGrp="1"/>
          </p:cNvSpPr>
          <p:nvPr>
            <p:ph type="sldNum" sz="quarter" idx="5"/>
          </p:nvPr>
        </p:nvSpPr>
        <p:spPr/>
        <p:txBody>
          <a:bodyPr/>
          <a:lstStyle/>
          <a:p>
            <a:fld id="{2EEB0D67-D7BD-4ABE-8D65-14A981A516CF}" type="slidenum">
              <a:rPr lang="en-US" smtClean="0"/>
              <a:t>22</a:t>
            </a:fld>
            <a:endParaRPr lang="en-US"/>
          </a:p>
        </p:txBody>
      </p:sp>
    </p:spTree>
    <p:extLst>
      <p:ext uri="{BB962C8B-B14F-4D97-AF65-F5344CB8AC3E}">
        <p14:creationId xmlns:p14="http://schemas.microsoft.com/office/powerpoint/2010/main" val="259730004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A2F845-6873-195A-E95B-A359B7A5BA9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F1F3306-987C-007D-B861-A2409109913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09C646F-9E7C-33B4-622B-8878A96BC16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168B656-716D-67D7-12DC-19B2652456FF}"/>
              </a:ext>
            </a:extLst>
          </p:cNvPr>
          <p:cNvSpPr>
            <a:spLocks noGrp="1"/>
          </p:cNvSpPr>
          <p:nvPr>
            <p:ph type="sldNum" sz="quarter" idx="5"/>
          </p:nvPr>
        </p:nvSpPr>
        <p:spPr/>
        <p:txBody>
          <a:bodyPr/>
          <a:lstStyle/>
          <a:p>
            <a:fld id="{2EEB0D67-D7BD-4ABE-8D65-14A981A516CF}" type="slidenum">
              <a:rPr lang="en-US" smtClean="0"/>
              <a:t>24</a:t>
            </a:fld>
            <a:endParaRPr lang="en-US"/>
          </a:p>
        </p:txBody>
      </p:sp>
    </p:spTree>
    <p:extLst>
      <p:ext uri="{BB962C8B-B14F-4D97-AF65-F5344CB8AC3E}">
        <p14:creationId xmlns:p14="http://schemas.microsoft.com/office/powerpoint/2010/main" val="307311997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how to organize your requirements:</a:t>
            </a:r>
          </a:p>
          <a:p>
            <a:r>
              <a:rPr lang="en-US" dirty="0"/>
              <a:t>System mode: If the system has different modes</a:t>
            </a:r>
          </a:p>
          <a:p>
            <a:r>
              <a:rPr lang="en-US" dirty="0"/>
              <a:t>User class: By user type interacting with the system</a:t>
            </a:r>
          </a:p>
          <a:p>
            <a:r>
              <a:rPr lang="en-US" dirty="0"/>
              <a:t>Object: Around objects in the system</a:t>
            </a:r>
          </a:p>
          <a:p>
            <a:r>
              <a:rPr lang="en-US" dirty="0"/>
              <a:t>Feature: By features visible to users</a:t>
            </a:r>
          </a:p>
          <a:p>
            <a:r>
              <a:rPr lang="en-US" dirty="0"/>
              <a:t>Stimulus: Based on inputs/events</a:t>
            </a:r>
          </a:p>
          <a:p>
            <a:r>
              <a:rPr lang="en-US" dirty="0"/>
              <a:t>Functional Hierarchy: Based on higher level broken down to lower level requirements</a:t>
            </a:r>
          </a:p>
          <a:p>
            <a:endParaRPr lang="en-US" dirty="0"/>
          </a:p>
          <a:p>
            <a:r>
              <a:rPr lang="en-US" b="1" dirty="0"/>
              <a:t>Complex reactive systems</a:t>
            </a:r>
            <a:r>
              <a:rPr lang="en-US" dirty="0"/>
              <a:t> → System Mode or Stimulus.</a:t>
            </a:r>
          </a:p>
          <a:p>
            <a:r>
              <a:rPr lang="en-US" b="1" dirty="0"/>
              <a:t>Multi-role systems</a:t>
            </a:r>
            <a:r>
              <a:rPr lang="en-US" dirty="0"/>
              <a:t> → User Class.</a:t>
            </a:r>
          </a:p>
          <a:p>
            <a:r>
              <a:rPr lang="en-US" b="1" dirty="0"/>
              <a:t>Object-oriented projects</a:t>
            </a:r>
            <a:r>
              <a:rPr lang="en-US" dirty="0"/>
              <a:t> → Object.</a:t>
            </a:r>
          </a:p>
          <a:p>
            <a:r>
              <a:rPr lang="en-US" b="1" dirty="0"/>
              <a:t>Customer-facing products</a:t>
            </a:r>
            <a:r>
              <a:rPr lang="en-US" dirty="0"/>
              <a:t> → Feature.</a:t>
            </a:r>
          </a:p>
          <a:p>
            <a:r>
              <a:rPr lang="en-US" b="1" dirty="0"/>
              <a:t>Highly functional decompositions</a:t>
            </a:r>
            <a:r>
              <a:rPr lang="en-US" dirty="0"/>
              <a:t> → Functional Hierarchy.</a:t>
            </a:r>
          </a:p>
          <a:p>
            <a:endParaRPr lang="en-US" dirty="0"/>
          </a:p>
        </p:txBody>
      </p:sp>
      <p:sp>
        <p:nvSpPr>
          <p:cNvPr id="4" name="Slide Number Placeholder 3"/>
          <p:cNvSpPr>
            <a:spLocks noGrp="1"/>
          </p:cNvSpPr>
          <p:nvPr>
            <p:ph type="sldNum" sz="quarter" idx="5"/>
          </p:nvPr>
        </p:nvSpPr>
        <p:spPr/>
        <p:txBody>
          <a:bodyPr/>
          <a:lstStyle/>
          <a:p>
            <a:fld id="{2EEB0D67-D7BD-4ABE-8D65-14A981A516CF}" type="slidenum">
              <a:rPr lang="en-US" smtClean="0"/>
              <a:t>25</a:t>
            </a:fld>
            <a:endParaRPr lang="en-US"/>
          </a:p>
        </p:txBody>
      </p:sp>
    </p:spTree>
    <p:extLst>
      <p:ext uri="{BB962C8B-B14F-4D97-AF65-F5344CB8AC3E}">
        <p14:creationId xmlns:p14="http://schemas.microsoft.com/office/powerpoint/2010/main" val="353212060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a:defRPr/>
            </a:pPr>
            <a:fld id="{51CF04A6-2E79-4A9B-8F4A-E1C487863117}" type="slidenum">
              <a:rPr lang="en-US" smtClean="0"/>
              <a:pPr>
                <a:defRPr/>
              </a:pPr>
              <a:t>28</a:t>
            </a:fld>
            <a:endParaRPr lang="en-US"/>
          </a:p>
        </p:txBody>
      </p:sp>
    </p:spTree>
    <p:extLst>
      <p:ext uri="{BB962C8B-B14F-4D97-AF65-F5344CB8AC3E}">
        <p14:creationId xmlns:p14="http://schemas.microsoft.com/office/powerpoint/2010/main" val="356026880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a:defRPr/>
            </a:pPr>
            <a:fld id="{51CF04A6-2E79-4A9B-8F4A-E1C487863117}" type="slidenum">
              <a:rPr lang="en-US" smtClean="0"/>
              <a:pPr>
                <a:defRPr/>
              </a:pPr>
              <a:t>32</a:t>
            </a:fld>
            <a:endParaRPr lang="en-US"/>
          </a:p>
        </p:txBody>
      </p:sp>
    </p:spTree>
    <p:extLst>
      <p:ext uri="{BB962C8B-B14F-4D97-AF65-F5344CB8AC3E}">
        <p14:creationId xmlns:p14="http://schemas.microsoft.com/office/powerpoint/2010/main" val="82521676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5EAAF13C-692A-4A61-8956-A6DBE25531D0}"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40</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95461095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5"/>
          <p:cNvSpPr>
            <a:spLocks noGrp="1" noChangeArrowheads="1"/>
          </p:cNvSpPr>
          <p:nvPr>
            <p:ph type="sldNum" sz="quarter" idx="5"/>
          </p:nvPr>
        </p:nvSpPr>
        <p:spPr>
          <a:ln/>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A271ED4-17FF-4802-9A2B-00A4E9C2C4FE}" type="slidenum">
              <a:rPr kumimoji="0" lang="en-US" sz="12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50</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93250" name="Rectangle 2"/>
          <p:cNvSpPr>
            <a:spLocks noGrp="1" noRot="1" noChangeAspect="1" noChangeArrowheads="1" noTextEdit="1"/>
          </p:cNvSpPr>
          <p:nvPr>
            <p:ph type="sldImg"/>
          </p:nvPr>
        </p:nvSpPr>
        <p:spPr>
          <a:xfrm>
            <a:off x="406400" y="696913"/>
            <a:ext cx="6188075" cy="3481387"/>
          </a:xfrm>
          <a:ln/>
        </p:spPr>
      </p:sp>
      <p:sp>
        <p:nvSpPr>
          <p:cNvPr id="693251" name="Rectangle 3"/>
          <p:cNvSpPr>
            <a:spLocks noGrp="1" noChangeArrowheads="1"/>
          </p:cNvSpPr>
          <p:nvPr>
            <p:ph type="body" idx="1"/>
          </p:nvPr>
        </p:nvSpPr>
        <p:spPr>
          <a:xfrm>
            <a:off x="933558" y="4409758"/>
            <a:ext cx="5130586" cy="4177665"/>
          </a:xfrm>
        </p:spPr>
        <p:txBody>
          <a:bodyPr/>
          <a:lstStyle/>
          <a:p>
            <a:pPr defTabSz="915772"/>
            <a:r>
              <a:rPr lang="en-US" dirty="0"/>
              <a:t>The use case technique is used in </a:t>
            </a:r>
            <a:r>
              <a:rPr lang="en-US" dirty="0">
                <a:hlinkClick r:id="rId3" action="ppaction://hlinkfile" tooltip="Software engineering"/>
              </a:rPr>
              <a:t>software</a:t>
            </a:r>
            <a:r>
              <a:rPr lang="en-US" dirty="0"/>
              <a:t> and </a:t>
            </a:r>
            <a:r>
              <a:rPr lang="en-US" dirty="0">
                <a:hlinkClick r:id="rId4" action="ppaction://hlinkfile" tooltip="Systems engineering"/>
              </a:rPr>
              <a:t>systems engineering</a:t>
            </a:r>
            <a:r>
              <a:rPr lang="en-US" dirty="0"/>
              <a:t> to capture the </a:t>
            </a:r>
            <a:r>
              <a:rPr lang="en-US" dirty="0">
                <a:hlinkClick r:id="rId5" action="ppaction://hlinkfile" tooltip="Functional requirement"/>
              </a:rPr>
              <a:t>functional requirements</a:t>
            </a:r>
            <a:r>
              <a:rPr lang="en-US" dirty="0"/>
              <a:t> of a system. </a:t>
            </a:r>
          </a:p>
          <a:p>
            <a:pPr defTabSz="915772"/>
            <a:endParaRPr lang="en-US" dirty="0"/>
          </a:p>
          <a:p>
            <a:pPr defTabSz="915772"/>
            <a:r>
              <a:rPr lang="en-US" dirty="0"/>
              <a:t>A use case is a text story</a:t>
            </a:r>
          </a:p>
          <a:p>
            <a:pPr defTabSz="915772"/>
            <a:endParaRPr lang="en-US" dirty="0"/>
          </a:p>
          <a:p>
            <a:pPr defTabSz="915772"/>
            <a:r>
              <a:rPr lang="en-US" dirty="0"/>
              <a:t>ATM system may require</a:t>
            </a:r>
            <a:r>
              <a:rPr lang="en-US" baseline="0" dirty="0"/>
              <a:t> 3 scenarios:  withdrawal, deposit, transaction</a:t>
            </a:r>
            <a:endParaRPr lang="en-US" dirty="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5"/>
          <p:cNvSpPr>
            <a:spLocks noGrp="1" noChangeArrowheads="1"/>
          </p:cNvSpPr>
          <p:nvPr>
            <p:ph type="sldNum" sz="quarter" idx="5"/>
          </p:nvPr>
        </p:nvSpPr>
        <p:spPr>
          <a:ln/>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1877A99-1B87-441D-8D01-1EFB1B69F237}" type="slidenum">
              <a:rPr kumimoji="0" lang="en-US" sz="12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51</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97346" name="Rectangle 2"/>
          <p:cNvSpPr>
            <a:spLocks noGrp="1" noRot="1" noChangeAspect="1" noChangeArrowheads="1" noTextEdit="1"/>
          </p:cNvSpPr>
          <p:nvPr>
            <p:ph type="sldImg"/>
          </p:nvPr>
        </p:nvSpPr>
        <p:spPr>
          <a:xfrm>
            <a:off x="406400" y="696913"/>
            <a:ext cx="6188075" cy="3481387"/>
          </a:xfrm>
          <a:ln/>
        </p:spPr>
      </p:sp>
      <p:sp>
        <p:nvSpPr>
          <p:cNvPr id="697347" name="Rectangle 3"/>
          <p:cNvSpPr>
            <a:spLocks noGrp="1" noChangeArrowheads="1"/>
          </p:cNvSpPr>
          <p:nvPr>
            <p:ph type="body" idx="1"/>
          </p:nvPr>
        </p:nvSpPr>
        <p:spPr>
          <a:xfrm>
            <a:off x="933558" y="4409758"/>
            <a:ext cx="5130586" cy="4177665"/>
          </a:xfrm>
        </p:spPr>
        <p:txBody>
          <a:bodyPr/>
          <a:lstStyle/>
          <a:p>
            <a:pPr defTabSz="915772"/>
            <a:r>
              <a:rPr lang="en-US" altLang="en-US" dirty="0"/>
              <a:t>Lets define the modeling elements</a:t>
            </a:r>
            <a:r>
              <a:rPr lang="en-US" altLang="en-US" baseline="0" dirty="0"/>
              <a:t> by going through an example.</a:t>
            </a:r>
            <a:endParaRPr lang="en-US" altLang="en-US" dirty="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5"/>
          <p:cNvSpPr>
            <a:spLocks noGrp="1" noChangeArrowheads="1"/>
          </p:cNvSpPr>
          <p:nvPr>
            <p:ph type="sldNum" sz="quarter" idx="5"/>
          </p:nvPr>
        </p:nvSpPr>
        <p:spPr>
          <a:ln/>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AC9F31C4-A739-4DC6-9CEE-A4BC08933AE2}" type="slidenum">
              <a:rPr kumimoji="0" lang="en-US" sz="12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52</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99394" name="Rectangle 2"/>
          <p:cNvSpPr>
            <a:spLocks noGrp="1" noRot="1" noChangeAspect="1" noChangeArrowheads="1" noTextEdit="1"/>
          </p:cNvSpPr>
          <p:nvPr>
            <p:ph type="sldImg"/>
          </p:nvPr>
        </p:nvSpPr>
        <p:spPr>
          <a:xfrm>
            <a:off x="406400" y="696913"/>
            <a:ext cx="6188075" cy="3481387"/>
          </a:xfrm>
          <a:ln/>
        </p:spPr>
      </p:sp>
      <p:sp>
        <p:nvSpPr>
          <p:cNvPr id="699395" name="Rectangle 3"/>
          <p:cNvSpPr>
            <a:spLocks noGrp="1" noChangeArrowheads="1"/>
          </p:cNvSpPr>
          <p:nvPr>
            <p:ph type="body" idx="1"/>
          </p:nvPr>
        </p:nvSpPr>
        <p:spPr>
          <a:xfrm>
            <a:off x="933558" y="4409758"/>
            <a:ext cx="5130586" cy="4177665"/>
          </a:xfrm>
        </p:spPr>
        <p:txBody>
          <a:bodyPr/>
          <a:lstStyle/>
          <a:p>
            <a:pPr defTabSz="915772"/>
            <a:r>
              <a:rPr lang="en-US" dirty="0"/>
              <a:t>Use cases describe the interaction between a primary </a:t>
            </a:r>
            <a:r>
              <a:rPr lang="en-US" dirty="0">
                <a:hlinkClick r:id="rId3" action="ppaction://hlinkfile" tooltip="Actor (UML)"/>
              </a:rPr>
              <a:t>Actor</a:t>
            </a:r>
            <a:r>
              <a:rPr lang="en-US" dirty="0"/>
              <a:t> (the initiator of the interaction) and the system itself, represented as a sequence of simple steps. </a:t>
            </a:r>
          </a:p>
          <a:p>
            <a:pPr defTabSz="915772"/>
            <a:endParaRPr lang="en-US" dirty="0"/>
          </a:p>
          <a:p>
            <a:pPr defTabSz="915772"/>
            <a:r>
              <a:rPr lang="en-US" dirty="0"/>
              <a:t>Actors are something or someone which exist outside the system under study, and that take part in a sequence of activities in a dialogue with the system to achieve some goal. They may be end users, other systems, or hardware devices. Each use case is a complete series of </a:t>
            </a:r>
            <a:r>
              <a:rPr lang="en-US" dirty="0">
                <a:hlinkClick r:id="rId4" action="ppaction://hlinkfile" tooltip="Event (computing)"/>
              </a:rPr>
              <a:t>events</a:t>
            </a:r>
            <a:r>
              <a:rPr lang="en-US" dirty="0"/>
              <a:t>, described from the point of view of the Actor.</a:t>
            </a:r>
            <a:endParaRPr lang="en-US" altLang="en-US" dirty="0"/>
          </a:p>
          <a:p>
            <a:pPr defTabSz="915772"/>
            <a:endParaRPr lang="en-US" altLang="en-US" dirty="0"/>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5"/>
          <p:cNvSpPr>
            <a:spLocks noGrp="1" noChangeArrowheads="1"/>
          </p:cNvSpPr>
          <p:nvPr>
            <p:ph type="sldNum" sz="quarter" idx="5"/>
          </p:nvPr>
        </p:nvSpPr>
        <p:spPr>
          <a:ln/>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B879B618-A932-4839-830E-8597654D0D8E}" type="slidenum">
              <a:rPr kumimoji="0" lang="en-US" sz="12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53</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01442" name="Rectangle 2"/>
          <p:cNvSpPr>
            <a:spLocks noGrp="1" noRot="1" noChangeAspect="1" noChangeArrowheads="1" noTextEdit="1"/>
          </p:cNvSpPr>
          <p:nvPr>
            <p:ph type="sldImg"/>
          </p:nvPr>
        </p:nvSpPr>
        <p:spPr>
          <a:xfrm>
            <a:off x="406400" y="696913"/>
            <a:ext cx="6188075" cy="3481387"/>
          </a:xfrm>
          <a:ln/>
        </p:spPr>
      </p:sp>
      <p:sp>
        <p:nvSpPr>
          <p:cNvPr id="701443" name="Rectangle 3"/>
          <p:cNvSpPr>
            <a:spLocks noGrp="1" noChangeArrowheads="1"/>
          </p:cNvSpPr>
          <p:nvPr>
            <p:ph type="body" idx="1"/>
          </p:nvPr>
        </p:nvSpPr>
        <p:spPr>
          <a:xfrm>
            <a:off x="933558" y="4409758"/>
            <a:ext cx="5130586" cy="4177665"/>
          </a:xfrm>
        </p:spPr>
        <p:txBody>
          <a:bodyPr/>
          <a:lstStyle/>
          <a:p>
            <a:pPr defTabSz="915772"/>
            <a:r>
              <a:rPr lang="en-US" altLang="en-US" dirty="0"/>
              <a:t>Context diagram</a:t>
            </a:r>
            <a:r>
              <a:rPr lang="en-US" altLang="en-US" baseline="0" dirty="0"/>
              <a:t> shows the boundary of a system- what lies outside of it and how it gets used</a:t>
            </a:r>
            <a:endParaRPr lang="en-US" altLang="en-US" dirty="0"/>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5"/>
          <p:cNvSpPr>
            <a:spLocks noGrp="1" noChangeArrowheads="1"/>
          </p:cNvSpPr>
          <p:nvPr>
            <p:ph type="sldNum" sz="quarter" idx="5"/>
          </p:nvPr>
        </p:nvSpPr>
        <p:spPr>
          <a:ln/>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8EBB4C47-271F-4530-A315-97A8ADDF5F84}" type="slidenum">
              <a:rPr kumimoji="0" lang="en-US" sz="12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54</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03490" name="Rectangle 2"/>
          <p:cNvSpPr>
            <a:spLocks noGrp="1" noRot="1" noChangeAspect="1" noChangeArrowheads="1" noTextEdit="1"/>
          </p:cNvSpPr>
          <p:nvPr>
            <p:ph type="sldImg"/>
          </p:nvPr>
        </p:nvSpPr>
        <p:spPr>
          <a:xfrm>
            <a:off x="406400" y="696913"/>
            <a:ext cx="6188075" cy="3481387"/>
          </a:xfrm>
          <a:ln/>
        </p:spPr>
      </p:sp>
      <p:sp>
        <p:nvSpPr>
          <p:cNvPr id="703491" name="Rectangle 3"/>
          <p:cNvSpPr>
            <a:spLocks noGrp="1" noChangeArrowheads="1"/>
          </p:cNvSpPr>
          <p:nvPr>
            <p:ph type="body" idx="1"/>
          </p:nvPr>
        </p:nvSpPr>
        <p:spPr>
          <a:xfrm>
            <a:off x="933558" y="4409758"/>
            <a:ext cx="5130586" cy="4177665"/>
          </a:xfrm>
        </p:spPr>
        <p:txBody>
          <a:bodyPr/>
          <a:lstStyle/>
          <a:p>
            <a:pPr defTabSz="915772"/>
            <a:r>
              <a:rPr lang="en-US" altLang="en-US" dirty="0"/>
              <a:t>Scenario:</a:t>
            </a:r>
            <a:r>
              <a:rPr lang="en-US" altLang="en-US" baseline="0" dirty="0"/>
              <a:t> a specific sequence of actions and interactions between actors and the system</a:t>
            </a:r>
          </a:p>
          <a:p>
            <a:pPr defTabSz="915772"/>
            <a:endParaRPr lang="en-US" altLang="en-US" baseline="0" dirty="0"/>
          </a:p>
          <a:p>
            <a:pPr defTabSz="915772"/>
            <a:r>
              <a:rPr lang="en-US" altLang="en-US" baseline="0" dirty="0"/>
              <a:t>You don’t’ want too many scenarios – on one hand it will reduce the complexity of the system – on the other hand it will be difficult to coordinate and schedule the design of the system.</a:t>
            </a:r>
            <a:endParaRPr lang="en-US" altLang="en-US" dirty="0"/>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5"/>
          <p:cNvSpPr>
            <a:spLocks noGrp="1" noChangeArrowheads="1"/>
          </p:cNvSpPr>
          <p:nvPr>
            <p:ph type="sldNum" sz="quarter" idx="5"/>
          </p:nvPr>
        </p:nvSpPr>
        <p:spPr>
          <a:ln/>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877F5ACB-1BEE-45BE-92EE-973F192B0304}" type="slidenum">
              <a:rPr kumimoji="0" lang="en-US" sz="12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56</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05538" name="Rectangle 2"/>
          <p:cNvSpPr>
            <a:spLocks noGrp="1" noRot="1" noChangeAspect="1" noChangeArrowheads="1" noTextEdit="1"/>
          </p:cNvSpPr>
          <p:nvPr>
            <p:ph type="sldImg"/>
          </p:nvPr>
        </p:nvSpPr>
        <p:spPr>
          <a:xfrm>
            <a:off x="406400" y="696913"/>
            <a:ext cx="6188075" cy="3481387"/>
          </a:xfrm>
          <a:ln/>
        </p:spPr>
      </p:sp>
      <p:sp>
        <p:nvSpPr>
          <p:cNvPr id="705539" name="Rectangle 3"/>
          <p:cNvSpPr>
            <a:spLocks noGrp="1" noChangeArrowheads="1"/>
          </p:cNvSpPr>
          <p:nvPr>
            <p:ph type="body" idx="1"/>
          </p:nvPr>
        </p:nvSpPr>
        <p:spPr>
          <a:xfrm>
            <a:off x="933558" y="4409758"/>
            <a:ext cx="5130586" cy="4177665"/>
          </a:xfrm>
        </p:spPr>
        <p:txBody>
          <a:bodyPr/>
          <a:lstStyle/>
          <a:p>
            <a:pPr defTabSz="915772"/>
            <a:endParaRPr lang="en-US" altLang="en-US" dirty="0"/>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5"/>
          <p:cNvSpPr>
            <a:spLocks noGrp="1" noChangeArrowheads="1"/>
          </p:cNvSpPr>
          <p:nvPr>
            <p:ph type="sldNum" sz="quarter" idx="5"/>
          </p:nvPr>
        </p:nvSpPr>
        <p:spPr>
          <a:ln/>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75538B5A-0D70-4900-8E9A-2F4B1077A281}" type="slidenum">
              <a:rPr kumimoji="0" lang="en-US" sz="12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57</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15778" name="Rectangle 2"/>
          <p:cNvSpPr>
            <a:spLocks noGrp="1" noRot="1" noChangeAspect="1" noChangeArrowheads="1" noTextEdit="1"/>
          </p:cNvSpPr>
          <p:nvPr>
            <p:ph type="sldImg"/>
          </p:nvPr>
        </p:nvSpPr>
        <p:spPr>
          <a:xfrm>
            <a:off x="406400" y="696913"/>
            <a:ext cx="6188075" cy="3481387"/>
          </a:xfrm>
          <a:ln/>
        </p:spPr>
      </p:sp>
      <p:sp>
        <p:nvSpPr>
          <p:cNvPr id="715779" name="Rectangle 3"/>
          <p:cNvSpPr>
            <a:spLocks noGrp="1" noChangeArrowheads="1"/>
          </p:cNvSpPr>
          <p:nvPr>
            <p:ph type="body" idx="1"/>
          </p:nvPr>
        </p:nvSpPr>
        <p:spPr>
          <a:xfrm>
            <a:off x="933558" y="4409758"/>
            <a:ext cx="5130586" cy="4177665"/>
          </a:xfrm>
        </p:spPr>
        <p:txBody>
          <a:bodyPr/>
          <a:lstStyle/>
          <a:p>
            <a:pPr defTabSz="915772"/>
            <a:r>
              <a:rPr lang="en-US" altLang="en-US" dirty="0"/>
              <a:t>A typical,</a:t>
            </a:r>
            <a:r>
              <a:rPr lang="en-US" altLang="en-US" baseline="0" dirty="0"/>
              <a:t> unconditional happy path scenario of success</a:t>
            </a:r>
            <a:endParaRPr lang="en-US" altLang="en-US" dirty="0"/>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5"/>
          <p:cNvSpPr>
            <a:spLocks noGrp="1" noChangeArrowheads="1"/>
          </p:cNvSpPr>
          <p:nvPr>
            <p:ph type="sldNum" sz="quarter" idx="5"/>
          </p:nvPr>
        </p:nvSpPr>
        <p:spPr>
          <a:ln/>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4B505BF-39E6-4BC8-9545-136D944976DF}" type="slidenum">
              <a:rPr kumimoji="0" lang="en-US" sz="12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58</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17826" name="Rectangle 2"/>
          <p:cNvSpPr>
            <a:spLocks noGrp="1" noRot="1" noChangeAspect="1" noChangeArrowheads="1" noTextEdit="1"/>
          </p:cNvSpPr>
          <p:nvPr>
            <p:ph type="sldImg"/>
          </p:nvPr>
        </p:nvSpPr>
        <p:spPr>
          <a:xfrm>
            <a:off x="406400" y="696913"/>
            <a:ext cx="6188075" cy="3481387"/>
          </a:xfrm>
          <a:ln/>
        </p:spPr>
      </p:sp>
      <p:sp>
        <p:nvSpPr>
          <p:cNvPr id="717827" name="Rectangle 3"/>
          <p:cNvSpPr>
            <a:spLocks noGrp="1" noChangeArrowheads="1"/>
          </p:cNvSpPr>
          <p:nvPr>
            <p:ph type="body" idx="1"/>
          </p:nvPr>
        </p:nvSpPr>
        <p:spPr>
          <a:xfrm>
            <a:off x="933558" y="4409758"/>
            <a:ext cx="5130586" cy="4177665"/>
          </a:xfrm>
        </p:spPr>
        <p:txBody>
          <a:bodyPr/>
          <a:lstStyle/>
          <a:p>
            <a:pPr defTabSz="915772"/>
            <a:endParaRPr lang="en-US" altLang="en-US" dirty="0"/>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4.png"/><Relationship Id="rId1" Type="http://schemas.openxmlformats.org/officeDocument/2006/relationships/slideMaster" Target="../slideMasters/slideMaster2.xml"/><Relationship Id="rId5" Type="http://schemas.microsoft.com/office/2007/relationships/hdphoto" Target="../media/hdphoto1.wdp"/><Relationship Id="rId4" Type="http://schemas.openxmlformats.org/officeDocument/2006/relationships/image" Target="../media/image3.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4.png"/><Relationship Id="rId1" Type="http://schemas.openxmlformats.org/officeDocument/2006/relationships/slideMaster" Target="../slideMasters/slideMaster2.xml"/><Relationship Id="rId5" Type="http://schemas.microsoft.com/office/2007/relationships/hdphoto" Target="../media/hdphoto1.wdp"/><Relationship Id="rId4" Type="http://schemas.openxmlformats.org/officeDocument/2006/relationships/image" Target="../media/image3.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4.png"/><Relationship Id="rId1" Type="http://schemas.openxmlformats.org/officeDocument/2006/relationships/slideMaster" Target="../slideMasters/slideMaster2.xml"/><Relationship Id="rId5" Type="http://schemas.microsoft.com/office/2007/relationships/hdphoto" Target="../media/hdphoto1.wdp"/><Relationship Id="rId4" Type="http://schemas.openxmlformats.org/officeDocument/2006/relationships/image" Target="../media/image2.png"/></Relationships>
</file>

<file path=ppt/slideLayouts/_rels/slideLayout20.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4.png"/><Relationship Id="rId1" Type="http://schemas.openxmlformats.org/officeDocument/2006/relationships/slideMaster" Target="../slideMasters/slideMaster2.xml"/><Relationship Id="rId5" Type="http://schemas.microsoft.com/office/2007/relationships/hdphoto" Target="../media/hdphoto1.wdp"/><Relationship Id="rId4" Type="http://schemas.openxmlformats.org/officeDocument/2006/relationships/image" Target="../media/image2.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07C918-20C2-4BAB-2D2C-B38AE8C151ED}"/>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F1EBEC92-6DCA-9FD0-EEEC-EC003BAAEED3}"/>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28DCE859-F241-0ACD-8897-7F12712DA650}"/>
              </a:ext>
            </a:extLst>
          </p:cNvPr>
          <p:cNvSpPr>
            <a:spLocks noGrp="1"/>
          </p:cNvSpPr>
          <p:nvPr>
            <p:ph type="dt" sz="half" idx="10"/>
          </p:nvPr>
        </p:nvSpPr>
        <p:spPr/>
        <p:txBody>
          <a:bodyPr/>
          <a:lstStyle/>
          <a:p>
            <a:fld id="{ACA447D8-8AC1-4F6E-9E5B-00C19390EE7F}" type="datetime1">
              <a:rPr lang="en-US" smtClean="0"/>
              <a:t>9/10/25</a:t>
            </a:fld>
            <a:endParaRPr lang="en-US"/>
          </a:p>
        </p:txBody>
      </p:sp>
      <p:sp>
        <p:nvSpPr>
          <p:cNvPr id="5" name="Footer Placeholder 4">
            <a:extLst>
              <a:ext uri="{FF2B5EF4-FFF2-40B4-BE49-F238E27FC236}">
                <a16:creationId xmlns:a16="http://schemas.microsoft.com/office/drawing/2014/main" id="{C79E2907-09B0-78FC-8E76-F74A8E0CDB8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B597F20-8B1F-2B59-A47F-D2A290CCB583}"/>
              </a:ext>
            </a:extLst>
          </p:cNvPr>
          <p:cNvSpPr>
            <a:spLocks noGrp="1"/>
          </p:cNvSpPr>
          <p:nvPr>
            <p:ph type="sldNum" sz="quarter" idx="12"/>
          </p:nvPr>
        </p:nvSpPr>
        <p:spPr/>
        <p:txBody>
          <a:bodyPr/>
          <a:lstStyle/>
          <a:p>
            <a:fld id="{7DF6DEEC-D04A-4FF0-9A08-7D39859C24F4}" type="slidenum">
              <a:rPr lang="en-US" smtClean="0"/>
              <a:t>‹#›</a:t>
            </a:fld>
            <a:endParaRPr lang="en-US"/>
          </a:p>
        </p:txBody>
      </p:sp>
    </p:spTree>
    <p:extLst>
      <p:ext uri="{BB962C8B-B14F-4D97-AF65-F5344CB8AC3E}">
        <p14:creationId xmlns:p14="http://schemas.microsoft.com/office/powerpoint/2010/main" val="68781958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99508D-A5CB-45B7-DFB8-E0234B5D68C7}"/>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23A123E2-C76D-1127-FF35-AF6FD2741AFC}"/>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9047F7C-981C-F881-53A9-E96CA035C949}"/>
              </a:ext>
            </a:extLst>
          </p:cNvPr>
          <p:cNvSpPr>
            <a:spLocks noGrp="1"/>
          </p:cNvSpPr>
          <p:nvPr>
            <p:ph type="dt" sz="half" idx="10"/>
          </p:nvPr>
        </p:nvSpPr>
        <p:spPr/>
        <p:txBody>
          <a:bodyPr/>
          <a:lstStyle/>
          <a:p>
            <a:fld id="{BBB0D907-D3FB-41EB-AA55-1982F1FD0640}" type="datetime1">
              <a:rPr lang="en-US" smtClean="0"/>
              <a:t>9/10/25</a:t>
            </a:fld>
            <a:endParaRPr lang="en-US"/>
          </a:p>
        </p:txBody>
      </p:sp>
      <p:sp>
        <p:nvSpPr>
          <p:cNvPr id="5" name="Footer Placeholder 4">
            <a:extLst>
              <a:ext uri="{FF2B5EF4-FFF2-40B4-BE49-F238E27FC236}">
                <a16:creationId xmlns:a16="http://schemas.microsoft.com/office/drawing/2014/main" id="{28D6235E-DC6E-FFCF-3638-E9FD3D93BB8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85FBAD0-D5F2-409D-7051-0BF8E5C760A4}"/>
              </a:ext>
            </a:extLst>
          </p:cNvPr>
          <p:cNvSpPr>
            <a:spLocks noGrp="1"/>
          </p:cNvSpPr>
          <p:nvPr>
            <p:ph type="sldNum" sz="quarter" idx="12"/>
          </p:nvPr>
        </p:nvSpPr>
        <p:spPr/>
        <p:txBody>
          <a:bodyPr/>
          <a:lstStyle/>
          <a:p>
            <a:fld id="{7DF6DEEC-D04A-4FF0-9A08-7D39859C24F4}" type="slidenum">
              <a:rPr lang="en-US" smtClean="0"/>
              <a:t>‹#›</a:t>
            </a:fld>
            <a:endParaRPr lang="en-US"/>
          </a:p>
        </p:txBody>
      </p:sp>
    </p:spTree>
    <p:extLst>
      <p:ext uri="{BB962C8B-B14F-4D97-AF65-F5344CB8AC3E}">
        <p14:creationId xmlns:p14="http://schemas.microsoft.com/office/powerpoint/2010/main" val="36511108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AB4BA50-CCB1-0778-8762-8CBCE629EE3E}"/>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054D12CA-35D1-D5FB-4A46-B048631B4F93}"/>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DE4A9003-34ED-8574-A5D0-D68DF02C11BC}"/>
              </a:ext>
            </a:extLst>
          </p:cNvPr>
          <p:cNvSpPr>
            <a:spLocks noGrp="1"/>
          </p:cNvSpPr>
          <p:nvPr>
            <p:ph type="dt" sz="half" idx="10"/>
          </p:nvPr>
        </p:nvSpPr>
        <p:spPr/>
        <p:txBody>
          <a:bodyPr/>
          <a:lstStyle/>
          <a:p>
            <a:fld id="{FE553AE0-20D1-414C-8B82-A61997BD117C}" type="datetime1">
              <a:rPr lang="en-US" smtClean="0"/>
              <a:t>9/10/25</a:t>
            </a:fld>
            <a:endParaRPr lang="en-US"/>
          </a:p>
        </p:txBody>
      </p:sp>
      <p:sp>
        <p:nvSpPr>
          <p:cNvPr id="5" name="Footer Placeholder 4">
            <a:extLst>
              <a:ext uri="{FF2B5EF4-FFF2-40B4-BE49-F238E27FC236}">
                <a16:creationId xmlns:a16="http://schemas.microsoft.com/office/drawing/2014/main" id="{441C3AAF-63D0-E92C-34FB-915DFC31D3C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1642D99-D592-A100-609F-1B765442DAA7}"/>
              </a:ext>
            </a:extLst>
          </p:cNvPr>
          <p:cNvSpPr>
            <a:spLocks noGrp="1"/>
          </p:cNvSpPr>
          <p:nvPr>
            <p:ph type="sldNum" sz="quarter" idx="12"/>
          </p:nvPr>
        </p:nvSpPr>
        <p:spPr/>
        <p:txBody>
          <a:bodyPr/>
          <a:lstStyle/>
          <a:p>
            <a:fld id="{7DF6DEEC-D04A-4FF0-9A08-7D39859C24F4}" type="slidenum">
              <a:rPr lang="en-US" smtClean="0"/>
              <a:t>‹#›</a:t>
            </a:fld>
            <a:endParaRPr lang="en-US"/>
          </a:p>
        </p:txBody>
      </p:sp>
    </p:spTree>
    <p:extLst>
      <p:ext uri="{BB962C8B-B14F-4D97-AF65-F5344CB8AC3E}">
        <p14:creationId xmlns:p14="http://schemas.microsoft.com/office/powerpoint/2010/main" val="49051079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1659A0-0E7A-0289-E156-75F93A91FB64}"/>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CD0B8049-D55B-127E-E17C-FED9FB5C25DD}"/>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DD8B8108-D3D6-C73B-323C-0AA408D15EDA}"/>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07192B38-E8CF-F470-2F9A-6C54367E0499}"/>
              </a:ext>
            </a:extLst>
          </p:cNvPr>
          <p:cNvSpPr>
            <a:spLocks noGrp="1"/>
          </p:cNvSpPr>
          <p:nvPr>
            <p:ph type="dt" sz="half" idx="10"/>
          </p:nvPr>
        </p:nvSpPr>
        <p:spPr/>
        <p:txBody>
          <a:bodyPr/>
          <a:lstStyle/>
          <a:p>
            <a:fld id="{94A8535A-8962-4943-81E4-708869FA2AB8}" type="datetime1">
              <a:rPr lang="en-US" smtClean="0"/>
              <a:t>9/10/25</a:t>
            </a:fld>
            <a:endParaRPr lang="en-US"/>
          </a:p>
        </p:txBody>
      </p:sp>
      <p:sp>
        <p:nvSpPr>
          <p:cNvPr id="6" name="Footer Placeholder 5">
            <a:extLst>
              <a:ext uri="{FF2B5EF4-FFF2-40B4-BE49-F238E27FC236}">
                <a16:creationId xmlns:a16="http://schemas.microsoft.com/office/drawing/2014/main" id="{A16FA0BC-9D1A-47D4-1A57-1F8421467FD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3AEA9EB2-322A-250C-066B-6BFBB89F190C}"/>
              </a:ext>
            </a:extLst>
          </p:cNvPr>
          <p:cNvSpPr>
            <a:spLocks noGrp="1"/>
          </p:cNvSpPr>
          <p:nvPr>
            <p:ph type="sldNum" sz="quarter" idx="12"/>
          </p:nvPr>
        </p:nvSpPr>
        <p:spPr/>
        <p:txBody>
          <a:bodyPr/>
          <a:lstStyle/>
          <a:p>
            <a:fld id="{7DF6DEEC-D04A-4FF0-9A08-7D39859C24F4}" type="slidenum">
              <a:rPr lang="en-US" smtClean="0"/>
              <a:t>‹#›</a:t>
            </a:fld>
            <a:endParaRPr lang="en-US"/>
          </a:p>
        </p:txBody>
      </p:sp>
    </p:spTree>
    <p:extLst>
      <p:ext uri="{BB962C8B-B14F-4D97-AF65-F5344CB8AC3E}">
        <p14:creationId xmlns:p14="http://schemas.microsoft.com/office/powerpoint/2010/main" val="422723249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761091-B280-D020-B87F-56A5C7998025}"/>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625A241C-2CEA-2888-11BA-513E3DAE9CA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66D3E2FF-9950-99FF-33E5-E58F4F63B54A}"/>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1AA4D120-887B-C7E7-84E5-E8638EFFEE55}"/>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7630BC97-3A89-E6D7-1140-51C25937DE9A}"/>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B64872CC-523B-EDFF-B07C-A988FF25E337}"/>
              </a:ext>
            </a:extLst>
          </p:cNvPr>
          <p:cNvSpPr>
            <a:spLocks noGrp="1"/>
          </p:cNvSpPr>
          <p:nvPr>
            <p:ph type="dt" sz="half" idx="10"/>
          </p:nvPr>
        </p:nvSpPr>
        <p:spPr/>
        <p:txBody>
          <a:bodyPr/>
          <a:lstStyle/>
          <a:p>
            <a:fld id="{6E1C5258-72E0-4CCB-A1D9-12184F381899}" type="datetime1">
              <a:rPr lang="en-US" smtClean="0"/>
              <a:t>9/10/25</a:t>
            </a:fld>
            <a:endParaRPr lang="en-US"/>
          </a:p>
        </p:txBody>
      </p:sp>
      <p:sp>
        <p:nvSpPr>
          <p:cNvPr id="8" name="Footer Placeholder 7">
            <a:extLst>
              <a:ext uri="{FF2B5EF4-FFF2-40B4-BE49-F238E27FC236}">
                <a16:creationId xmlns:a16="http://schemas.microsoft.com/office/drawing/2014/main" id="{B7DC73F5-4907-67F9-6775-0034061F0789}"/>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2A923B05-41DD-9B73-E688-AD4D5574B596}"/>
              </a:ext>
            </a:extLst>
          </p:cNvPr>
          <p:cNvSpPr>
            <a:spLocks noGrp="1"/>
          </p:cNvSpPr>
          <p:nvPr>
            <p:ph type="sldNum" sz="quarter" idx="12"/>
          </p:nvPr>
        </p:nvSpPr>
        <p:spPr/>
        <p:txBody>
          <a:bodyPr/>
          <a:lstStyle/>
          <a:p>
            <a:fld id="{7DF6DEEC-D04A-4FF0-9A08-7D39859C24F4}" type="slidenum">
              <a:rPr lang="en-US" smtClean="0"/>
              <a:t>‹#›</a:t>
            </a:fld>
            <a:endParaRPr lang="en-US"/>
          </a:p>
        </p:txBody>
      </p:sp>
    </p:spTree>
    <p:extLst>
      <p:ext uri="{BB962C8B-B14F-4D97-AF65-F5344CB8AC3E}">
        <p14:creationId xmlns:p14="http://schemas.microsoft.com/office/powerpoint/2010/main" val="419934340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EFDD47-9F9D-1C4B-2165-9A53BB6C0DED}"/>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370D5964-9C5D-EA8F-DA52-78E3261CB8DC}"/>
              </a:ext>
            </a:extLst>
          </p:cNvPr>
          <p:cNvSpPr>
            <a:spLocks noGrp="1"/>
          </p:cNvSpPr>
          <p:nvPr>
            <p:ph type="dt" sz="half" idx="10"/>
          </p:nvPr>
        </p:nvSpPr>
        <p:spPr/>
        <p:txBody>
          <a:bodyPr/>
          <a:lstStyle/>
          <a:p>
            <a:fld id="{83256BD8-E15E-4017-9997-EB0793359529}" type="datetime1">
              <a:rPr lang="en-US" smtClean="0"/>
              <a:t>9/10/25</a:t>
            </a:fld>
            <a:endParaRPr lang="en-US"/>
          </a:p>
        </p:txBody>
      </p:sp>
      <p:sp>
        <p:nvSpPr>
          <p:cNvPr id="4" name="Footer Placeholder 3">
            <a:extLst>
              <a:ext uri="{FF2B5EF4-FFF2-40B4-BE49-F238E27FC236}">
                <a16:creationId xmlns:a16="http://schemas.microsoft.com/office/drawing/2014/main" id="{9DA55C0A-7735-2D52-EEA5-234D791159CD}"/>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4BDC1569-42A8-98D0-16F3-B183232AB6EF}"/>
              </a:ext>
            </a:extLst>
          </p:cNvPr>
          <p:cNvSpPr>
            <a:spLocks noGrp="1"/>
          </p:cNvSpPr>
          <p:nvPr>
            <p:ph type="sldNum" sz="quarter" idx="12"/>
          </p:nvPr>
        </p:nvSpPr>
        <p:spPr/>
        <p:txBody>
          <a:bodyPr/>
          <a:lstStyle/>
          <a:p>
            <a:fld id="{7DF6DEEC-D04A-4FF0-9A08-7D39859C24F4}" type="slidenum">
              <a:rPr lang="en-US" smtClean="0"/>
              <a:t>‹#›</a:t>
            </a:fld>
            <a:endParaRPr lang="en-US"/>
          </a:p>
        </p:txBody>
      </p:sp>
    </p:spTree>
    <p:extLst>
      <p:ext uri="{BB962C8B-B14F-4D97-AF65-F5344CB8AC3E}">
        <p14:creationId xmlns:p14="http://schemas.microsoft.com/office/powerpoint/2010/main" val="76620311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288B3E13-7EA6-3D73-648A-2D0D227431A4}"/>
              </a:ext>
            </a:extLst>
          </p:cNvPr>
          <p:cNvSpPr>
            <a:spLocks noGrp="1"/>
          </p:cNvSpPr>
          <p:nvPr>
            <p:ph type="dt" sz="half" idx="10"/>
          </p:nvPr>
        </p:nvSpPr>
        <p:spPr/>
        <p:txBody>
          <a:bodyPr/>
          <a:lstStyle/>
          <a:p>
            <a:fld id="{EF2E55EB-BE22-44AE-9389-D41FB34AD701}" type="datetime1">
              <a:rPr lang="en-US" smtClean="0"/>
              <a:t>9/10/25</a:t>
            </a:fld>
            <a:endParaRPr lang="en-US"/>
          </a:p>
        </p:txBody>
      </p:sp>
      <p:sp>
        <p:nvSpPr>
          <p:cNvPr id="3" name="Footer Placeholder 2">
            <a:extLst>
              <a:ext uri="{FF2B5EF4-FFF2-40B4-BE49-F238E27FC236}">
                <a16:creationId xmlns:a16="http://schemas.microsoft.com/office/drawing/2014/main" id="{8B331C45-823D-48D6-E882-B9E105D231EA}"/>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BDC9D351-3EEA-D614-A892-FFF26DE280FF}"/>
              </a:ext>
            </a:extLst>
          </p:cNvPr>
          <p:cNvSpPr>
            <a:spLocks noGrp="1"/>
          </p:cNvSpPr>
          <p:nvPr>
            <p:ph type="sldNum" sz="quarter" idx="12"/>
          </p:nvPr>
        </p:nvSpPr>
        <p:spPr/>
        <p:txBody>
          <a:bodyPr/>
          <a:lstStyle/>
          <a:p>
            <a:fld id="{7DF6DEEC-D04A-4FF0-9A08-7D39859C24F4}" type="slidenum">
              <a:rPr lang="en-US" smtClean="0"/>
              <a:t>‹#›</a:t>
            </a:fld>
            <a:endParaRPr lang="en-US"/>
          </a:p>
        </p:txBody>
      </p:sp>
    </p:spTree>
    <p:extLst>
      <p:ext uri="{BB962C8B-B14F-4D97-AF65-F5344CB8AC3E}">
        <p14:creationId xmlns:p14="http://schemas.microsoft.com/office/powerpoint/2010/main" val="123184284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055A8B-50D0-83FB-2159-2B579DF22B2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B3ABC32D-920C-1C24-48E6-CC3109972B58}"/>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73299DDF-0A0B-9DA1-5CD4-A91ADE0671F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68DF80B-BCA3-4FB3-6DCB-9B98EF772FDD}"/>
              </a:ext>
            </a:extLst>
          </p:cNvPr>
          <p:cNvSpPr>
            <a:spLocks noGrp="1"/>
          </p:cNvSpPr>
          <p:nvPr>
            <p:ph type="dt" sz="half" idx="10"/>
          </p:nvPr>
        </p:nvSpPr>
        <p:spPr/>
        <p:txBody>
          <a:bodyPr/>
          <a:lstStyle/>
          <a:p>
            <a:fld id="{AABC5388-C0C9-4171-B540-13861F1B02DC}" type="datetime1">
              <a:rPr lang="en-US" smtClean="0"/>
              <a:t>9/10/25</a:t>
            </a:fld>
            <a:endParaRPr lang="en-US"/>
          </a:p>
        </p:txBody>
      </p:sp>
      <p:sp>
        <p:nvSpPr>
          <p:cNvPr id="6" name="Footer Placeholder 5">
            <a:extLst>
              <a:ext uri="{FF2B5EF4-FFF2-40B4-BE49-F238E27FC236}">
                <a16:creationId xmlns:a16="http://schemas.microsoft.com/office/drawing/2014/main" id="{757FE636-FDF9-6C74-F1B2-FE52D6F4BE5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2ABD3ED8-4EFE-38B7-5C03-FB19B9DC8EB4}"/>
              </a:ext>
            </a:extLst>
          </p:cNvPr>
          <p:cNvSpPr>
            <a:spLocks noGrp="1"/>
          </p:cNvSpPr>
          <p:nvPr>
            <p:ph type="sldNum" sz="quarter" idx="12"/>
          </p:nvPr>
        </p:nvSpPr>
        <p:spPr/>
        <p:txBody>
          <a:bodyPr/>
          <a:lstStyle/>
          <a:p>
            <a:fld id="{7DF6DEEC-D04A-4FF0-9A08-7D39859C24F4}" type="slidenum">
              <a:rPr lang="en-US" smtClean="0"/>
              <a:t>‹#›</a:t>
            </a:fld>
            <a:endParaRPr lang="en-US"/>
          </a:p>
        </p:txBody>
      </p:sp>
    </p:spTree>
    <p:extLst>
      <p:ext uri="{BB962C8B-B14F-4D97-AF65-F5344CB8AC3E}">
        <p14:creationId xmlns:p14="http://schemas.microsoft.com/office/powerpoint/2010/main" val="90345887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0104E8-D094-B7C7-0658-D030AD44C24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B73528A8-9417-066D-515E-B2BFDB456B4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54A661CA-CB31-CE95-59EB-199EB01FE30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BC3D29A-7780-32C6-BCE9-DA203FC78169}"/>
              </a:ext>
            </a:extLst>
          </p:cNvPr>
          <p:cNvSpPr>
            <a:spLocks noGrp="1"/>
          </p:cNvSpPr>
          <p:nvPr>
            <p:ph type="dt" sz="half" idx="10"/>
          </p:nvPr>
        </p:nvSpPr>
        <p:spPr/>
        <p:txBody>
          <a:bodyPr/>
          <a:lstStyle/>
          <a:p>
            <a:fld id="{1B85E56D-9F5F-4CDC-A794-097DB3E2F619}" type="datetime1">
              <a:rPr lang="en-US" smtClean="0"/>
              <a:t>9/10/25</a:t>
            </a:fld>
            <a:endParaRPr lang="en-US"/>
          </a:p>
        </p:txBody>
      </p:sp>
      <p:sp>
        <p:nvSpPr>
          <p:cNvPr id="6" name="Footer Placeholder 5">
            <a:extLst>
              <a:ext uri="{FF2B5EF4-FFF2-40B4-BE49-F238E27FC236}">
                <a16:creationId xmlns:a16="http://schemas.microsoft.com/office/drawing/2014/main" id="{0249631F-67E1-EBBB-7362-1A69C42F2BEA}"/>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CA0B73C7-BEDB-BE2F-217E-6FEBC3818327}"/>
              </a:ext>
            </a:extLst>
          </p:cNvPr>
          <p:cNvSpPr>
            <a:spLocks noGrp="1"/>
          </p:cNvSpPr>
          <p:nvPr>
            <p:ph type="sldNum" sz="quarter" idx="12"/>
          </p:nvPr>
        </p:nvSpPr>
        <p:spPr/>
        <p:txBody>
          <a:bodyPr/>
          <a:lstStyle/>
          <a:p>
            <a:fld id="{7DF6DEEC-D04A-4FF0-9A08-7D39859C24F4}" type="slidenum">
              <a:rPr lang="en-US" smtClean="0"/>
              <a:t>‹#›</a:t>
            </a:fld>
            <a:endParaRPr lang="en-US"/>
          </a:p>
        </p:txBody>
      </p:sp>
    </p:spTree>
    <p:extLst>
      <p:ext uri="{BB962C8B-B14F-4D97-AF65-F5344CB8AC3E}">
        <p14:creationId xmlns:p14="http://schemas.microsoft.com/office/powerpoint/2010/main" val="368352251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F85D78B-9936-1F51-5CB7-1F108EEE67D9}"/>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EACBAD41-306C-C39A-7D73-62ABBFF0F317}"/>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E4D22CF-C457-89F9-52AF-973D3183CC5C}"/>
              </a:ext>
            </a:extLst>
          </p:cNvPr>
          <p:cNvSpPr>
            <a:spLocks noGrp="1"/>
          </p:cNvSpPr>
          <p:nvPr>
            <p:ph type="dt" sz="half" idx="10"/>
          </p:nvPr>
        </p:nvSpPr>
        <p:spPr/>
        <p:txBody>
          <a:bodyPr/>
          <a:lstStyle/>
          <a:p>
            <a:fld id="{333F35DC-C383-4BC7-95F0-E4749038DCA4}" type="datetime1">
              <a:rPr lang="en-US" smtClean="0"/>
              <a:t>9/10/25</a:t>
            </a:fld>
            <a:endParaRPr lang="en-US"/>
          </a:p>
        </p:txBody>
      </p:sp>
      <p:sp>
        <p:nvSpPr>
          <p:cNvPr id="5" name="Footer Placeholder 4">
            <a:extLst>
              <a:ext uri="{FF2B5EF4-FFF2-40B4-BE49-F238E27FC236}">
                <a16:creationId xmlns:a16="http://schemas.microsoft.com/office/drawing/2014/main" id="{B6C1B72F-0EE0-461F-7306-9D3B900E144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0A33E54-F7D9-99BD-6AF1-600F160E3B40}"/>
              </a:ext>
            </a:extLst>
          </p:cNvPr>
          <p:cNvSpPr>
            <a:spLocks noGrp="1"/>
          </p:cNvSpPr>
          <p:nvPr>
            <p:ph type="sldNum" sz="quarter" idx="12"/>
          </p:nvPr>
        </p:nvSpPr>
        <p:spPr/>
        <p:txBody>
          <a:bodyPr/>
          <a:lstStyle/>
          <a:p>
            <a:fld id="{7DF6DEEC-D04A-4FF0-9A08-7D39859C24F4}" type="slidenum">
              <a:rPr lang="en-US" smtClean="0"/>
              <a:t>‹#›</a:t>
            </a:fld>
            <a:endParaRPr lang="en-US"/>
          </a:p>
        </p:txBody>
      </p:sp>
    </p:spTree>
    <p:extLst>
      <p:ext uri="{BB962C8B-B14F-4D97-AF65-F5344CB8AC3E}">
        <p14:creationId xmlns:p14="http://schemas.microsoft.com/office/powerpoint/2010/main" val="53644145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841AF3BD-73E4-3394-B2D5-E3A7F4831D3B}"/>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8840C9F7-A547-28A7-7323-ACA409582672}"/>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E17E184-987F-4FE3-BE43-C6C2EE5A5314}"/>
              </a:ext>
            </a:extLst>
          </p:cNvPr>
          <p:cNvSpPr>
            <a:spLocks noGrp="1"/>
          </p:cNvSpPr>
          <p:nvPr>
            <p:ph type="dt" sz="half" idx="10"/>
          </p:nvPr>
        </p:nvSpPr>
        <p:spPr/>
        <p:txBody>
          <a:bodyPr/>
          <a:lstStyle/>
          <a:p>
            <a:fld id="{19296A6F-8DE0-4623-B585-483D408DD5A0}" type="datetime1">
              <a:rPr lang="en-US" smtClean="0"/>
              <a:t>9/10/25</a:t>
            </a:fld>
            <a:endParaRPr lang="en-US"/>
          </a:p>
        </p:txBody>
      </p:sp>
      <p:sp>
        <p:nvSpPr>
          <p:cNvPr id="5" name="Footer Placeholder 4">
            <a:extLst>
              <a:ext uri="{FF2B5EF4-FFF2-40B4-BE49-F238E27FC236}">
                <a16:creationId xmlns:a16="http://schemas.microsoft.com/office/drawing/2014/main" id="{925E8E29-E126-0F76-B95D-8D0B5853F11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882B896-055F-C156-CF27-EED60EB91A32}"/>
              </a:ext>
            </a:extLst>
          </p:cNvPr>
          <p:cNvSpPr>
            <a:spLocks noGrp="1"/>
          </p:cNvSpPr>
          <p:nvPr>
            <p:ph type="sldNum" sz="quarter" idx="12"/>
          </p:nvPr>
        </p:nvSpPr>
        <p:spPr/>
        <p:txBody>
          <a:bodyPr/>
          <a:lstStyle/>
          <a:p>
            <a:fld id="{7DF6DEEC-D04A-4FF0-9A08-7D39859C24F4}" type="slidenum">
              <a:rPr lang="en-US" smtClean="0"/>
              <a:t>‹#›</a:t>
            </a:fld>
            <a:endParaRPr lang="en-US"/>
          </a:p>
        </p:txBody>
      </p:sp>
    </p:spTree>
    <p:extLst>
      <p:ext uri="{BB962C8B-B14F-4D97-AF65-F5344CB8AC3E}">
        <p14:creationId xmlns:p14="http://schemas.microsoft.com/office/powerpoint/2010/main" val="499055388"/>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Rectangle 6"/>
          <p:cNvSpPr/>
          <p:nvPr/>
        </p:nvSpPr>
        <p:spPr>
          <a:xfrm>
            <a:off x="920834" y="1346946"/>
            <a:ext cx="10222992" cy="80683"/>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6200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p:cNvSpPr/>
          <p:nvPr/>
        </p:nvSpPr>
        <p:spPr>
          <a:xfrm>
            <a:off x="920834" y="4299696"/>
            <a:ext cx="10222992" cy="80683"/>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175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p:cNvSpPr/>
          <p:nvPr/>
        </p:nvSpPr>
        <p:spPr>
          <a:xfrm>
            <a:off x="920834" y="1484779"/>
            <a:ext cx="10222992" cy="2743200"/>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p:cNvGrpSpPr/>
          <p:nvPr/>
        </p:nvGrpSpPr>
        <p:grpSpPr>
          <a:xfrm>
            <a:off x="9649215" y="4068923"/>
            <a:ext cx="1080904" cy="1080902"/>
            <a:chOff x="9685338" y="4460675"/>
            <a:chExt cx="1080904" cy="1080902"/>
          </a:xfrm>
        </p:grpSpPr>
        <p:sp>
          <p:nvSpPr>
            <p:cNvPr id="11" name="Oval 10"/>
            <p:cNvSpPr/>
            <p:nvPr/>
          </p:nvSpPr>
          <p:spPr>
            <a:xfrm>
              <a:off x="9685338" y="4460675"/>
              <a:ext cx="1080904" cy="1080902"/>
            </a:xfrm>
            <a:prstGeom prst="ellipse">
              <a:avLst/>
            </a:prstGeom>
            <a:blipFill dpi="0" rotWithShape="1">
              <a:blip r:embed="rId4">
                <a:duotone>
                  <a:schemeClr val="accent1">
                    <a:shade val="45000"/>
                    <a:satMod val="135000"/>
                  </a:schemeClr>
                  <a:prstClr val="white"/>
                </a:duotone>
                <a:extLst>
                  <a:ext uri="{BEBA8EAE-BF5A-486C-A8C5-ECC9F3942E4B}">
                    <a14:imgProps xmlns:a14="http://schemas.microsoft.com/office/drawing/2010/main">
                      <a14:imgLayer r:embed="rId5">
                        <a14:imgEffect>
                          <a14:saturation sat="95000"/>
                        </a14:imgEffect>
                      </a14:imgLayer>
                    </a14:imgProps>
                  </a:ext>
                </a:extLst>
              </a:blip>
              <a:srcRect/>
              <a:tile tx="0" ty="0" sx="85000" sy="85000" flip="none" algn="tl"/>
            </a:blipFill>
            <a:ln w="25400" cap="flat" cmpd="sng" algn="ctr">
              <a:noFill/>
              <a:prstDash val="solid"/>
            </a:ln>
            <a:effectLst/>
          </p:spPr>
          <p:txBody>
            <a:bodyPr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12" name="Oval 11"/>
            <p:cNvSpPr/>
            <p:nvPr/>
          </p:nvSpPr>
          <p:spPr>
            <a:xfrm>
              <a:off x="9793429" y="4568765"/>
              <a:ext cx="864723" cy="864722"/>
            </a:xfrm>
            <a:prstGeom prst="ellipse">
              <a:avLst/>
            </a:prstGeom>
            <a:noFill/>
            <a:ln w="25400" cap="flat" cmpd="sng" algn="ctr">
              <a:solidFill>
                <a:sysClr val="window" lastClr="FFFFFF"/>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grpSp>
      <p:sp>
        <p:nvSpPr>
          <p:cNvPr id="2" name="Title 1"/>
          <p:cNvSpPr>
            <a:spLocks noGrp="1"/>
          </p:cNvSpPr>
          <p:nvPr>
            <p:ph type="ctrTitle"/>
          </p:nvPr>
        </p:nvSpPr>
        <p:spPr>
          <a:xfrm>
            <a:off x="1051560" y="1432223"/>
            <a:ext cx="9966960" cy="3035808"/>
          </a:xfrm>
        </p:spPr>
        <p:txBody>
          <a:bodyPr anchor="ctr">
            <a:noAutofit/>
          </a:bodyPr>
          <a:lstStyle>
            <a:lvl1pPr algn="l">
              <a:lnSpc>
                <a:spcPct val="80000"/>
              </a:lnSpc>
              <a:defRPr sz="8000" cap="all" baseline="0">
                <a:blipFill dpi="0" rotWithShape="1">
                  <a:blip r:embed="rId4"/>
                  <a:srcRect/>
                  <a:tile tx="6350" ty="-127000" sx="65000" sy="64000" flip="none" algn="tl"/>
                </a:blipFill>
              </a:defRPr>
            </a:lvl1pPr>
          </a:lstStyle>
          <a:p>
            <a:r>
              <a:rPr lang="en-US" dirty="0"/>
              <a:t>Click to edit Master title style</a:t>
            </a:r>
          </a:p>
        </p:txBody>
      </p:sp>
      <p:sp>
        <p:nvSpPr>
          <p:cNvPr id="3" name="Subtitle 2"/>
          <p:cNvSpPr>
            <a:spLocks noGrp="1"/>
          </p:cNvSpPr>
          <p:nvPr>
            <p:ph type="subTitle" idx="1"/>
          </p:nvPr>
        </p:nvSpPr>
        <p:spPr>
          <a:xfrm>
            <a:off x="1069848" y="4389120"/>
            <a:ext cx="7891272" cy="1069848"/>
          </a:xfrm>
        </p:spPr>
        <p:txBody>
          <a:bodyPr>
            <a:normAutofit/>
          </a:bodyPr>
          <a:lstStyle>
            <a:lvl1pPr marL="0" indent="0" algn="l">
              <a:buNone/>
              <a:defRPr sz="2200">
                <a:solidFill>
                  <a:schemeClr val="tx1"/>
                </a:solidFill>
              </a:defRPr>
            </a:lvl1pPr>
            <a:lvl2pPr marL="457200" indent="0" algn="ctr">
              <a:buNone/>
              <a:defRPr sz="2800"/>
            </a:lvl2pPr>
            <a:lvl3pPr marL="914400" indent="0" algn="ctr">
              <a:buNone/>
              <a:defRPr sz="2400"/>
            </a:lvl3pPr>
            <a:lvl4pPr marL="1371600" indent="0" algn="ctr">
              <a:buNone/>
              <a:defRPr sz="2000"/>
            </a:lvl4pPr>
            <a:lvl5pPr marL="1828800" indent="0" algn="ctr">
              <a:buNone/>
              <a:defRPr sz="2000"/>
            </a:lvl5pPr>
            <a:lvl6pPr marL="2286000" indent="0" algn="ctr">
              <a:buNone/>
              <a:defRPr sz="2000"/>
            </a:lvl6pPr>
            <a:lvl7pPr marL="2743200" indent="0" algn="ctr">
              <a:buNone/>
              <a:defRPr sz="2000"/>
            </a:lvl7pPr>
            <a:lvl8pPr marL="3200400" indent="0" algn="ctr">
              <a:buNone/>
              <a:defRPr sz="2000"/>
            </a:lvl8pPr>
            <a:lvl9pPr marL="3657600" indent="0" algn="ctr">
              <a:buNone/>
              <a:defRPr sz="2000"/>
            </a:lvl9pPr>
          </a:lstStyle>
          <a:p>
            <a:r>
              <a:rPr lang="en-US" dirty="0"/>
              <a:t>Click to edit Master subtitle style</a:t>
            </a:r>
          </a:p>
        </p:txBody>
      </p:sp>
      <p:sp>
        <p:nvSpPr>
          <p:cNvPr id="4" name="Date Placeholder 3"/>
          <p:cNvSpPr>
            <a:spLocks noGrp="1"/>
          </p:cNvSpPr>
          <p:nvPr>
            <p:ph type="dt" sz="half" idx="10"/>
          </p:nvPr>
        </p:nvSpPr>
        <p:spPr/>
        <p:txBody>
          <a:bodyPr/>
          <a:lstStyle/>
          <a:p>
            <a:fld id="{16E01B5A-8F6A-440D-8909-6C0F8768A5F4}" type="datetime1">
              <a:rPr lang="en-US" smtClean="0"/>
              <a:t>9/10/25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a:xfrm>
            <a:off x="9592733" y="4289334"/>
            <a:ext cx="1193868" cy="640080"/>
          </a:xfrm>
        </p:spPr>
        <p:txBody>
          <a:bodyPr/>
          <a:lstStyle>
            <a:lvl1pPr>
              <a:defRPr sz="2800"/>
            </a:lvl1p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2275276495"/>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normAutofit/>
          </a:bodyPr>
          <a:lstStyle>
            <a:lvl1pPr marL="363538" indent="-363538">
              <a:tabLst/>
              <a:defRPr sz="3600"/>
            </a:lvl1pPr>
            <a:lvl2pPr marL="628650" indent="-354013">
              <a:tabLst/>
              <a:defRPr sz="3200"/>
            </a:lvl2pPr>
            <a:lvl3pPr marL="893763" indent="-346075">
              <a:tabLst/>
              <a:defRPr sz="2800"/>
            </a:lvl3pPr>
            <a:lvl4pPr marL="1158875" indent="-336550">
              <a:tabLst/>
              <a:defRPr sz="2800"/>
            </a:lvl4pPr>
            <a:lvl5pPr marL="1423988" indent="-327025">
              <a:tabLst/>
              <a:defRPr sz="2800"/>
            </a:lvl5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5C73306F-18D4-45DC-AF37-F6C6120D4C21}" type="datetime1">
              <a:rPr lang="en-US" smtClean="0"/>
              <a:t>9/10/25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1734563468"/>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7" name="Rectangle 6"/>
          <p:cNvSpPr/>
          <p:nvPr/>
        </p:nvSpPr>
        <p:spPr>
          <a:xfrm>
            <a:off x="0" y="4917989"/>
            <a:ext cx="12192000" cy="1940010"/>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2167128" y="1225296"/>
            <a:ext cx="9281160" cy="3520440"/>
          </a:xfrm>
        </p:spPr>
        <p:txBody>
          <a:bodyPr anchor="ctr">
            <a:normAutofit/>
          </a:bodyPr>
          <a:lstStyle>
            <a:lvl1pPr>
              <a:lnSpc>
                <a:spcPct val="80000"/>
              </a:lnSpc>
              <a:defRPr sz="8000" b="0"/>
            </a:lvl1pPr>
          </a:lstStyle>
          <a:p>
            <a:r>
              <a:rPr lang="en-US"/>
              <a:t>Click to edit Master title style</a:t>
            </a:r>
            <a:endParaRPr lang="en-US" dirty="0"/>
          </a:p>
        </p:txBody>
      </p:sp>
      <p:sp>
        <p:nvSpPr>
          <p:cNvPr id="3" name="Text Placeholder 2"/>
          <p:cNvSpPr>
            <a:spLocks noGrp="1"/>
          </p:cNvSpPr>
          <p:nvPr>
            <p:ph type="body" idx="1"/>
          </p:nvPr>
        </p:nvSpPr>
        <p:spPr>
          <a:xfrm>
            <a:off x="2165774" y="5020056"/>
            <a:ext cx="9052560" cy="1066800"/>
          </a:xfrm>
        </p:spPr>
        <p:txBody>
          <a:bodyPr anchor="t">
            <a:normAutofit/>
          </a:bodyPr>
          <a:lstStyle>
            <a:lvl1pPr marL="0" indent="0">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a:xfrm>
            <a:off x="8593667" y="6272784"/>
            <a:ext cx="2644309" cy="365125"/>
          </a:xfrm>
        </p:spPr>
        <p:txBody>
          <a:bodyPr/>
          <a:lstStyle/>
          <a:p>
            <a:fld id="{5EC0A2E6-8636-429F-AB4B-9BE80A4961AF}" type="datetime1">
              <a:rPr lang="en-US" smtClean="0"/>
              <a:t>9/10/25</a:t>
            </a:fld>
            <a:endParaRPr lang="en-US" dirty="0"/>
          </a:p>
        </p:txBody>
      </p:sp>
      <p:sp>
        <p:nvSpPr>
          <p:cNvPr id="5" name="Footer Placeholder 4"/>
          <p:cNvSpPr>
            <a:spLocks noGrp="1"/>
          </p:cNvSpPr>
          <p:nvPr>
            <p:ph type="ftr" sz="quarter" idx="11"/>
          </p:nvPr>
        </p:nvSpPr>
        <p:spPr>
          <a:xfrm>
            <a:off x="2182708" y="6272784"/>
            <a:ext cx="6327648" cy="365125"/>
          </a:xfrm>
        </p:spPr>
        <p:txBody>
          <a:bodyPr/>
          <a:lstStyle/>
          <a:p>
            <a:endParaRPr lang="en-US" dirty="0"/>
          </a:p>
        </p:txBody>
      </p:sp>
      <p:grpSp>
        <p:nvGrpSpPr>
          <p:cNvPr id="8" name="Group 7"/>
          <p:cNvGrpSpPr/>
          <p:nvPr/>
        </p:nvGrpSpPr>
        <p:grpSpPr>
          <a:xfrm>
            <a:off x="897399" y="2325848"/>
            <a:ext cx="1080904" cy="1080902"/>
            <a:chOff x="9685338" y="4460675"/>
            <a:chExt cx="1080904" cy="1080902"/>
          </a:xfrm>
        </p:grpSpPr>
        <p:sp>
          <p:nvSpPr>
            <p:cNvPr id="9" name="Oval 8"/>
            <p:cNvSpPr/>
            <p:nvPr/>
          </p:nvSpPr>
          <p:spPr>
            <a:xfrm>
              <a:off x="9685338" y="4460675"/>
              <a:ext cx="1080904" cy="1080902"/>
            </a:xfrm>
            <a:prstGeom prst="ellipse">
              <a:avLst/>
            </a:prstGeom>
            <a:blipFill dpi="0" rotWithShape="1">
              <a:blip r:embed="rId4">
                <a:duotone>
                  <a:schemeClr val="accent1">
                    <a:shade val="45000"/>
                    <a:satMod val="135000"/>
                  </a:schemeClr>
                  <a:prstClr val="white"/>
                </a:duotone>
                <a:extLst>
                  <a:ext uri="{BEBA8EAE-BF5A-486C-A8C5-ECC9F3942E4B}">
                    <a14:imgProps xmlns:a14="http://schemas.microsoft.com/office/drawing/2010/main">
                      <a14:imgLayer r:embed="rId5">
                        <a14:imgEffect>
                          <a14:saturation sat="95000"/>
                        </a14:imgEffect>
                      </a14:imgLayer>
                    </a14:imgProps>
                  </a:ext>
                </a:extLst>
              </a:blip>
              <a:srcRect/>
              <a:tile tx="0" ty="0" sx="85000" sy="85000" flip="none" algn="tl"/>
            </a:blipFill>
            <a:ln w="25400" cap="flat" cmpd="sng" algn="ctr">
              <a:noFill/>
              <a:prstDash val="solid"/>
            </a:ln>
            <a:effectLst/>
          </p:spPr>
          <p:txBody>
            <a:bodyPr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10" name="Oval 9"/>
            <p:cNvSpPr/>
            <p:nvPr/>
          </p:nvSpPr>
          <p:spPr>
            <a:xfrm>
              <a:off x="9793429" y="4568765"/>
              <a:ext cx="864723" cy="864722"/>
            </a:xfrm>
            <a:prstGeom prst="ellipse">
              <a:avLst/>
            </a:prstGeom>
            <a:noFill/>
            <a:ln w="25400" cap="flat" cmpd="sng" algn="ctr">
              <a:solidFill>
                <a:sysClr val="window" lastClr="FFFFFF"/>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grpSp>
      <p:sp>
        <p:nvSpPr>
          <p:cNvPr id="6" name="Slide Number Placeholder 5"/>
          <p:cNvSpPr>
            <a:spLocks noGrp="1"/>
          </p:cNvSpPr>
          <p:nvPr>
            <p:ph type="sldNum" sz="quarter" idx="12"/>
          </p:nvPr>
        </p:nvSpPr>
        <p:spPr>
          <a:xfrm>
            <a:off x="843702" y="2506133"/>
            <a:ext cx="1188298" cy="720332"/>
          </a:xfrm>
        </p:spPr>
        <p:txBody>
          <a:bodyPr/>
          <a:lstStyle>
            <a:lvl1pPr>
              <a:defRPr sz="2800"/>
            </a:lvl1p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2856311577"/>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1069848" y="2194560"/>
            <a:ext cx="4754880" cy="3977640"/>
          </a:xfrm>
        </p:spPr>
        <p:txBody>
          <a:bodyPr/>
          <a:lstStyle>
            <a:lvl1pPr>
              <a:defRPr sz="2000"/>
            </a:lvl1pPr>
            <a:lvl2pPr>
              <a:defRPr sz="1800"/>
            </a:lvl2pPr>
            <a:lvl3pPr>
              <a:defRPr sz="1600"/>
            </a:lvl3pPr>
            <a:lvl4pPr>
              <a:defRPr sz="1600"/>
            </a:lvl4pPr>
            <a:lvl5pPr>
              <a:defRPr sz="1600"/>
            </a:lvl5pPr>
            <a:lvl6pPr>
              <a:defRPr sz="1800"/>
            </a:lvl6pPr>
            <a:lvl7pPr>
              <a:defRPr sz="1800"/>
            </a:lvl7pPr>
            <a:lvl8pPr>
              <a:defRPr sz="1800"/>
            </a:lvl8pPr>
            <a:lvl9pPr>
              <a:defRPr sz="18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364224" y="2194560"/>
            <a:ext cx="4754880" cy="3977640"/>
          </a:xfrm>
        </p:spPr>
        <p:txBody>
          <a:bodyPr/>
          <a:lstStyle>
            <a:lvl1pPr>
              <a:defRPr sz="2000"/>
            </a:lvl1pPr>
            <a:lvl2pPr>
              <a:defRPr sz="1800"/>
            </a:lvl2pPr>
            <a:lvl3pPr>
              <a:defRPr sz="1600"/>
            </a:lvl3pPr>
            <a:lvl4pPr>
              <a:defRPr sz="1600"/>
            </a:lvl4pPr>
            <a:lvl5pPr>
              <a:defRPr sz="1600"/>
            </a:lvl5pPr>
            <a:lvl6pPr>
              <a:defRPr sz="1800"/>
            </a:lvl6pPr>
            <a:lvl7pPr>
              <a:defRPr sz="1800"/>
            </a:lvl7pPr>
            <a:lvl8pPr>
              <a:defRPr sz="1800"/>
            </a:lvl8pPr>
            <a:lvl9pPr>
              <a:defRPr sz="18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204A2F50-D21C-4487-93C6-9E00E22842A4}" type="datetime1">
              <a:rPr lang="en-US" smtClean="0"/>
              <a:t>9/10/25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3905167258"/>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p:cSld name="Comparison">
    <p:spTree>
      <p:nvGrpSpPr>
        <p:cNvPr id="1" name=""/>
        <p:cNvGrpSpPr/>
        <p:nvPr/>
      </p:nvGrpSpPr>
      <p:grpSpPr>
        <a:xfrm>
          <a:off x="0" y="0"/>
          <a:ext cx="0" cy="0"/>
          <a:chOff x="0" y="0"/>
          <a:chExt cx="0" cy="0"/>
        </a:xfrm>
      </p:grpSpPr>
      <p:sp>
        <p:nvSpPr>
          <p:cNvPr id="3" name="Text Placeholder 2"/>
          <p:cNvSpPr>
            <a:spLocks noGrp="1"/>
          </p:cNvSpPr>
          <p:nvPr>
            <p:ph type="body" idx="1"/>
          </p:nvPr>
        </p:nvSpPr>
        <p:spPr>
          <a:xfrm>
            <a:off x="1066800" y="2048256"/>
            <a:ext cx="4754880" cy="640080"/>
          </a:xfrm>
        </p:spPr>
        <p:txBody>
          <a:bodyPr anchor="ctr">
            <a:normAutofit/>
          </a:bodyPr>
          <a:lstStyle>
            <a:lvl1pPr marL="0" indent="0">
              <a:buNone/>
              <a:defRPr sz="2000" b="1">
                <a:solidFill>
                  <a:schemeClr val="accent1">
                    <a:lumMod val="7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1069848" y="2743200"/>
            <a:ext cx="4754880" cy="3291840"/>
          </a:xfrm>
        </p:spPr>
        <p:txBody>
          <a:bodyPr/>
          <a:lstStyle>
            <a:lvl1pPr>
              <a:defRPr sz="2000"/>
            </a:lvl1pPr>
            <a:lvl2pPr>
              <a:defRPr sz="1800"/>
            </a:lvl2pPr>
            <a:lvl3pPr>
              <a:defRPr sz="1600"/>
            </a:lvl3pPr>
            <a:lvl4pPr>
              <a:defRPr sz="1600"/>
            </a:lvl4pPr>
            <a:lvl5pPr>
              <a:defRPr sz="1600"/>
            </a:lvl5pPr>
            <a:lvl6pPr>
              <a:defRPr sz="1600"/>
            </a:lvl6pPr>
            <a:lvl7pPr>
              <a:defRPr sz="1600"/>
            </a:lvl7pPr>
            <a:lvl8pPr>
              <a:defRPr sz="1600"/>
            </a:lvl8pPr>
            <a:lvl9pPr>
              <a:defRPr sz="16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364224" y="2048256"/>
            <a:ext cx="4754880" cy="640080"/>
          </a:xfrm>
        </p:spPr>
        <p:txBody>
          <a:bodyPr anchor="ctr">
            <a:normAutofit/>
          </a:bodyPr>
          <a:lstStyle>
            <a:lvl1pPr marL="0" indent="0">
              <a:buNone/>
              <a:defRPr sz="2000" b="1">
                <a:solidFill>
                  <a:schemeClr val="accent1">
                    <a:lumMod val="7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6364224" y="2743200"/>
            <a:ext cx="4754880" cy="3291840"/>
          </a:xfrm>
        </p:spPr>
        <p:txBody>
          <a:bodyPr/>
          <a:lstStyle>
            <a:lvl1pPr>
              <a:defRPr sz="2000"/>
            </a:lvl1pPr>
            <a:lvl2pPr>
              <a:defRPr sz="1800"/>
            </a:lvl2pPr>
            <a:lvl3pPr>
              <a:defRPr sz="1600"/>
            </a:lvl3pPr>
            <a:lvl4pPr>
              <a:defRPr sz="1600"/>
            </a:lvl4pPr>
            <a:lvl5pPr>
              <a:defRPr sz="1600"/>
            </a:lvl5pPr>
            <a:lvl6pPr>
              <a:defRPr sz="1600"/>
            </a:lvl6pPr>
            <a:lvl7pPr>
              <a:defRPr sz="1600"/>
            </a:lvl7pPr>
            <a:lvl8pPr>
              <a:defRPr sz="1600"/>
            </a:lvl8pPr>
            <a:lvl9pPr>
              <a:defRPr sz="16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F822D089-CD84-4772-A127-24067C6BA47C}" type="datetime1">
              <a:rPr lang="en-US" smtClean="0"/>
              <a:t>9/10/25</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4FAB73BC-B049-4115-A692-8D63A059BFB8}" type="slidenum">
              <a:rPr lang="en-US" smtClean="0"/>
              <a:pPr/>
              <a:t>‹#›</a:t>
            </a:fld>
            <a:endParaRPr lang="en-US" dirty="0"/>
          </a:p>
        </p:txBody>
      </p:sp>
      <p:sp>
        <p:nvSpPr>
          <p:cNvPr id="10" name="Title 9"/>
          <p:cNvSpPr>
            <a:spLocks noGrp="1"/>
          </p:cNvSpPr>
          <p:nvPr>
            <p:ph type="title"/>
          </p:nvPr>
        </p:nvSpPr>
        <p:spPr/>
        <p:txBody>
          <a:bodyPr/>
          <a:lstStyle/>
          <a:p>
            <a:r>
              <a:rPr lang="en-US"/>
              <a:t>Click to edit Master title style</a:t>
            </a:r>
            <a:endParaRPr lang="en-US" dirty="0"/>
          </a:p>
        </p:txBody>
      </p:sp>
    </p:spTree>
    <p:extLst>
      <p:ext uri="{BB962C8B-B14F-4D97-AF65-F5344CB8AC3E}">
        <p14:creationId xmlns:p14="http://schemas.microsoft.com/office/powerpoint/2010/main" val="110635982"/>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p:cSld name="Title Only">
    <p:spTree>
      <p:nvGrpSpPr>
        <p:cNvPr id="1" name=""/>
        <p:cNvGrpSpPr/>
        <p:nvPr/>
      </p:nvGrpSpPr>
      <p:grpSpPr>
        <a:xfrm>
          <a:off x="0" y="0"/>
          <a:ext cx="0" cy="0"/>
          <a:chOff x="0" y="0"/>
          <a:chExt cx="0" cy="0"/>
        </a:xfrm>
      </p:grpSpPr>
      <p:sp>
        <p:nvSpPr>
          <p:cNvPr id="3" name="Date Placeholder 2"/>
          <p:cNvSpPr>
            <a:spLocks noGrp="1"/>
          </p:cNvSpPr>
          <p:nvPr>
            <p:ph type="dt" sz="half" idx="10"/>
          </p:nvPr>
        </p:nvSpPr>
        <p:spPr/>
        <p:txBody>
          <a:bodyPr/>
          <a:lstStyle/>
          <a:p>
            <a:fld id="{2CAF1178-6CA2-49EB-B66A-120198DEDC55}" type="datetime1">
              <a:rPr lang="en-US" smtClean="0"/>
              <a:t>9/10/25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4FAB73BC-B049-4115-A692-8D63A059BFB8}" type="slidenum">
              <a:rPr lang="en-US" smtClean="0"/>
              <a:t>‹#›</a:t>
            </a:fld>
            <a:endParaRPr lang="en-US"/>
          </a:p>
        </p:txBody>
      </p:sp>
      <p:sp>
        <p:nvSpPr>
          <p:cNvPr id="6" name="Title 5"/>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1496338719"/>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0629A5D1-0D66-4486-9809-CC3685864C7C}" type="datetime1">
              <a:rPr lang="en-US" smtClean="0"/>
              <a:t>9/10/25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4FAB73BC-B049-4115-A692-8D63A059BFB8}" type="slidenum">
              <a:rPr lang="en-US" smtClean="0"/>
              <a:t>‹#›</a:t>
            </a:fld>
            <a:endParaRPr lang="en-US"/>
          </a:p>
        </p:txBody>
      </p:sp>
    </p:spTree>
    <p:extLst>
      <p:ext uri="{BB962C8B-B14F-4D97-AF65-F5344CB8AC3E}">
        <p14:creationId xmlns:p14="http://schemas.microsoft.com/office/powerpoint/2010/main" val="3320564368"/>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8" name="Rectangle 7"/>
          <p:cNvSpPr/>
          <p:nvPr/>
        </p:nvSpPr>
        <p:spPr>
          <a:xfrm>
            <a:off x="8303740" y="0"/>
            <a:ext cx="3888259" cy="6857999"/>
          </a:xfrm>
          <a:prstGeom prst="rect">
            <a:avLst/>
          </a:prstGeom>
          <a:blipFill dpi="0" rotWithShape="1">
            <a:blip r:embed="rId2">
              <a:alphaModFix amt="60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8549640" y="685800"/>
            <a:ext cx="3200400" cy="1737360"/>
          </a:xfrm>
        </p:spPr>
        <p:txBody>
          <a:bodyPr anchor="b">
            <a:normAutofit/>
          </a:bodyPr>
          <a:lstStyle>
            <a:lvl1pPr>
              <a:defRPr sz="3200" b="1"/>
            </a:lvl1pPr>
          </a:lstStyle>
          <a:p>
            <a:r>
              <a:rPr lang="en-US"/>
              <a:t>Click to edit Master title style</a:t>
            </a:r>
            <a:endParaRPr lang="en-US" dirty="0"/>
          </a:p>
        </p:txBody>
      </p:sp>
      <p:sp>
        <p:nvSpPr>
          <p:cNvPr id="3" name="Content Placeholder 2"/>
          <p:cNvSpPr>
            <a:spLocks noGrp="1"/>
          </p:cNvSpPr>
          <p:nvPr>
            <p:ph idx="1"/>
          </p:nvPr>
        </p:nvSpPr>
        <p:spPr>
          <a:xfrm>
            <a:off x="838200" y="685800"/>
            <a:ext cx="6711696" cy="5020056"/>
          </a:xfrm>
        </p:spPr>
        <p:txBody>
          <a:bodyPr/>
          <a:lstStyle>
            <a:lvl1pPr>
              <a:defRPr sz="2000"/>
            </a:lvl1pPr>
            <a:lvl2pPr>
              <a:defRPr sz="1800"/>
            </a:lvl2pPr>
            <a:lvl3pPr>
              <a:defRPr sz="1600"/>
            </a:lvl3pPr>
            <a:lvl4pPr>
              <a:defRPr sz="1600"/>
            </a:lvl4pPr>
            <a:lvl5pPr>
              <a:defRPr sz="16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8549640" y="2423160"/>
            <a:ext cx="3200400" cy="3291840"/>
          </a:xfrm>
        </p:spPr>
        <p:txBody>
          <a:bodyPr>
            <a:normAutofit/>
          </a:bodyPr>
          <a:lstStyle>
            <a:lvl1pPr marL="0" indent="0">
              <a:lnSpc>
                <a:spcPct val="100000"/>
              </a:lnSpc>
              <a:spcBef>
                <a:spcPts val="1000"/>
              </a:spcBef>
              <a:buNone/>
              <a:defRPr sz="1400">
                <a:solidFill>
                  <a:schemeClr val="accent1">
                    <a:lumMod val="75000"/>
                  </a:schemeClr>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5" name="Date Placeholder 4"/>
          <p:cNvSpPr>
            <a:spLocks noGrp="1"/>
          </p:cNvSpPr>
          <p:nvPr>
            <p:ph type="dt" sz="half" idx="10"/>
          </p:nvPr>
        </p:nvSpPr>
        <p:spPr/>
        <p:txBody>
          <a:bodyPr/>
          <a:lstStyle/>
          <a:p>
            <a:fld id="{77E13948-7734-45B4-9A49-4D2AE4D8C77D}" type="datetime1">
              <a:rPr lang="en-US" smtClean="0"/>
              <a:t>9/10/25</a:t>
            </a:fld>
            <a:endParaRPr lang="en-US" dirty="0"/>
          </a:p>
        </p:txBody>
      </p:sp>
      <p:sp>
        <p:nvSpPr>
          <p:cNvPr id="6" name="Footer Placeholder 5"/>
          <p:cNvSpPr>
            <a:spLocks noGrp="1"/>
          </p:cNvSpPr>
          <p:nvPr>
            <p:ph type="ftr" sz="quarter" idx="11"/>
          </p:nvPr>
        </p:nvSpPr>
        <p:spPr/>
        <p:txBody>
          <a:bodyPr/>
          <a:lstStyle/>
          <a:p>
            <a:endParaRPr lang="en-US" dirty="0"/>
          </a:p>
        </p:txBody>
      </p:sp>
      <p:grpSp>
        <p:nvGrpSpPr>
          <p:cNvPr id="9" name="Group 8"/>
          <p:cNvGrpSpPr>
            <a:grpSpLocks noChangeAspect="1"/>
          </p:cNvGrpSpPr>
          <p:nvPr/>
        </p:nvGrpSpPr>
        <p:grpSpPr>
          <a:xfrm>
            <a:off x="11401725" y="6229681"/>
            <a:ext cx="457200" cy="457200"/>
            <a:chOff x="11361456" y="6195813"/>
            <a:chExt cx="548640" cy="548640"/>
          </a:xfrm>
        </p:grpSpPr>
        <p:sp>
          <p:nvSpPr>
            <p:cNvPr id="10" name="Oval 9"/>
            <p:cNvSpPr/>
            <p:nvPr/>
          </p:nvSpPr>
          <p:spPr>
            <a:xfrm>
              <a:off x="11361456" y="6195813"/>
              <a:ext cx="548640" cy="548640"/>
            </a:xfrm>
            <a:prstGeom prst="ellipse">
              <a:avLst/>
            </a:prstGeom>
            <a:blipFill dpi="0" rotWithShape="1">
              <a:blip r:embed="rId4">
                <a:duotone>
                  <a:schemeClr val="accent1">
                    <a:shade val="45000"/>
                    <a:satMod val="135000"/>
                  </a:schemeClr>
                  <a:prstClr val="white"/>
                </a:duotone>
                <a:extLst>
                  <a:ext uri="{BEBA8EAE-BF5A-486C-A8C5-ECC9F3942E4B}">
                    <a14:imgProps xmlns:a14="http://schemas.microsoft.com/office/drawing/2010/main">
                      <a14:imgLayer r:embed="rId5">
                        <a14:imgEffect>
                          <a14:saturation sat="95000"/>
                        </a14:imgEffect>
                        <a14:imgEffect>
                          <a14:brightnessContrast bright="-40000" contrast="20000"/>
                        </a14:imgEffect>
                      </a14:imgLayer>
                    </a14:imgProps>
                  </a:ext>
                </a:extLst>
              </a:blip>
              <a:srcRect/>
              <a:tile tx="50800" ty="0" sx="85000" sy="85000" flip="none" algn="tl"/>
            </a:blipFill>
            <a:ln w="25400" cap="flat" cmpd="sng" algn="ctr">
              <a:noFill/>
              <a:prstDash val="solid"/>
            </a:ln>
            <a:effectLst/>
          </p:spPr>
          <p:txBody>
            <a:bodyPr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11" name="Oval 10"/>
            <p:cNvSpPr/>
            <p:nvPr/>
          </p:nvSpPr>
          <p:spPr>
            <a:xfrm>
              <a:off x="11396488" y="6230844"/>
              <a:ext cx="478576" cy="478578"/>
            </a:xfrm>
            <a:prstGeom prst="ellipse">
              <a:avLst/>
            </a:prstGeom>
            <a:noFill/>
            <a:ln w="12700" cap="flat" cmpd="sng" algn="ctr">
              <a:solidFill>
                <a:sysClr val="window" lastClr="FFFFFF"/>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grpSp>
      <p:sp>
        <p:nvSpPr>
          <p:cNvPr id="7" name="Slide Number Placeholder 6"/>
          <p:cNvSpPr>
            <a:spLocks noGrp="1"/>
          </p:cNvSpPr>
          <p:nvPr>
            <p:ph type="sldNum" sz="quarter" idx="12"/>
          </p:nvPr>
        </p:nvSpPr>
        <p:spPr/>
        <p:txBody>
          <a:body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739618108"/>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11" name="Rectangle 10"/>
          <p:cNvSpPr/>
          <p:nvPr/>
        </p:nvSpPr>
        <p:spPr>
          <a:xfrm>
            <a:off x="8303740" y="0"/>
            <a:ext cx="3888259" cy="6857999"/>
          </a:xfrm>
          <a:prstGeom prst="rect">
            <a:avLst/>
          </a:prstGeom>
          <a:blipFill dpi="0" rotWithShape="1">
            <a:blip r:embed="rId2">
              <a:alphaModFix amt="60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8549640" y="685800"/>
            <a:ext cx="3200400" cy="1737360"/>
          </a:xfrm>
        </p:spPr>
        <p:txBody>
          <a:bodyPr anchor="b">
            <a:normAutofit/>
          </a:bodyPr>
          <a:lstStyle>
            <a:lvl1pPr>
              <a:defRPr sz="3200" b="1"/>
            </a:lvl1pPr>
          </a:lstStyle>
          <a:p>
            <a:r>
              <a:rPr lang="en-US"/>
              <a:t>Click to edit Master title style</a:t>
            </a:r>
            <a:endParaRPr lang="en-US" dirty="0"/>
          </a:p>
        </p:txBody>
      </p:sp>
      <p:sp>
        <p:nvSpPr>
          <p:cNvPr id="3" name="Picture Placeholder 2"/>
          <p:cNvSpPr>
            <a:spLocks noGrp="1"/>
          </p:cNvSpPr>
          <p:nvPr>
            <p:ph type="pic" idx="1"/>
          </p:nvPr>
        </p:nvSpPr>
        <p:spPr>
          <a:xfrm>
            <a:off x="0" y="0"/>
            <a:ext cx="8303740" cy="6858000"/>
          </a:xfrm>
          <a:solidFill>
            <a:schemeClr val="tx2">
              <a:lumMod val="20000"/>
              <a:lumOff val="80000"/>
            </a:schemeClr>
          </a:solidFill>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8549640" y="2423160"/>
            <a:ext cx="3200400" cy="3291840"/>
          </a:xfrm>
        </p:spPr>
        <p:txBody>
          <a:bodyPr>
            <a:normAutofit/>
          </a:bodyPr>
          <a:lstStyle>
            <a:lvl1pPr marL="0" indent="0">
              <a:lnSpc>
                <a:spcPct val="100000"/>
              </a:lnSpc>
              <a:spcBef>
                <a:spcPts val="1000"/>
              </a:spcBef>
              <a:buNone/>
              <a:defRPr sz="1400">
                <a:solidFill>
                  <a:schemeClr val="accent1">
                    <a:lumMod val="75000"/>
                  </a:schemeClr>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5" name="Date Placeholder 4"/>
          <p:cNvSpPr>
            <a:spLocks noGrp="1"/>
          </p:cNvSpPr>
          <p:nvPr>
            <p:ph type="dt" sz="half" idx="10"/>
          </p:nvPr>
        </p:nvSpPr>
        <p:spPr/>
        <p:txBody>
          <a:bodyPr/>
          <a:lstStyle/>
          <a:p>
            <a:fld id="{E91E903F-3095-4BA0-AD89-2AE2DC1A1781}" type="datetime1">
              <a:rPr lang="en-US" smtClean="0"/>
              <a:t>9/10/25</a:t>
            </a:fld>
            <a:endParaRPr lang="en-US"/>
          </a:p>
        </p:txBody>
      </p:sp>
      <p:grpSp>
        <p:nvGrpSpPr>
          <p:cNvPr id="8" name="Group 7"/>
          <p:cNvGrpSpPr>
            <a:grpSpLocks noChangeAspect="1"/>
          </p:cNvGrpSpPr>
          <p:nvPr/>
        </p:nvGrpSpPr>
        <p:grpSpPr>
          <a:xfrm>
            <a:off x="11401725" y="6229681"/>
            <a:ext cx="457200" cy="457200"/>
            <a:chOff x="11361456" y="6195813"/>
            <a:chExt cx="548640" cy="548640"/>
          </a:xfrm>
        </p:grpSpPr>
        <p:sp>
          <p:nvSpPr>
            <p:cNvPr id="9" name="Oval 8"/>
            <p:cNvSpPr/>
            <p:nvPr/>
          </p:nvSpPr>
          <p:spPr>
            <a:xfrm>
              <a:off x="11361456" y="6195813"/>
              <a:ext cx="548640" cy="548640"/>
            </a:xfrm>
            <a:prstGeom prst="ellipse">
              <a:avLst/>
            </a:prstGeom>
            <a:blipFill dpi="0" rotWithShape="1">
              <a:blip r:embed="rId4">
                <a:duotone>
                  <a:schemeClr val="accent1">
                    <a:shade val="45000"/>
                    <a:satMod val="135000"/>
                  </a:schemeClr>
                  <a:prstClr val="white"/>
                </a:duotone>
                <a:extLst>
                  <a:ext uri="{BEBA8EAE-BF5A-486C-A8C5-ECC9F3942E4B}">
                    <a14:imgProps xmlns:a14="http://schemas.microsoft.com/office/drawing/2010/main">
                      <a14:imgLayer r:embed="rId5">
                        <a14:imgEffect>
                          <a14:saturation sat="95000"/>
                        </a14:imgEffect>
                        <a14:imgEffect>
                          <a14:brightnessContrast bright="-40000" contrast="20000"/>
                        </a14:imgEffect>
                      </a14:imgLayer>
                    </a14:imgProps>
                  </a:ext>
                </a:extLst>
              </a:blip>
              <a:srcRect/>
              <a:tile tx="50800" ty="0" sx="85000" sy="85000" flip="none" algn="tl"/>
            </a:blipFill>
            <a:ln w="25400" cap="flat" cmpd="sng" algn="ctr">
              <a:noFill/>
              <a:prstDash val="solid"/>
            </a:ln>
            <a:effectLst/>
          </p:spPr>
          <p:txBody>
            <a:bodyPr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10" name="Oval 9"/>
            <p:cNvSpPr/>
            <p:nvPr/>
          </p:nvSpPr>
          <p:spPr>
            <a:xfrm>
              <a:off x="11396488" y="6230844"/>
              <a:ext cx="478576" cy="478578"/>
            </a:xfrm>
            <a:prstGeom prst="ellipse">
              <a:avLst/>
            </a:prstGeom>
            <a:noFill/>
            <a:ln w="12700" cap="flat" cmpd="sng" algn="ctr">
              <a:solidFill>
                <a:sysClr val="window" lastClr="FFFFFF"/>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grpSp>
      <p:sp>
        <p:nvSpPr>
          <p:cNvPr id="7" name="Slide Number Placeholder 6"/>
          <p:cNvSpPr>
            <a:spLocks noGrp="1"/>
          </p:cNvSpPr>
          <p:nvPr>
            <p:ph type="sldNum" sz="quarter" idx="12"/>
          </p:nvPr>
        </p:nvSpPr>
        <p:spPr/>
        <p:txBody>
          <a:bodyPr/>
          <a:lstStyle/>
          <a:p>
            <a:fld id="{4FAB73BC-B049-4115-A692-8D63A059BFB8}" type="slidenum">
              <a:rPr lang="en-US" smtClean="0"/>
              <a:t>‹#›</a:t>
            </a:fld>
            <a:endParaRPr lang="en-US"/>
          </a:p>
        </p:txBody>
      </p:sp>
    </p:spTree>
    <p:extLst>
      <p:ext uri="{BB962C8B-B14F-4D97-AF65-F5344CB8AC3E}">
        <p14:creationId xmlns:p14="http://schemas.microsoft.com/office/powerpoint/2010/main" val="2585180390"/>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F3F23FA8-AC48-4084-B57B-C16E49DD0AA7}" type="datetime1">
              <a:rPr lang="en-US" smtClean="0"/>
              <a:t>9/10/25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1176749634"/>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533400"/>
            <a:ext cx="2552700" cy="5638800"/>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1066800" y="533400"/>
            <a:ext cx="7505700" cy="5638800"/>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F1233B26-D190-4EF7-8E86-D5DD0E686E86}" type="datetime1">
              <a:rPr lang="en-US" smtClean="0"/>
              <a:t>9/10/25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1931221820"/>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Title + 1 column" type="tx">
  <p:cSld name="Title + 1 column">
    <p:spTree>
      <p:nvGrpSpPr>
        <p:cNvPr id="1" name="Shape 40"/>
        <p:cNvGrpSpPr/>
        <p:nvPr/>
      </p:nvGrpSpPr>
      <p:grpSpPr>
        <a:xfrm>
          <a:off x="0" y="0"/>
          <a:ext cx="0" cy="0"/>
          <a:chOff x="0" y="0"/>
          <a:chExt cx="0" cy="0"/>
        </a:xfrm>
      </p:grpSpPr>
      <p:sp>
        <p:nvSpPr>
          <p:cNvPr id="41" name="Google Shape;41;p5"/>
          <p:cNvSpPr txBox="1">
            <a:spLocks noGrp="1"/>
          </p:cNvSpPr>
          <p:nvPr>
            <p:ph type="title"/>
          </p:nvPr>
        </p:nvSpPr>
        <p:spPr>
          <a:xfrm>
            <a:off x="1048200" y="410826"/>
            <a:ext cx="10095600" cy="936900"/>
          </a:xfrm>
          <a:prstGeom prst="rect">
            <a:avLst/>
          </a:prstGeom>
        </p:spPr>
        <p:txBody>
          <a:bodyPr spcFirstLastPara="1" wrap="square" lIns="91425" tIns="91425" rIns="91425" bIns="91425" anchor="b" anchorCtr="0"/>
          <a:lstStyle>
            <a:lvl1pPr lvl="0">
              <a:spcBef>
                <a:spcPts val="0"/>
              </a:spcBef>
              <a:spcAft>
                <a:spcPts val="0"/>
              </a:spcAft>
              <a:buSzPts val="2000"/>
              <a:buNone/>
              <a:defRPr/>
            </a:lvl1pPr>
            <a:lvl2pPr lvl="1">
              <a:spcBef>
                <a:spcPts val="0"/>
              </a:spcBef>
              <a:spcAft>
                <a:spcPts val="0"/>
              </a:spcAft>
              <a:buSzPts val="2000"/>
              <a:buNone/>
              <a:defRPr/>
            </a:lvl2pPr>
            <a:lvl3pPr lvl="2">
              <a:spcBef>
                <a:spcPts val="0"/>
              </a:spcBef>
              <a:spcAft>
                <a:spcPts val="0"/>
              </a:spcAft>
              <a:buSzPts val="2000"/>
              <a:buNone/>
              <a:defRPr/>
            </a:lvl3pPr>
            <a:lvl4pPr lvl="3">
              <a:spcBef>
                <a:spcPts val="0"/>
              </a:spcBef>
              <a:spcAft>
                <a:spcPts val="0"/>
              </a:spcAft>
              <a:buSzPts val="2000"/>
              <a:buNone/>
              <a:defRPr/>
            </a:lvl4pPr>
            <a:lvl5pPr lvl="4">
              <a:spcBef>
                <a:spcPts val="0"/>
              </a:spcBef>
              <a:spcAft>
                <a:spcPts val="0"/>
              </a:spcAft>
              <a:buSzPts val="2000"/>
              <a:buNone/>
              <a:defRPr/>
            </a:lvl5pPr>
            <a:lvl6pPr lvl="5">
              <a:spcBef>
                <a:spcPts val="0"/>
              </a:spcBef>
              <a:spcAft>
                <a:spcPts val="0"/>
              </a:spcAft>
              <a:buSzPts val="2000"/>
              <a:buNone/>
              <a:defRPr/>
            </a:lvl6pPr>
            <a:lvl7pPr lvl="6">
              <a:spcBef>
                <a:spcPts val="0"/>
              </a:spcBef>
              <a:spcAft>
                <a:spcPts val="0"/>
              </a:spcAft>
              <a:buSzPts val="2000"/>
              <a:buNone/>
              <a:defRPr/>
            </a:lvl7pPr>
            <a:lvl8pPr lvl="7">
              <a:spcBef>
                <a:spcPts val="0"/>
              </a:spcBef>
              <a:spcAft>
                <a:spcPts val="0"/>
              </a:spcAft>
              <a:buSzPts val="2000"/>
              <a:buNone/>
              <a:defRPr/>
            </a:lvl8pPr>
            <a:lvl9pPr lvl="8">
              <a:spcBef>
                <a:spcPts val="0"/>
              </a:spcBef>
              <a:spcAft>
                <a:spcPts val="0"/>
              </a:spcAft>
              <a:buSzPts val="2000"/>
              <a:buNone/>
              <a:defRPr/>
            </a:lvl9pPr>
          </a:lstStyle>
          <a:p>
            <a:endParaRPr/>
          </a:p>
        </p:txBody>
      </p:sp>
      <p:sp>
        <p:nvSpPr>
          <p:cNvPr id="42" name="Google Shape;42;p5"/>
          <p:cNvSpPr txBox="1">
            <a:spLocks noGrp="1"/>
          </p:cNvSpPr>
          <p:nvPr>
            <p:ph type="body" idx="1"/>
          </p:nvPr>
        </p:nvSpPr>
        <p:spPr>
          <a:xfrm>
            <a:off x="1048200" y="1682267"/>
            <a:ext cx="10095600" cy="4764900"/>
          </a:xfrm>
          <a:prstGeom prst="rect">
            <a:avLst/>
          </a:prstGeom>
        </p:spPr>
        <p:txBody>
          <a:bodyPr spcFirstLastPara="1" wrap="square" lIns="91425" tIns="91425" rIns="91425" bIns="91425" anchor="t" anchorCtr="0"/>
          <a:lstStyle>
            <a:lvl1pPr marL="457200" lvl="0" indent="-419100">
              <a:spcBef>
                <a:spcPts val="600"/>
              </a:spcBef>
              <a:spcAft>
                <a:spcPts val="0"/>
              </a:spcAft>
              <a:buSzPts val="3000"/>
              <a:buChar char="◎"/>
              <a:defRPr/>
            </a:lvl1pPr>
            <a:lvl2pPr marL="914400" lvl="1" indent="-381000">
              <a:spcBef>
                <a:spcPts val="0"/>
              </a:spcBef>
              <a:spcAft>
                <a:spcPts val="0"/>
              </a:spcAft>
              <a:buSzPts val="2400"/>
              <a:buChar char="○"/>
              <a:defRPr/>
            </a:lvl2pPr>
            <a:lvl3pPr marL="1371600" lvl="2" indent="-381000">
              <a:spcBef>
                <a:spcPts val="0"/>
              </a:spcBef>
              <a:spcAft>
                <a:spcPts val="0"/>
              </a:spcAft>
              <a:buSzPts val="2400"/>
              <a:buChar char="◉"/>
              <a:defRPr/>
            </a:lvl3pPr>
            <a:lvl4pPr marL="1828800" lvl="3" indent="-342900">
              <a:spcBef>
                <a:spcPts val="0"/>
              </a:spcBef>
              <a:spcAft>
                <a:spcPts val="0"/>
              </a:spcAft>
              <a:buSzPts val="1800"/>
              <a:buChar char="●"/>
              <a:defRPr/>
            </a:lvl4pPr>
            <a:lvl5pPr marL="2286000" lvl="4" indent="-342900">
              <a:spcBef>
                <a:spcPts val="0"/>
              </a:spcBef>
              <a:spcAft>
                <a:spcPts val="0"/>
              </a:spcAft>
              <a:buSzPts val="1800"/>
              <a:buChar char="○"/>
              <a:defRPr/>
            </a:lvl5pPr>
            <a:lvl6pPr marL="2743200" lvl="5" indent="-342900">
              <a:spcBef>
                <a:spcPts val="0"/>
              </a:spcBef>
              <a:spcAft>
                <a:spcPts val="0"/>
              </a:spcAft>
              <a:buSzPts val="1800"/>
              <a:buChar char="■"/>
              <a:defRPr/>
            </a:lvl6pPr>
            <a:lvl7pPr marL="3200400" lvl="6" indent="-342900">
              <a:spcBef>
                <a:spcPts val="0"/>
              </a:spcBef>
              <a:spcAft>
                <a:spcPts val="0"/>
              </a:spcAft>
              <a:buSzPts val="1800"/>
              <a:buChar char="●"/>
              <a:defRPr/>
            </a:lvl7pPr>
            <a:lvl8pPr marL="3657600" lvl="7" indent="-342900">
              <a:spcBef>
                <a:spcPts val="0"/>
              </a:spcBef>
              <a:spcAft>
                <a:spcPts val="0"/>
              </a:spcAft>
              <a:buSzPts val="1800"/>
              <a:buChar char="○"/>
              <a:defRPr/>
            </a:lvl8pPr>
            <a:lvl9pPr marL="4114800" lvl="8" indent="-342900">
              <a:spcBef>
                <a:spcPts val="0"/>
              </a:spcBef>
              <a:spcAft>
                <a:spcPts val="0"/>
              </a:spcAft>
              <a:buSzPts val="1800"/>
              <a:buChar char="■"/>
              <a:defRPr/>
            </a:lvl9pPr>
          </a:lstStyle>
          <a:p>
            <a:endParaRPr/>
          </a:p>
        </p:txBody>
      </p:sp>
      <p:sp>
        <p:nvSpPr>
          <p:cNvPr id="43" name="Google Shape;43;p5"/>
          <p:cNvSpPr txBox="1">
            <a:spLocks noGrp="1"/>
          </p:cNvSpPr>
          <p:nvPr>
            <p:ph type="sldNum" idx="12"/>
          </p:nvPr>
        </p:nvSpPr>
        <p:spPr>
          <a:xfrm>
            <a:off x="11205845" y="6333134"/>
            <a:ext cx="731600" cy="525000"/>
          </a:xfrm>
          <a:prstGeom prst="rect">
            <a:avLst/>
          </a:prstGeom>
        </p:spPr>
        <p:txBody>
          <a:bodyPr spcFirstLastPara="1" wrap="square" lIns="91425" tIns="91425" rIns="91425" bIns="91425" anchor="t"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2362788058"/>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07C918-20C2-4BAB-2D2C-B38AE8C151ED}"/>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F1EBEC92-6DCA-9FD0-EEEC-EC003BAAEED3}"/>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28DCE859-F241-0ACD-8897-7F12712DA650}"/>
              </a:ext>
            </a:extLst>
          </p:cNvPr>
          <p:cNvSpPr>
            <a:spLocks noGrp="1"/>
          </p:cNvSpPr>
          <p:nvPr>
            <p:ph type="dt" sz="half" idx="10"/>
          </p:nvPr>
        </p:nvSpPr>
        <p:spPr/>
        <p:txBody>
          <a:bodyPr/>
          <a:lstStyle/>
          <a:p>
            <a:fld id="{BA20FC74-79A4-43E6-BBAD-E788C1A3E90F}" type="datetimeFigureOut">
              <a:rPr lang="en-US" smtClean="0"/>
              <a:t>9/10/25</a:t>
            </a:fld>
            <a:endParaRPr lang="en-US"/>
          </a:p>
        </p:txBody>
      </p:sp>
      <p:sp>
        <p:nvSpPr>
          <p:cNvPr id="5" name="Footer Placeholder 4">
            <a:extLst>
              <a:ext uri="{FF2B5EF4-FFF2-40B4-BE49-F238E27FC236}">
                <a16:creationId xmlns:a16="http://schemas.microsoft.com/office/drawing/2014/main" id="{C79E2907-09B0-78FC-8E76-F74A8E0CDB8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B597F20-8B1F-2B59-A47F-D2A290CCB583}"/>
              </a:ext>
            </a:extLst>
          </p:cNvPr>
          <p:cNvSpPr>
            <a:spLocks noGrp="1"/>
          </p:cNvSpPr>
          <p:nvPr>
            <p:ph type="sldNum" sz="quarter" idx="12"/>
          </p:nvPr>
        </p:nvSpPr>
        <p:spPr/>
        <p:txBody>
          <a:bodyPr/>
          <a:lstStyle/>
          <a:p>
            <a:fld id="{7DF6DEEC-D04A-4FF0-9A08-7D39859C24F4}" type="slidenum">
              <a:rPr lang="en-US" smtClean="0"/>
              <a:t>‹#›</a:t>
            </a:fld>
            <a:endParaRPr lang="en-US"/>
          </a:p>
        </p:txBody>
      </p:sp>
    </p:spTree>
    <p:extLst>
      <p:ext uri="{BB962C8B-B14F-4D97-AF65-F5344CB8AC3E}">
        <p14:creationId xmlns:p14="http://schemas.microsoft.com/office/powerpoint/2010/main" val="4106769555"/>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99508D-A5CB-45B7-DFB8-E0234B5D68C7}"/>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23A123E2-C76D-1127-FF35-AF6FD2741AFC}"/>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9047F7C-981C-F881-53A9-E96CA035C949}"/>
              </a:ext>
            </a:extLst>
          </p:cNvPr>
          <p:cNvSpPr>
            <a:spLocks noGrp="1"/>
          </p:cNvSpPr>
          <p:nvPr>
            <p:ph type="dt" sz="half" idx="10"/>
          </p:nvPr>
        </p:nvSpPr>
        <p:spPr/>
        <p:txBody>
          <a:bodyPr/>
          <a:lstStyle/>
          <a:p>
            <a:fld id="{BA20FC74-79A4-43E6-BBAD-E788C1A3E90F}" type="datetimeFigureOut">
              <a:rPr lang="en-US" smtClean="0"/>
              <a:t>9/10/25</a:t>
            </a:fld>
            <a:endParaRPr lang="en-US"/>
          </a:p>
        </p:txBody>
      </p:sp>
      <p:sp>
        <p:nvSpPr>
          <p:cNvPr id="5" name="Footer Placeholder 4">
            <a:extLst>
              <a:ext uri="{FF2B5EF4-FFF2-40B4-BE49-F238E27FC236}">
                <a16:creationId xmlns:a16="http://schemas.microsoft.com/office/drawing/2014/main" id="{28D6235E-DC6E-FFCF-3638-E9FD3D93BB8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85FBAD0-D5F2-409D-7051-0BF8E5C760A4}"/>
              </a:ext>
            </a:extLst>
          </p:cNvPr>
          <p:cNvSpPr>
            <a:spLocks noGrp="1"/>
          </p:cNvSpPr>
          <p:nvPr>
            <p:ph type="sldNum" sz="quarter" idx="12"/>
          </p:nvPr>
        </p:nvSpPr>
        <p:spPr/>
        <p:txBody>
          <a:bodyPr/>
          <a:lstStyle/>
          <a:p>
            <a:fld id="{7DF6DEEC-D04A-4FF0-9A08-7D39859C24F4}" type="slidenum">
              <a:rPr lang="en-US" smtClean="0"/>
              <a:t>‹#›</a:t>
            </a:fld>
            <a:endParaRPr lang="en-US"/>
          </a:p>
        </p:txBody>
      </p:sp>
    </p:spTree>
    <p:extLst>
      <p:ext uri="{BB962C8B-B14F-4D97-AF65-F5344CB8AC3E}">
        <p14:creationId xmlns:p14="http://schemas.microsoft.com/office/powerpoint/2010/main" val="1659795945"/>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AB4BA50-CCB1-0778-8762-8CBCE629EE3E}"/>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054D12CA-35D1-D5FB-4A46-B048631B4F93}"/>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DE4A9003-34ED-8574-A5D0-D68DF02C11BC}"/>
              </a:ext>
            </a:extLst>
          </p:cNvPr>
          <p:cNvSpPr>
            <a:spLocks noGrp="1"/>
          </p:cNvSpPr>
          <p:nvPr>
            <p:ph type="dt" sz="half" idx="10"/>
          </p:nvPr>
        </p:nvSpPr>
        <p:spPr/>
        <p:txBody>
          <a:bodyPr/>
          <a:lstStyle/>
          <a:p>
            <a:fld id="{BA20FC74-79A4-43E6-BBAD-E788C1A3E90F}" type="datetimeFigureOut">
              <a:rPr lang="en-US" smtClean="0"/>
              <a:t>9/10/25</a:t>
            </a:fld>
            <a:endParaRPr lang="en-US"/>
          </a:p>
        </p:txBody>
      </p:sp>
      <p:sp>
        <p:nvSpPr>
          <p:cNvPr id="5" name="Footer Placeholder 4">
            <a:extLst>
              <a:ext uri="{FF2B5EF4-FFF2-40B4-BE49-F238E27FC236}">
                <a16:creationId xmlns:a16="http://schemas.microsoft.com/office/drawing/2014/main" id="{441C3AAF-63D0-E92C-34FB-915DFC31D3C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1642D99-D592-A100-609F-1B765442DAA7}"/>
              </a:ext>
            </a:extLst>
          </p:cNvPr>
          <p:cNvSpPr>
            <a:spLocks noGrp="1"/>
          </p:cNvSpPr>
          <p:nvPr>
            <p:ph type="sldNum" sz="quarter" idx="12"/>
          </p:nvPr>
        </p:nvSpPr>
        <p:spPr/>
        <p:txBody>
          <a:bodyPr/>
          <a:lstStyle/>
          <a:p>
            <a:fld id="{7DF6DEEC-D04A-4FF0-9A08-7D39859C24F4}" type="slidenum">
              <a:rPr lang="en-US" smtClean="0"/>
              <a:t>‹#›</a:t>
            </a:fld>
            <a:endParaRPr lang="en-US"/>
          </a:p>
        </p:txBody>
      </p:sp>
    </p:spTree>
    <p:extLst>
      <p:ext uri="{BB962C8B-B14F-4D97-AF65-F5344CB8AC3E}">
        <p14:creationId xmlns:p14="http://schemas.microsoft.com/office/powerpoint/2010/main" val="2280295946"/>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1659A0-0E7A-0289-E156-75F93A91FB64}"/>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CD0B8049-D55B-127E-E17C-FED9FB5C25DD}"/>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DD8B8108-D3D6-C73B-323C-0AA408D15EDA}"/>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07192B38-E8CF-F470-2F9A-6C54367E0499}"/>
              </a:ext>
            </a:extLst>
          </p:cNvPr>
          <p:cNvSpPr>
            <a:spLocks noGrp="1"/>
          </p:cNvSpPr>
          <p:nvPr>
            <p:ph type="dt" sz="half" idx="10"/>
          </p:nvPr>
        </p:nvSpPr>
        <p:spPr/>
        <p:txBody>
          <a:bodyPr/>
          <a:lstStyle/>
          <a:p>
            <a:fld id="{BA20FC74-79A4-43E6-BBAD-E788C1A3E90F}" type="datetimeFigureOut">
              <a:rPr lang="en-US" smtClean="0"/>
              <a:t>9/10/25</a:t>
            </a:fld>
            <a:endParaRPr lang="en-US"/>
          </a:p>
        </p:txBody>
      </p:sp>
      <p:sp>
        <p:nvSpPr>
          <p:cNvPr id="6" name="Footer Placeholder 5">
            <a:extLst>
              <a:ext uri="{FF2B5EF4-FFF2-40B4-BE49-F238E27FC236}">
                <a16:creationId xmlns:a16="http://schemas.microsoft.com/office/drawing/2014/main" id="{A16FA0BC-9D1A-47D4-1A57-1F8421467FD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3AEA9EB2-322A-250C-066B-6BFBB89F190C}"/>
              </a:ext>
            </a:extLst>
          </p:cNvPr>
          <p:cNvSpPr>
            <a:spLocks noGrp="1"/>
          </p:cNvSpPr>
          <p:nvPr>
            <p:ph type="sldNum" sz="quarter" idx="12"/>
          </p:nvPr>
        </p:nvSpPr>
        <p:spPr/>
        <p:txBody>
          <a:bodyPr/>
          <a:lstStyle/>
          <a:p>
            <a:fld id="{7DF6DEEC-D04A-4FF0-9A08-7D39859C24F4}" type="slidenum">
              <a:rPr lang="en-US" smtClean="0"/>
              <a:t>‹#›</a:t>
            </a:fld>
            <a:endParaRPr lang="en-US"/>
          </a:p>
        </p:txBody>
      </p:sp>
    </p:spTree>
    <p:extLst>
      <p:ext uri="{BB962C8B-B14F-4D97-AF65-F5344CB8AC3E}">
        <p14:creationId xmlns:p14="http://schemas.microsoft.com/office/powerpoint/2010/main" val="3674441906"/>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761091-B280-D020-B87F-56A5C7998025}"/>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625A241C-2CEA-2888-11BA-513E3DAE9CA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66D3E2FF-9950-99FF-33E5-E58F4F63B54A}"/>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1AA4D120-887B-C7E7-84E5-E8638EFFEE55}"/>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7630BC97-3A89-E6D7-1140-51C25937DE9A}"/>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B64872CC-523B-EDFF-B07C-A988FF25E337}"/>
              </a:ext>
            </a:extLst>
          </p:cNvPr>
          <p:cNvSpPr>
            <a:spLocks noGrp="1"/>
          </p:cNvSpPr>
          <p:nvPr>
            <p:ph type="dt" sz="half" idx="10"/>
          </p:nvPr>
        </p:nvSpPr>
        <p:spPr/>
        <p:txBody>
          <a:bodyPr/>
          <a:lstStyle/>
          <a:p>
            <a:fld id="{BA20FC74-79A4-43E6-BBAD-E788C1A3E90F}" type="datetimeFigureOut">
              <a:rPr lang="en-US" smtClean="0"/>
              <a:t>9/10/25</a:t>
            </a:fld>
            <a:endParaRPr lang="en-US"/>
          </a:p>
        </p:txBody>
      </p:sp>
      <p:sp>
        <p:nvSpPr>
          <p:cNvPr id="8" name="Footer Placeholder 7">
            <a:extLst>
              <a:ext uri="{FF2B5EF4-FFF2-40B4-BE49-F238E27FC236}">
                <a16:creationId xmlns:a16="http://schemas.microsoft.com/office/drawing/2014/main" id="{B7DC73F5-4907-67F9-6775-0034061F0789}"/>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2A923B05-41DD-9B73-E688-AD4D5574B596}"/>
              </a:ext>
            </a:extLst>
          </p:cNvPr>
          <p:cNvSpPr>
            <a:spLocks noGrp="1"/>
          </p:cNvSpPr>
          <p:nvPr>
            <p:ph type="sldNum" sz="quarter" idx="12"/>
          </p:nvPr>
        </p:nvSpPr>
        <p:spPr/>
        <p:txBody>
          <a:bodyPr/>
          <a:lstStyle/>
          <a:p>
            <a:fld id="{7DF6DEEC-D04A-4FF0-9A08-7D39859C24F4}" type="slidenum">
              <a:rPr lang="en-US" smtClean="0"/>
              <a:t>‹#›</a:t>
            </a:fld>
            <a:endParaRPr lang="en-US"/>
          </a:p>
        </p:txBody>
      </p:sp>
    </p:spTree>
    <p:extLst>
      <p:ext uri="{BB962C8B-B14F-4D97-AF65-F5344CB8AC3E}">
        <p14:creationId xmlns:p14="http://schemas.microsoft.com/office/powerpoint/2010/main" val="2987359795"/>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EFDD47-9F9D-1C4B-2165-9A53BB6C0DED}"/>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370D5964-9C5D-EA8F-DA52-78E3261CB8DC}"/>
              </a:ext>
            </a:extLst>
          </p:cNvPr>
          <p:cNvSpPr>
            <a:spLocks noGrp="1"/>
          </p:cNvSpPr>
          <p:nvPr>
            <p:ph type="dt" sz="half" idx="10"/>
          </p:nvPr>
        </p:nvSpPr>
        <p:spPr/>
        <p:txBody>
          <a:bodyPr/>
          <a:lstStyle/>
          <a:p>
            <a:fld id="{BA20FC74-79A4-43E6-BBAD-E788C1A3E90F}" type="datetimeFigureOut">
              <a:rPr lang="en-US" smtClean="0"/>
              <a:t>9/10/25</a:t>
            </a:fld>
            <a:endParaRPr lang="en-US"/>
          </a:p>
        </p:txBody>
      </p:sp>
      <p:sp>
        <p:nvSpPr>
          <p:cNvPr id="4" name="Footer Placeholder 3">
            <a:extLst>
              <a:ext uri="{FF2B5EF4-FFF2-40B4-BE49-F238E27FC236}">
                <a16:creationId xmlns:a16="http://schemas.microsoft.com/office/drawing/2014/main" id="{9DA55C0A-7735-2D52-EEA5-234D791159CD}"/>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4BDC1569-42A8-98D0-16F3-B183232AB6EF}"/>
              </a:ext>
            </a:extLst>
          </p:cNvPr>
          <p:cNvSpPr>
            <a:spLocks noGrp="1"/>
          </p:cNvSpPr>
          <p:nvPr>
            <p:ph type="sldNum" sz="quarter" idx="12"/>
          </p:nvPr>
        </p:nvSpPr>
        <p:spPr/>
        <p:txBody>
          <a:bodyPr/>
          <a:lstStyle/>
          <a:p>
            <a:fld id="{7DF6DEEC-D04A-4FF0-9A08-7D39859C24F4}" type="slidenum">
              <a:rPr lang="en-US" smtClean="0"/>
              <a:t>‹#›</a:t>
            </a:fld>
            <a:endParaRPr lang="en-US"/>
          </a:p>
        </p:txBody>
      </p:sp>
    </p:spTree>
    <p:extLst>
      <p:ext uri="{BB962C8B-B14F-4D97-AF65-F5344CB8AC3E}">
        <p14:creationId xmlns:p14="http://schemas.microsoft.com/office/powerpoint/2010/main" val="1175700345"/>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288B3E13-7EA6-3D73-648A-2D0D227431A4}"/>
              </a:ext>
            </a:extLst>
          </p:cNvPr>
          <p:cNvSpPr>
            <a:spLocks noGrp="1"/>
          </p:cNvSpPr>
          <p:nvPr>
            <p:ph type="dt" sz="half" idx="10"/>
          </p:nvPr>
        </p:nvSpPr>
        <p:spPr/>
        <p:txBody>
          <a:bodyPr/>
          <a:lstStyle/>
          <a:p>
            <a:fld id="{BA20FC74-79A4-43E6-BBAD-E788C1A3E90F}" type="datetimeFigureOut">
              <a:rPr lang="en-US" smtClean="0"/>
              <a:t>9/10/25</a:t>
            </a:fld>
            <a:endParaRPr lang="en-US"/>
          </a:p>
        </p:txBody>
      </p:sp>
      <p:sp>
        <p:nvSpPr>
          <p:cNvPr id="3" name="Footer Placeholder 2">
            <a:extLst>
              <a:ext uri="{FF2B5EF4-FFF2-40B4-BE49-F238E27FC236}">
                <a16:creationId xmlns:a16="http://schemas.microsoft.com/office/drawing/2014/main" id="{8B331C45-823D-48D6-E882-B9E105D231EA}"/>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BDC9D351-3EEA-D614-A892-FFF26DE280FF}"/>
              </a:ext>
            </a:extLst>
          </p:cNvPr>
          <p:cNvSpPr>
            <a:spLocks noGrp="1"/>
          </p:cNvSpPr>
          <p:nvPr>
            <p:ph type="sldNum" sz="quarter" idx="12"/>
          </p:nvPr>
        </p:nvSpPr>
        <p:spPr/>
        <p:txBody>
          <a:bodyPr/>
          <a:lstStyle/>
          <a:p>
            <a:fld id="{7DF6DEEC-D04A-4FF0-9A08-7D39859C24F4}" type="slidenum">
              <a:rPr lang="en-US" smtClean="0"/>
              <a:t>‹#›</a:t>
            </a:fld>
            <a:endParaRPr lang="en-US"/>
          </a:p>
        </p:txBody>
      </p:sp>
    </p:spTree>
    <p:extLst>
      <p:ext uri="{BB962C8B-B14F-4D97-AF65-F5344CB8AC3E}">
        <p14:creationId xmlns:p14="http://schemas.microsoft.com/office/powerpoint/2010/main" val="749642091"/>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055A8B-50D0-83FB-2159-2B579DF22B2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B3ABC32D-920C-1C24-48E6-CC3109972B58}"/>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73299DDF-0A0B-9DA1-5CD4-A91ADE0671F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68DF80B-BCA3-4FB3-6DCB-9B98EF772FDD}"/>
              </a:ext>
            </a:extLst>
          </p:cNvPr>
          <p:cNvSpPr>
            <a:spLocks noGrp="1"/>
          </p:cNvSpPr>
          <p:nvPr>
            <p:ph type="dt" sz="half" idx="10"/>
          </p:nvPr>
        </p:nvSpPr>
        <p:spPr/>
        <p:txBody>
          <a:bodyPr/>
          <a:lstStyle/>
          <a:p>
            <a:fld id="{BA20FC74-79A4-43E6-BBAD-E788C1A3E90F}" type="datetimeFigureOut">
              <a:rPr lang="en-US" smtClean="0"/>
              <a:t>9/10/25</a:t>
            </a:fld>
            <a:endParaRPr lang="en-US"/>
          </a:p>
        </p:txBody>
      </p:sp>
      <p:sp>
        <p:nvSpPr>
          <p:cNvPr id="6" name="Footer Placeholder 5">
            <a:extLst>
              <a:ext uri="{FF2B5EF4-FFF2-40B4-BE49-F238E27FC236}">
                <a16:creationId xmlns:a16="http://schemas.microsoft.com/office/drawing/2014/main" id="{757FE636-FDF9-6C74-F1B2-FE52D6F4BE5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2ABD3ED8-4EFE-38B7-5C03-FB19B9DC8EB4}"/>
              </a:ext>
            </a:extLst>
          </p:cNvPr>
          <p:cNvSpPr>
            <a:spLocks noGrp="1"/>
          </p:cNvSpPr>
          <p:nvPr>
            <p:ph type="sldNum" sz="quarter" idx="12"/>
          </p:nvPr>
        </p:nvSpPr>
        <p:spPr/>
        <p:txBody>
          <a:bodyPr/>
          <a:lstStyle/>
          <a:p>
            <a:fld id="{7DF6DEEC-D04A-4FF0-9A08-7D39859C24F4}" type="slidenum">
              <a:rPr lang="en-US" smtClean="0"/>
              <a:t>‹#›</a:t>
            </a:fld>
            <a:endParaRPr lang="en-US"/>
          </a:p>
        </p:txBody>
      </p:sp>
    </p:spTree>
    <p:extLst>
      <p:ext uri="{BB962C8B-B14F-4D97-AF65-F5344CB8AC3E}">
        <p14:creationId xmlns:p14="http://schemas.microsoft.com/office/powerpoint/2010/main" val="1938374689"/>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0104E8-D094-B7C7-0658-D030AD44C24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B73528A8-9417-066D-515E-B2BFDB456B4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54A661CA-CB31-CE95-59EB-199EB01FE30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BC3D29A-7780-32C6-BCE9-DA203FC78169}"/>
              </a:ext>
            </a:extLst>
          </p:cNvPr>
          <p:cNvSpPr>
            <a:spLocks noGrp="1"/>
          </p:cNvSpPr>
          <p:nvPr>
            <p:ph type="dt" sz="half" idx="10"/>
          </p:nvPr>
        </p:nvSpPr>
        <p:spPr/>
        <p:txBody>
          <a:bodyPr/>
          <a:lstStyle/>
          <a:p>
            <a:fld id="{BA20FC74-79A4-43E6-BBAD-E788C1A3E90F}" type="datetimeFigureOut">
              <a:rPr lang="en-US" smtClean="0"/>
              <a:t>9/10/25</a:t>
            </a:fld>
            <a:endParaRPr lang="en-US"/>
          </a:p>
        </p:txBody>
      </p:sp>
      <p:sp>
        <p:nvSpPr>
          <p:cNvPr id="6" name="Footer Placeholder 5">
            <a:extLst>
              <a:ext uri="{FF2B5EF4-FFF2-40B4-BE49-F238E27FC236}">
                <a16:creationId xmlns:a16="http://schemas.microsoft.com/office/drawing/2014/main" id="{0249631F-67E1-EBBB-7362-1A69C42F2BEA}"/>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CA0B73C7-BEDB-BE2F-217E-6FEBC3818327}"/>
              </a:ext>
            </a:extLst>
          </p:cNvPr>
          <p:cNvSpPr>
            <a:spLocks noGrp="1"/>
          </p:cNvSpPr>
          <p:nvPr>
            <p:ph type="sldNum" sz="quarter" idx="12"/>
          </p:nvPr>
        </p:nvSpPr>
        <p:spPr/>
        <p:txBody>
          <a:bodyPr/>
          <a:lstStyle/>
          <a:p>
            <a:fld id="{7DF6DEEC-D04A-4FF0-9A08-7D39859C24F4}" type="slidenum">
              <a:rPr lang="en-US" smtClean="0"/>
              <a:t>‹#›</a:t>
            </a:fld>
            <a:endParaRPr lang="en-US"/>
          </a:p>
        </p:txBody>
      </p:sp>
    </p:spTree>
    <p:extLst>
      <p:ext uri="{BB962C8B-B14F-4D97-AF65-F5344CB8AC3E}">
        <p14:creationId xmlns:p14="http://schemas.microsoft.com/office/powerpoint/2010/main" val="1128253282"/>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F85D78B-9936-1F51-5CB7-1F108EEE67D9}"/>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EACBAD41-306C-C39A-7D73-62ABBFF0F317}"/>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E4D22CF-C457-89F9-52AF-973D3183CC5C}"/>
              </a:ext>
            </a:extLst>
          </p:cNvPr>
          <p:cNvSpPr>
            <a:spLocks noGrp="1"/>
          </p:cNvSpPr>
          <p:nvPr>
            <p:ph type="dt" sz="half" idx="10"/>
          </p:nvPr>
        </p:nvSpPr>
        <p:spPr/>
        <p:txBody>
          <a:bodyPr/>
          <a:lstStyle/>
          <a:p>
            <a:fld id="{BA20FC74-79A4-43E6-BBAD-E788C1A3E90F}" type="datetimeFigureOut">
              <a:rPr lang="en-US" smtClean="0"/>
              <a:t>9/10/25</a:t>
            </a:fld>
            <a:endParaRPr lang="en-US"/>
          </a:p>
        </p:txBody>
      </p:sp>
      <p:sp>
        <p:nvSpPr>
          <p:cNvPr id="5" name="Footer Placeholder 4">
            <a:extLst>
              <a:ext uri="{FF2B5EF4-FFF2-40B4-BE49-F238E27FC236}">
                <a16:creationId xmlns:a16="http://schemas.microsoft.com/office/drawing/2014/main" id="{B6C1B72F-0EE0-461F-7306-9D3B900E144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0A33E54-F7D9-99BD-6AF1-600F160E3B40}"/>
              </a:ext>
            </a:extLst>
          </p:cNvPr>
          <p:cNvSpPr>
            <a:spLocks noGrp="1"/>
          </p:cNvSpPr>
          <p:nvPr>
            <p:ph type="sldNum" sz="quarter" idx="12"/>
          </p:nvPr>
        </p:nvSpPr>
        <p:spPr/>
        <p:txBody>
          <a:bodyPr/>
          <a:lstStyle/>
          <a:p>
            <a:fld id="{7DF6DEEC-D04A-4FF0-9A08-7D39859C24F4}" type="slidenum">
              <a:rPr lang="en-US" smtClean="0"/>
              <a:t>‹#›</a:t>
            </a:fld>
            <a:endParaRPr lang="en-US"/>
          </a:p>
        </p:txBody>
      </p:sp>
    </p:spTree>
    <p:extLst>
      <p:ext uri="{BB962C8B-B14F-4D97-AF65-F5344CB8AC3E}">
        <p14:creationId xmlns:p14="http://schemas.microsoft.com/office/powerpoint/2010/main" val="1893568730"/>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841AF3BD-73E4-3394-B2D5-E3A7F4831D3B}"/>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8840C9F7-A547-28A7-7323-ACA409582672}"/>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E17E184-987F-4FE3-BE43-C6C2EE5A5314}"/>
              </a:ext>
            </a:extLst>
          </p:cNvPr>
          <p:cNvSpPr>
            <a:spLocks noGrp="1"/>
          </p:cNvSpPr>
          <p:nvPr>
            <p:ph type="dt" sz="half" idx="10"/>
          </p:nvPr>
        </p:nvSpPr>
        <p:spPr/>
        <p:txBody>
          <a:bodyPr/>
          <a:lstStyle/>
          <a:p>
            <a:fld id="{BA20FC74-79A4-43E6-BBAD-E788C1A3E90F}" type="datetimeFigureOut">
              <a:rPr lang="en-US" smtClean="0"/>
              <a:t>9/10/25</a:t>
            </a:fld>
            <a:endParaRPr lang="en-US"/>
          </a:p>
        </p:txBody>
      </p:sp>
      <p:sp>
        <p:nvSpPr>
          <p:cNvPr id="5" name="Footer Placeholder 4">
            <a:extLst>
              <a:ext uri="{FF2B5EF4-FFF2-40B4-BE49-F238E27FC236}">
                <a16:creationId xmlns:a16="http://schemas.microsoft.com/office/drawing/2014/main" id="{925E8E29-E126-0F76-B95D-8D0B5853F11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882B896-055F-C156-CF27-EED60EB91A32}"/>
              </a:ext>
            </a:extLst>
          </p:cNvPr>
          <p:cNvSpPr>
            <a:spLocks noGrp="1"/>
          </p:cNvSpPr>
          <p:nvPr>
            <p:ph type="sldNum" sz="quarter" idx="12"/>
          </p:nvPr>
        </p:nvSpPr>
        <p:spPr/>
        <p:txBody>
          <a:bodyPr/>
          <a:lstStyle/>
          <a:p>
            <a:fld id="{7DF6DEEC-D04A-4FF0-9A08-7D39859C24F4}" type="slidenum">
              <a:rPr lang="en-US" smtClean="0"/>
              <a:t>‹#›</a:t>
            </a:fld>
            <a:endParaRPr lang="en-US"/>
          </a:p>
        </p:txBody>
      </p:sp>
    </p:spTree>
    <p:extLst>
      <p:ext uri="{BB962C8B-B14F-4D97-AF65-F5344CB8AC3E}">
        <p14:creationId xmlns:p14="http://schemas.microsoft.com/office/powerpoint/2010/main" val="3056051574"/>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type="txAndObj">
  <p:cSld name="Title, Text,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1221317" y="609600"/>
            <a:ext cx="10462683" cy="1143000"/>
          </a:xfrm>
        </p:spPr>
        <p:txBody>
          <a:bodyPr/>
          <a:lstStyle/>
          <a:p>
            <a:r>
              <a:rPr lang="en-US"/>
              <a:t>Click to edit Master title style</a:t>
            </a:r>
          </a:p>
        </p:txBody>
      </p:sp>
      <p:sp>
        <p:nvSpPr>
          <p:cNvPr id="3" name="Text Placeholder 2"/>
          <p:cNvSpPr>
            <a:spLocks noGrp="1"/>
          </p:cNvSpPr>
          <p:nvPr>
            <p:ph type="body" sz="half" idx="1"/>
          </p:nvPr>
        </p:nvSpPr>
        <p:spPr>
          <a:xfrm>
            <a:off x="1221317" y="1828800"/>
            <a:ext cx="5128683" cy="41148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553200" y="1828800"/>
            <a:ext cx="5130800" cy="41148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Slide Number Placeholder 4"/>
          <p:cNvSpPr>
            <a:spLocks noGrp="1"/>
          </p:cNvSpPr>
          <p:nvPr>
            <p:ph type="sldNum" sz="quarter" idx="10"/>
          </p:nvPr>
        </p:nvSpPr>
        <p:spPr>
          <a:xfrm>
            <a:off x="9213851" y="6400800"/>
            <a:ext cx="2470149" cy="304800"/>
          </a:xfrm>
        </p:spPr>
        <p:txBody>
          <a:bodyPr/>
          <a:lstStyle>
            <a:lvl1pPr>
              <a:defRPr/>
            </a:lvl1pPr>
          </a:lstStyle>
          <a:p>
            <a:fld id="{FA96F1A3-E2CA-49DD-8F54-D8B4222BAA13}" type="slidenum">
              <a:rPr lang="de-DE"/>
              <a:pPr/>
              <a:t>‹#›</a:t>
            </a:fld>
            <a:endParaRPr lang="de-DE"/>
          </a:p>
        </p:txBody>
      </p:sp>
    </p:spTree>
    <p:extLst>
      <p:ext uri="{BB962C8B-B14F-4D97-AF65-F5344CB8AC3E}">
        <p14:creationId xmlns:p14="http://schemas.microsoft.com/office/powerpoint/2010/main" val="780486397"/>
      </p:ext>
    </p:extLst>
  </p:cSld>
  <p:clrMapOvr>
    <a:masterClrMapping/>
  </p:clrMapOvr>
  <p:transition>
    <p:strips dir="rd"/>
  </p:transition>
</p:sldLayout>
</file>

<file path=ppt/slideLayouts/slideLayout36.xml><?xml version="1.0" encoding="utf-8"?>
<p:sldLayout xmlns:a="http://schemas.openxmlformats.org/drawingml/2006/main" xmlns:r="http://schemas.openxmlformats.org/officeDocument/2006/relationships" xmlns:p="http://schemas.openxmlformats.org/presentationml/2006/main" type="txAndTwoObj">
  <p:cSld name="Title, Text, and 2 Content">
    <p:spTree>
      <p:nvGrpSpPr>
        <p:cNvPr id="1" name=""/>
        <p:cNvGrpSpPr/>
        <p:nvPr/>
      </p:nvGrpSpPr>
      <p:grpSpPr>
        <a:xfrm>
          <a:off x="0" y="0"/>
          <a:ext cx="0" cy="0"/>
          <a:chOff x="0" y="0"/>
          <a:chExt cx="0" cy="0"/>
        </a:xfrm>
      </p:grpSpPr>
      <p:sp>
        <p:nvSpPr>
          <p:cNvPr id="2" name="Title 1"/>
          <p:cNvSpPr>
            <a:spLocks noGrp="1"/>
          </p:cNvSpPr>
          <p:nvPr>
            <p:ph type="title"/>
          </p:nvPr>
        </p:nvSpPr>
        <p:spPr>
          <a:xfrm>
            <a:off x="1221317" y="609600"/>
            <a:ext cx="10462683" cy="1143000"/>
          </a:xfrm>
        </p:spPr>
        <p:txBody>
          <a:bodyPr/>
          <a:lstStyle/>
          <a:p>
            <a:r>
              <a:rPr lang="en-US"/>
              <a:t>Click to edit Master title style</a:t>
            </a:r>
          </a:p>
        </p:txBody>
      </p:sp>
      <p:sp>
        <p:nvSpPr>
          <p:cNvPr id="3" name="Text Placeholder 2"/>
          <p:cNvSpPr>
            <a:spLocks noGrp="1"/>
          </p:cNvSpPr>
          <p:nvPr>
            <p:ph type="body" sz="half" idx="1"/>
          </p:nvPr>
        </p:nvSpPr>
        <p:spPr>
          <a:xfrm>
            <a:off x="1221317" y="1828800"/>
            <a:ext cx="5128683" cy="41148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quarter" idx="2"/>
          </p:nvPr>
        </p:nvSpPr>
        <p:spPr>
          <a:xfrm>
            <a:off x="6553200" y="1828800"/>
            <a:ext cx="5130800" cy="19812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Content Placeholder 4"/>
          <p:cNvSpPr>
            <a:spLocks noGrp="1"/>
          </p:cNvSpPr>
          <p:nvPr>
            <p:ph sz="quarter" idx="3"/>
          </p:nvPr>
        </p:nvSpPr>
        <p:spPr>
          <a:xfrm>
            <a:off x="6553200" y="3962400"/>
            <a:ext cx="5130800" cy="19812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Slide Number Placeholder 5"/>
          <p:cNvSpPr>
            <a:spLocks noGrp="1"/>
          </p:cNvSpPr>
          <p:nvPr>
            <p:ph type="sldNum" sz="quarter" idx="10"/>
          </p:nvPr>
        </p:nvSpPr>
        <p:spPr>
          <a:xfrm>
            <a:off x="9213851" y="6400800"/>
            <a:ext cx="2470149" cy="304800"/>
          </a:xfrm>
        </p:spPr>
        <p:txBody>
          <a:bodyPr/>
          <a:lstStyle>
            <a:lvl1pPr>
              <a:defRPr/>
            </a:lvl1pPr>
          </a:lstStyle>
          <a:p>
            <a:fld id="{5759FC22-E588-4DDF-B456-5FCF9EF19D72}" type="slidenum">
              <a:rPr lang="de-DE"/>
              <a:pPr/>
              <a:t>‹#›</a:t>
            </a:fld>
            <a:endParaRPr lang="de-DE"/>
          </a:p>
        </p:txBody>
      </p:sp>
    </p:spTree>
    <p:extLst>
      <p:ext uri="{BB962C8B-B14F-4D97-AF65-F5344CB8AC3E}">
        <p14:creationId xmlns:p14="http://schemas.microsoft.com/office/powerpoint/2010/main" val="2695705311"/>
      </p:ext>
    </p:extLst>
  </p:cSld>
  <p:clrMapOvr>
    <a:masterClrMapping/>
  </p:clrMapOvr>
  <p:transition>
    <p:strips dir="rd"/>
  </p:transition>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13" Type="http://schemas.openxmlformats.org/officeDocument/2006/relationships/theme" Target="../theme/theme2.xml"/><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slideLayout" Target="../slideLayouts/slideLayout23.xml"/><Relationship Id="rId2" Type="http://schemas.openxmlformats.org/officeDocument/2006/relationships/slideLayout" Target="../slideLayouts/slideLayout13.xml"/><Relationship Id="rId16" Type="http://schemas.openxmlformats.org/officeDocument/2006/relationships/image" Target="../media/image3.png"/><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5" Type="http://schemas.microsoft.com/office/2007/relationships/hdphoto" Target="../media/hdphoto1.wdp"/><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4" Type="http://schemas.openxmlformats.org/officeDocument/2006/relationships/image" Target="../media/image2.png"/></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31.xml"/><Relationship Id="rId13" Type="http://schemas.openxmlformats.org/officeDocument/2006/relationships/slideLayout" Target="../slideLayouts/slideLayout36.xml"/><Relationship Id="rId3" Type="http://schemas.openxmlformats.org/officeDocument/2006/relationships/slideLayout" Target="../slideLayouts/slideLayout26.xml"/><Relationship Id="rId7" Type="http://schemas.openxmlformats.org/officeDocument/2006/relationships/slideLayout" Target="../slideLayouts/slideLayout30.xml"/><Relationship Id="rId12" Type="http://schemas.openxmlformats.org/officeDocument/2006/relationships/slideLayout" Target="../slideLayouts/slideLayout35.xml"/><Relationship Id="rId2" Type="http://schemas.openxmlformats.org/officeDocument/2006/relationships/slideLayout" Target="../slideLayouts/slideLayout25.xml"/><Relationship Id="rId1" Type="http://schemas.openxmlformats.org/officeDocument/2006/relationships/slideLayout" Target="../slideLayouts/slideLayout24.xml"/><Relationship Id="rId6" Type="http://schemas.openxmlformats.org/officeDocument/2006/relationships/slideLayout" Target="../slideLayouts/slideLayout29.xml"/><Relationship Id="rId11" Type="http://schemas.openxmlformats.org/officeDocument/2006/relationships/slideLayout" Target="../slideLayouts/slideLayout34.xml"/><Relationship Id="rId5" Type="http://schemas.openxmlformats.org/officeDocument/2006/relationships/slideLayout" Target="../slideLayouts/slideLayout28.xml"/><Relationship Id="rId10" Type="http://schemas.openxmlformats.org/officeDocument/2006/relationships/slideLayout" Target="../slideLayouts/slideLayout33.xml"/><Relationship Id="rId4" Type="http://schemas.openxmlformats.org/officeDocument/2006/relationships/slideLayout" Target="../slideLayouts/slideLayout27.xml"/><Relationship Id="rId9" Type="http://schemas.openxmlformats.org/officeDocument/2006/relationships/slideLayout" Target="../slideLayouts/slideLayout32.xml"/><Relationship Id="rId14" Type="http://schemas.openxmlformats.org/officeDocument/2006/relationships/theme" Target="../theme/theme3.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8D3E55C1-AE0D-3A18-37E0-79544F0BCE7A}"/>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0979D306-3FD0-BDCB-12EC-C7792AE3A47D}"/>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D692521-5971-A773-811D-A748C3EC2FAC}"/>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72363F1E-8931-41AB-91A3-FB95C2F59624}" type="datetime1">
              <a:rPr lang="en-US" smtClean="0"/>
              <a:t>9/10/25</a:t>
            </a:fld>
            <a:endParaRPr lang="en-US"/>
          </a:p>
        </p:txBody>
      </p:sp>
      <p:sp>
        <p:nvSpPr>
          <p:cNvPr id="5" name="Footer Placeholder 4">
            <a:extLst>
              <a:ext uri="{FF2B5EF4-FFF2-40B4-BE49-F238E27FC236}">
                <a16:creationId xmlns:a16="http://schemas.microsoft.com/office/drawing/2014/main" id="{43DD4B3E-CEA8-7115-56DC-5E2A05AA98D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6EB59FAF-B8B0-C983-6B9A-6153FD4AD899}"/>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7DF6DEEC-D04A-4FF0-9A08-7D39859C24F4}" type="slidenum">
              <a:rPr lang="en-US" smtClean="0"/>
              <a:t>‹#›</a:t>
            </a:fld>
            <a:endParaRPr lang="en-US"/>
          </a:p>
        </p:txBody>
      </p:sp>
    </p:spTree>
    <p:extLst>
      <p:ext uri="{BB962C8B-B14F-4D97-AF65-F5344CB8AC3E}">
        <p14:creationId xmlns:p14="http://schemas.microsoft.com/office/powerpoint/2010/main" val="152951671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069848" y="484632"/>
            <a:ext cx="10058400" cy="1609344"/>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1069848" y="2121408"/>
            <a:ext cx="10058400" cy="4050792"/>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964424" y="6272784"/>
            <a:ext cx="3273552" cy="365125"/>
          </a:xfrm>
          <a:prstGeom prst="rect">
            <a:avLst/>
          </a:prstGeom>
        </p:spPr>
        <p:txBody>
          <a:bodyPr vert="horz" lIns="91440" tIns="45720" rIns="91440" bIns="45720" rtlCol="0" anchor="ctr"/>
          <a:lstStyle>
            <a:lvl1pPr algn="r">
              <a:defRPr sz="1100">
                <a:solidFill>
                  <a:schemeClr val="tx2"/>
                </a:solidFill>
              </a:defRPr>
            </a:lvl1pPr>
          </a:lstStyle>
          <a:p>
            <a:fld id="{A1DEBACA-E119-4008-A3EA-5D762F0809AF}" type="datetime1">
              <a:rPr lang="en-US" smtClean="0"/>
              <a:t>9/10/25</a:t>
            </a:fld>
            <a:endParaRPr lang="en-US" dirty="0"/>
          </a:p>
        </p:txBody>
      </p:sp>
      <p:sp>
        <p:nvSpPr>
          <p:cNvPr id="5" name="Footer Placeholder 4"/>
          <p:cNvSpPr>
            <a:spLocks noGrp="1"/>
          </p:cNvSpPr>
          <p:nvPr>
            <p:ph type="ftr" sz="quarter" idx="3"/>
          </p:nvPr>
        </p:nvSpPr>
        <p:spPr>
          <a:xfrm>
            <a:off x="1088136" y="6272784"/>
            <a:ext cx="6327648" cy="365125"/>
          </a:xfrm>
          <a:prstGeom prst="rect">
            <a:avLst/>
          </a:prstGeom>
        </p:spPr>
        <p:txBody>
          <a:bodyPr vert="horz" lIns="91440" tIns="45720" rIns="91440" bIns="45720" rtlCol="0" anchor="ctr"/>
          <a:lstStyle>
            <a:lvl1pPr algn="l">
              <a:defRPr sz="1100">
                <a:solidFill>
                  <a:schemeClr val="tx2"/>
                </a:solidFill>
              </a:defRPr>
            </a:lvl1pPr>
          </a:lstStyle>
          <a:p>
            <a:endParaRPr lang="en-US" dirty="0"/>
          </a:p>
        </p:txBody>
      </p:sp>
      <p:grpSp>
        <p:nvGrpSpPr>
          <p:cNvPr id="7" name="Group 6"/>
          <p:cNvGrpSpPr>
            <a:grpSpLocks noChangeAspect="1"/>
          </p:cNvGrpSpPr>
          <p:nvPr/>
        </p:nvGrpSpPr>
        <p:grpSpPr>
          <a:xfrm>
            <a:off x="11401725" y="6229681"/>
            <a:ext cx="457200" cy="457200"/>
            <a:chOff x="11361456" y="6195813"/>
            <a:chExt cx="548640" cy="548640"/>
          </a:xfrm>
        </p:grpSpPr>
        <p:sp>
          <p:nvSpPr>
            <p:cNvPr id="8" name="Oval 7"/>
            <p:cNvSpPr/>
            <p:nvPr/>
          </p:nvSpPr>
          <p:spPr>
            <a:xfrm>
              <a:off x="11361456" y="6195813"/>
              <a:ext cx="548640" cy="548640"/>
            </a:xfrm>
            <a:prstGeom prst="ellipse">
              <a:avLst/>
            </a:prstGeom>
            <a:blipFill dpi="0" rotWithShape="1">
              <a:blip r:embed="rId14">
                <a:duotone>
                  <a:schemeClr val="accent1">
                    <a:shade val="45000"/>
                    <a:satMod val="135000"/>
                  </a:schemeClr>
                  <a:prstClr val="white"/>
                </a:duotone>
                <a:extLst>
                  <a:ext uri="{BEBA8EAE-BF5A-486C-A8C5-ECC9F3942E4B}">
                    <a14:imgProps xmlns:a14="http://schemas.microsoft.com/office/drawing/2010/main">
                      <a14:imgLayer r:embed="rId15">
                        <a14:imgEffect>
                          <a14:saturation sat="95000"/>
                        </a14:imgEffect>
                        <a14:imgEffect>
                          <a14:brightnessContrast bright="-40000" contrast="20000"/>
                        </a14:imgEffect>
                      </a14:imgLayer>
                    </a14:imgProps>
                  </a:ext>
                </a:extLst>
              </a:blip>
              <a:srcRect/>
              <a:tile tx="50800" ty="0" sx="85000" sy="85000" flip="none" algn="tl"/>
            </a:blipFill>
            <a:ln w="25400" cap="flat" cmpd="sng" algn="ctr">
              <a:noFill/>
              <a:prstDash val="solid"/>
            </a:ln>
            <a:effectLst/>
          </p:spPr>
          <p:txBody>
            <a:bodyPr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9" name="Oval 8"/>
            <p:cNvSpPr/>
            <p:nvPr/>
          </p:nvSpPr>
          <p:spPr>
            <a:xfrm>
              <a:off x="11396488" y="6230844"/>
              <a:ext cx="478576" cy="478578"/>
            </a:xfrm>
            <a:prstGeom prst="ellipse">
              <a:avLst/>
            </a:prstGeom>
            <a:noFill/>
            <a:ln w="12700" cap="flat" cmpd="sng" algn="ctr">
              <a:solidFill>
                <a:srgbClr val="FFFFFF"/>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grpSp>
      <p:sp>
        <p:nvSpPr>
          <p:cNvPr id="6" name="Slide Number Placeholder 5"/>
          <p:cNvSpPr>
            <a:spLocks noGrp="1"/>
          </p:cNvSpPr>
          <p:nvPr>
            <p:ph type="sldNum" sz="quarter" idx="4"/>
          </p:nvPr>
        </p:nvSpPr>
        <p:spPr>
          <a:xfrm>
            <a:off x="11311128" y="6272784"/>
            <a:ext cx="640080" cy="365125"/>
          </a:xfrm>
          <a:prstGeom prst="rect">
            <a:avLst/>
          </a:prstGeom>
        </p:spPr>
        <p:txBody>
          <a:bodyPr vert="horz" lIns="91440" tIns="45720" rIns="91440" bIns="45720" rtlCol="0" anchor="ctr"/>
          <a:lstStyle>
            <a:lvl1pPr algn="ctr">
              <a:defRPr sz="1400" b="1">
                <a:solidFill>
                  <a:srgbClr val="FFFFFF"/>
                </a:solidFill>
                <a:latin typeface="+mj-lt"/>
              </a:defRPr>
            </a:lvl1p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824125815"/>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Lst>
  <p:hf hdr="0" ftr="0" dt="0"/>
  <p:txStyles>
    <p:titleStyle>
      <a:lvl1pPr algn="l" defTabSz="914400" rtl="0" eaLnBrk="1" latinLnBrk="0" hangingPunct="1">
        <a:lnSpc>
          <a:spcPct val="90000"/>
        </a:lnSpc>
        <a:spcBef>
          <a:spcPct val="0"/>
        </a:spcBef>
        <a:buNone/>
        <a:defRPr sz="5400" kern="1200" cap="all" baseline="0">
          <a:blipFill>
            <a:blip r:embed="rId16">
              <a:extLst>
                <a:ext uri="{28A0092B-C50C-407E-A947-70E740481C1C}">
                  <a14:useLocalDpi xmlns:a14="http://schemas.microsoft.com/office/drawing/2010/main" val="0"/>
                </a:ext>
              </a:extLst>
            </a:blip>
            <a:tile tx="6350" ty="-127000" sx="65000" sy="64000" flip="none" algn="tl"/>
          </a:blipFill>
          <a:latin typeface="+mj-lt"/>
          <a:ea typeface="+mj-ea"/>
          <a:cs typeface="+mj-cs"/>
        </a:defRPr>
      </a:lvl1pPr>
    </p:titleStyle>
    <p:bodyStyle>
      <a:lvl1pPr marL="182880" indent="-182880" algn="l" defTabSz="914400" rtl="0" eaLnBrk="1" latinLnBrk="0" hangingPunct="1">
        <a:lnSpc>
          <a:spcPct val="90000"/>
        </a:lnSpc>
        <a:spcBef>
          <a:spcPts val="1200"/>
        </a:spcBef>
        <a:buClr>
          <a:schemeClr val="accent1">
            <a:lumMod val="75000"/>
          </a:schemeClr>
        </a:buClr>
        <a:buSzPct val="85000"/>
        <a:buFont typeface="Wingdings" pitchFamily="2" charset="2"/>
        <a:buChar char="§"/>
        <a:defRPr sz="2000" kern="1200">
          <a:solidFill>
            <a:schemeClr val="tx1"/>
          </a:solidFill>
          <a:latin typeface="+mn-lt"/>
          <a:ea typeface="+mn-ea"/>
          <a:cs typeface="+mn-cs"/>
        </a:defRPr>
      </a:lvl1pPr>
      <a:lvl2pPr marL="457200" indent="-18288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800" kern="1200">
          <a:solidFill>
            <a:schemeClr val="tx1"/>
          </a:solidFill>
          <a:latin typeface="+mn-lt"/>
          <a:ea typeface="+mn-ea"/>
          <a:cs typeface="+mn-cs"/>
        </a:defRPr>
      </a:lvl2pPr>
      <a:lvl3pPr marL="731520" indent="-18288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3pPr>
      <a:lvl4pPr marL="1005840" indent="-18288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4pPr>
      <a:lvl5pPr marL="1280160" indent="-18288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5pPr>
      <a:lvl6pPr marL="1600000" indent="-22860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6pPr>
      <a:lvl7pPr marL="1900000" indent="-22860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7pPr>
      <a:lvl8pPr marL="2200000" indent="-22860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8pPr>
      <a:lvl9pPr marL="2500000" indent="-22860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8D3E55C1-AE0D-3A18-37E0-79544F0BCE7A}"/>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0979D306-3FD0-BDCB-12EC-C7792AE3A47D}"/>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D692521-5971-A773-811D-A748C3EC2FAC}"/>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BA20FC74-79A4-43E6-BBAD-E788C1A3E90F}" type="datetimeFigureOut">
              <a:rPr lang="en-US" smtClean="0"/>
              <a:t>9/10/25</a:t>
            </a:fld>
            <a:endParaRPr lang="en-US"/>
          </a:p>
        </p:txBody>
      </p:sp>
      <p:sp>
        <p:nvSpPr>
          <p:cNvPr id="5" name="Footer Placeholder 4">
            <a:extLst>
              <a:ext uri="{FF2B5EF4-FFF2-40B4-BE49-F238E27FC236}">
                <a16:creationId xmlns:a16="http://schemas.microsoft.com/office/drawing/2014/main" id="{43DD4B3E-CEA8-7115-56DC-5E2A05AA98D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6EB59FAF-B8B0-C983-6B9A-6153FD4AD899}"/>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7DF6DEEC-D04A-4FF0-9A08-7D39859C24F4}" type="slidenum">
              <a:rPr lang="en-US" smtClean="0"/>
              <a:t>‹#›</a:t>
            </a:fld>
            <a:endParaRPr lang="en-US"/>
          </a:p>
        </p:txBody>
      </p:sp>
    </p:spTree>
    <p:extLst>
      <p:ext uri="{BB962C8B-B14F-4D97-AF65-F5344CB8AC3E}">
        <p14:creationId xmlns:p14="http://schemas.microsoft.com/office/powerpoint/2010/main" val="3241344208"/>
      </p:ext>
    </p:extLst>
  </p:cSld>
  <p:clrMap bg1="lt1" tx1="dk1" bg2="lt2" tx2="dk2" accent1="accent1" accent2="accent2" accent3="accent3" accent4="accent4" accent5="accent5" accent6="accent6" hlink="hlink" folHlink="folHlink"/>
  <p:sldLayoutIdLst>
    <p:sldLayoutId id="2147483674" r:id="rId1"/>
    <p:sldLayoutId id="2147483675" r:id="rId2"/>
    <p:sldLayoutId id="2147483676" r:id="rId3"/>
    <p:sldLayoutId id="2147483677" r:id="rId4"/>
    <p:sldLayoutId id="2147483678" r:id="rId5"/>
    <p:sldLayoutId id="2147483679" r:id="rId6"/>
    <p:sldLayoutId id="2147483680" r:id="rId7"/>
    <p:sldLayoutId id="2147483681" r:id="rId8"/>
    <p:sldLayoutId id="2147483682" r:id="rId9"/>
    <p:sldLayoutId id="2147483683" r:id="rId10"/>
    <p:sldLayoutId id="2147483684" r:id="rId11"/>
    <p:sldLayoutId id="2147483686" r:id="rId12"/>
    <p:sldLayoutId id="2147483687" r:id="rId13"/>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slideLayout" Target="../slideLayouts/slideLayout12.xml"/><Relationship Id="rId7" Type="http://schemas.openxmlformats.org/officeDocument/2006/relationships/image" Target="../media/image5.png"/><Relationship Id="rId2" Type="http://schemas.openxmlformats.org/officeDocument/2006/relationships/video" Target="../media/media1.mp4"/><Relationship Id="rId1" Type="http://schemas.microsoft.com/office/2007/relationships/media" Target="../media/media1.mp4"/><Relationship Id="rId6" Type="http://schemas.openxmlformats.org/officeDocument/2006/relationships/image" Target="../media/image3.png"/><Relationship Id="rId5" Type="http://schemas.microsoft.com/office/2007/relationships/hdphoto" Target="../media/hdphoto2.wdp"/><Relationship Id="rId4"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3.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4.png"/><Relationship Id="rId1" Type="http://schemas.openxmlformats.org/officeDocument/2006/relationships/slideLayout" Target="../slideLayouts/slideLayout13.xml"/><Relationship Id="rId6" Type="http://schemas.openxmlformats.org/officeDocument/2006/relationships/image" Target="../media/image2.png"/><Relationship Id="rId5" Type="http://schemas.openxmlformats.org/officeDocument/2006/relationships/image" Target="../media/image7.svg"/><Relationship Id="rId4" Type="http://schemas.openxmlformats.org/officeDocument/2006/relationships/image" Target="../media/image6.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5.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1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9.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13.xml"/></Relationships>
</file>

<file path=ppt/slides/_rels/slide10.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4.png"/><Relationship Id="rId1" Type="http://schemas.openxmlformats.org/officeDocument/2006/relationships/slideLayout" Target="../slideLayouts/slideLayout13.xml"/><Relationship Id="rId4" Type="http://schemas.openxmlformats.org/officeDocument/2006/relationships/image" Target="../media/image2.png"/></Relationships>
</file>

<file path=ppt/slides/_rels/slide1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xml"/><Relationship Id="rId1" Type="http://schemas.openxmlformats.org/officeDocument/2006/relationships/slideLayout" Target="../slideLayouts/slideLayout13.xml"/><Relationship Id="rId5" Type="http://schemas.openxmlformats.org/officeDocument/2006/relationships/image" Target="../media/image2.png"/><Relationship Id="rId4" Type="http://schemas.microsoft.com/office/2007/relationships/hdphoto" Target="../media/hdphoto2.wdp"/></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3.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4.png"/><Relationship Id="rId1" Type="http://schemas.openxmlformats.org/officeDocument/2006/relationships/slideLayout" Target="../slideLayouts/slideLayout13.xml"/><Relationship Id="rId4" Type="http://schemas.openxmlformats.org/officeDocument/2006/relationships/image" Target="../media/image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7.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18.xml.rels><?xml version="1.0" encoding="UTF-8" standalone="yes"?>
<Relationships xmlns="http://schemas.openxmlformats.org/package/2006/relationships"><Relationship Id="rId3" Type="http://schemas.openxmlformats.org/officeDocument/2006/relationships/diagramLayout" Target="../diagrams/layout2.xml"/><Relationship Id="rId2" Type="http://schemas.openxmlformats.org/officeDocument/2006/relationships/diagramData" Target="../diagrams/data2.xml"/><Relationship Id="rId1" Type="http://schemas.openxmlformats.org/officeDocument/2006/relationships/slideLayout" Target="../slideLayouts/slideLayout2.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19.xml.rels><?xml version="1.0" encoding="UTF-8" standalone="yes"?>
<Relationships xmlns="http://schemas.openxmlformats.org/package/2006/relationships"><Relationship Id="rId2" Type="http://schemas.openxmlformats.org/officeDocument/2006/relationships/image" Target="../media/image11.jpe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12.jpe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diagramLayout" Target="../diagrams/layout3.xml"/><Relationship Id="rId2" Type="http://schemas.openxmlformats.org/officeDocument/2006/relationships/diagramData" Target="../diagrams/data3.xml"/><Relationship Id="rId1" Type="http://schemas.openxmlformats.org/officeDocument/2006/relationships/slideLayout" Target="../slideLayouts/slideLayout2.xml"/><Relationship Id="rId6" Type="http://schemas.microsoft.com/office/2007/relationships/diagramDrawing" Target="../diagrams/drawing3.xml"/><Relationship Id="rId5" Type="http://schemas.openxmlformats.org/officeDocument/2006/relationships/diagramColors" Target="../diagrams/colors3.xml"/><Relationship Id="rId4" Type="http://schemas.openxmlformats.org/officeDocument/2006/relationships/diagramQuickStyle" Target="../diagrams/quickStyle3.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image" Target="../media/image14.jpeg"/><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image" Target="../media/image15.emf"/><Relationship Id="rId2" Type="http://schemas.openxmlformats.org/officeDocument/2006/relationships/notesSlide" Target="../notesSlides/notesSlide7.xml"/><Relationship Id="rId1" Type="http://schemas.openxmlformats.org/officeDocument/2006/relationships/slideLayout" Target="../slideLayouts/slideLayout6.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3" Type="http://schemas.openxmlformats.org/officeDocument/2006/relationships/diagramLayout" Target="../diagrams/layout4.xml"/><Relationship Id="rId2" Type="http://schemas.openxmlformats.org/officeDocument/2006/relationships/diagramData" Target="../diagrams/data4.xml"/><Relationship Id="rId1" Type="http://schemas.openxmlformats.org/officeDocument/2006/relationships/slideLayout" Target="../slideLayouts/slideLayout2.xml"/><Relationship Id="rId6" Type="http://schemas.microsoft.com/office/2007/relationships/diagramDrawing" Target="../diagrams/drawing4.xml"/><Relationship Id="rId5" Type="http://schemas.openxmlformats.org/officeDocument/2006/relationships/diagramColors" Target="../diagrams/colors4.xml"/><Relationship Id="rId4" Type="http://schemas.openxmlformats.org/officeDocument/2006/relationships/diagramQuickStyle" Target="../diagrams/quickStyle4.xml"/></Relationships>
</file>

<file path=ppt/slides/_rels/slide43.xml.rels><?xml version="1.0" encoding="UTF-8" standalone="yes"?>
<Relationships xmlns="http://schemas.openxmlformats.org/package/2006/relationships"><Relationship Id="rId3" Type="http://schemas.openxmlformats.org/officeDocument/2006/relationships/diagramLayout" Target="../diagrams/layout5.xml"/><Relationship Id="rId2" Type="http://schemas.openxmlformats.org/officeDocument/2006/relationships/diagramData" Target="../diagrams/data5.xml"/><Relationship Id="rId1" Type="http://schemas.openxmlformats.org/officeDocument/2006/relationships/slideLayout" Target="../slideLayouts/slideLayout2.xml"/><Relationship Id="rId6" Type="http://schemas.microsoft.com/office/2007/relationships/diagramDrawing" Target="../diagrams/drawing5.xml"/><Relationship Id="rId5" Type="http://schemas.openxmlformats.org/officeDocument/2006/relationships/diagramColors" Target="../diagrams/colors5.xml"/><Relationship Id="rId4" Type="http://schemas.openxmlformats.org/officeDocument/2006/relationships/diagramQuickStyle" Target="../diagrams/quickStyle5.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3" Type="http://schemas.openxmlformats.org/officeDocument/2006/relationships/diagramLayout" Target="../diagrams/layout6.xml"/><Relationship Id="rId2" Type="http://schemas.openxmlformats.org/officeDocument/2006/relationships/diagramData" Target="../diagrams/data6.xml"/><Relationship Id="rId1" Type="http://schemas.openxmlformats.org/officeDocument/2006/relationships/slideLayout" Target="../slideLayouts/slideLayout2.xml"/><Relationship Id="rId6" Type="http://schemas.microsoft.com/office/2007/relationships/diagramDrawing" Target="../diagrams/drawing6.xml"/><Relationship Id="rId5" Type="http://schemas.openxmlformats.org/officeDocument/2006/relationships/diagramColors" Target="../diagrams/colors6.xml"/><Relationship Id="rId4" Type="http://schemas.openxmlformats.org/officeDocument/2006/relationships/diagramQuickStyle" Target="../diagrams/quickStyle6.xml"/></Relationships>
</file>

<file path=ppt/slides/_rels/slide46.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4.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5.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5.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5.xml"/></Relationships>
</file>

<file path=ppt/slides/_rels/slide53.xml.rels><?xml version="1.0" encoding="UTF-8" standalone="yes"?>
<Relationships xmlns="http://schemas.openxmlformats.org/package/2006/relationships"><Relationship Id="rId3" Type="http://schemas.openxmlformats.org/officeDocument/2006/relationships/diagramData" Target="../diagrams/data7.xml"/><Relationship Id="rId7" Type="http://schemas.microsoft.com/office/2007/relationships/diagramDrawing" Target="../diagrams/drawing7.xml"/><Relationship Id="rId2" Type="http://schemas.openxmlformats.org/officeDocument/2006/relationships/notesSlide" Target="../notesSlides/notesSlide11.xml"/><Relationship Id="rId1" Type="http://schemas.openxmlformats.org/officeDocument/2006/relationships/slideLayout" Target="../slideLayouts/slideLayout25.xml"/><Relationship Id="rId6" Type="http://schemas.openxmlformats.org/officeDocument/2006/relationships/diagramColors" Target="../diagrams/colors7.xml"/><Relationship Id="rId5" Type="http://schemas.openxmlformats.org/officeDocument/2006/relationships/diagramQuickStyle" Target="../diagrams/quickStyle7.xml"/><Relationship Id="rId4" Type="http://schemas.openxmlformats.org/officeDocument/2006/relationships/diagramLayout" Target="../diagrams/layout7.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5.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56.xml.rels><?xml version="1.0" encoding="UTF-8" standalone="yes"?>
<Relationships xmlns="http://schemas.openxmlformats.org/package/2006/relationships"><Relationship Id="rId3" Type="http://schemas.openxmlformats.org/officeDocument/2006/relationships/hyperlink" Target="https://docs.google.com/document/d/1AMutdayj-tITukV-6PDhWBmlV3KSx-UE/edit?usp=sharing&amp;ouid=100369890956669383010&amp;rtpof=true&amp;sd=true" TargetMode="External"/><Relationship Id="rId2" Type="http://schemas.openxmlformats.org/officeDocument/2006/relationships/notesSlide" Target="../notesSlides/notesSlide13.xml"/><Relationship Id="rId1" Type="http://schemas.openxmlformats.org/officeDocument/2006/relationships/slideLayout" Target="../slideLayouts/slideLayout25.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5.xml"/></Relationships>
</file>

<file path=ppt/slides/_rels/slide58.xml.rels><?xml version="1.0" encoding="UTF-8" standalone="yes"?>
<Relationships xmlns="http://schemas.openxmlformats.org/package/2006/relationships"><Relationship Id="rId3" Type="http://schemas.openxmlformats.org/officeDocument/2006/relationships/image" Target="../media/image17.jpeg"/><Relationship Id="rId2" Type="http://schemas.openxmlformats.org/officeDocument/2006/relationships/notesSlide" Target="../notesSlides/notesSlide15.xml"/><Relationship Id="rId1" Type="http://schemas.openxmlformats.org/officeDocument/2006/relationships/slideLayout" Target="../slideLayouts/slideLayout25.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60.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hyperlink" Target="https://github.com/jam01/SRS-Template/blob/master/template.md" TargetMode="External"/><Relationship Id="rId1" Type="http://schemas.openxmlformats.org/officeDocument/2006/relationships/slideLayout" Target="../slideLayouts/slideLayout13.xml"/><Relationship Id="rId6" Type="http://schemas.openxmlformats.org/officeDocument/2006/relationships/image" Target="../media/image21.svg"/><Relationship Id="rId5" Type="http://schemas.openxmlformats.org/officeDocument/2006/relationships/image" Target="../media/image20.png"/><Relationship Id="rId4" Type="http://schemas.openxmlformats.org/officeDocument/2006/relationships/image" Target="../media/image19.svg"/></Relationships>
</file>

<file path=ppt/slides/_rels/slide61.xml.rels><?xml version="1.0" encoding="UTF-8" standalone="yes"?>
<Relationships xmlns="http://schemas.openxmlformats.org/package/2006/relationships"><Relationship Id="rId2" Type="http://schemas.openxmlformats.org/officeDocument/2006/relationships/image" Target="../media/image22.jpe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1" name="Rectangle 60">
            <a:extLst>
              <a:ext uri="{FF2B5EF4-FFF2-40B4-BE49-F238E27FC236}">
                <a16:creationId xmlns:a16="http://schemas.microsoft.com/office/drawing/2014/main" id="{EB384DB2-5DBE-4000-BBD8-68F4A6F3531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0" y="0"/>
            <a:ext cx="12188952" cy="6858001"/>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62" name="Rectangle 61">
            <a:extLst>
              <a:ext uri="{FF2B5EF4-FFF2-40B4-BE49-F238E27FC236}">
                <a16:creationId xmlns:a16="http://schemas.microsoft.com/office/drawing/2014/main" id="{F8497EEB-0DDE-4044-AAB7-89950405714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772078"/>
            <a:ext cx="12192000" cy="3095754"/>
          </a:xfrm>
          <a:prstGeom prst="rect">
            <a:avLst/>
          </a:prstGeom>
          <a:blipFill dpi="0" rotWithShape="1">
            <a:blip r:embed="rId4">
              <a:alphaModFix amt="85000"/>
              <a:lum bright="70000" contrast="-70000"/>
              <a:extLst>
                <a:ext uri="{BEBA8EAE-BF5A-486C-A8C5-ECC9F3942E4B}">
                  <a14:imgProps xmlns:a14="http://schemas.microsoft.com/office/drawing/2010/main">
                    <a14:imgLayer r:embed="rId5">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nvGrpSpPr>
          <p:cNvPr id="63" name="Group 62">
            <a:extLst>
              <a:ext uri="{FF2B5EF4-FFF2-40B4-BE49-F238E27FC236}">
                <a16:creationId xmlns:a16="http://schemas.microsoft.com/office/drawing/2014/main" id="{291D5588-0A43-44F8-8BF9-4BD0CB07312F}"/>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0245590" y="5218262"/>
            <a:ext cx="1080904" cy="1080902"/>
            <a:chOff x="9685338" y="4460675"/>
            <a:chExt cx="1080904" cy="1080902"/>
          </a:xfrm>
        </p:grpSpPr>
        <p:sp>
          <p:nvSpPr>
            <p:cNvPr id="54" name="Oval 53">
              <a:extLst>
                <a:ext uri="{FF2B5EF4-FFF2-40B4-BE49-F238E27FC236}">
                  <a16:creationId xmlns:a16="http://schemas.microsoft.com/office/drawing/2014/main" id="{C96F04B2-EA02-4F51-91CB-9399DBE7244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685338" y="4460675"/>
              <a:ext cx="1080904" cy="1080902"/>
            </a:xfrm>
            <a:prstGeom prst="ellipse">
              <a:avLst/>
            </a:prstGeom>
            <a:blipFill dpi="0" rotWithShape="1">
              <a:blip r:embed="rId6">
                <a:duotone>
                  <a:schemeClr val="accent1">
                    <a:shade val="45000"/>
                    <a:satMod val="135000"/>
                  </a:schemeClr>
                  <a:prstClr val="white"/>
                </a:duotone>
              </a:blip>
              <a:srcRect/>
              <a:tile tx="0" ty="0" sx="85000" sy="85000" flip="none" algn="tl"/>
            </a:blipFill>
            <a:ln w="25400" cap="flat" cmpd="sng" algn="ctr">
              <a:noFill/>
              <a:prstDash val="solid"/>
            </a:ln>
            <a:effectLst/>
          </p:spPr>
          <p:txBody>
            <a:bodyPr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64" name="Oval 63">
              <a:extLst>
                <a:ext uri="{FF2B5EF4-FFF2-40B4-BE49-F238E27FC236}">
                  <a16:creationId xmlns:a16="http://schemas.microsoft.com/office/drawing/2014/main" id="{524F9A86-344F-4139-A831-9D8F3E0EED5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793429" y="4568765"/>
              <a:ext cx="864723" cy="864722"/>
            </a:xfrm>
            <a:prstGeom prst="ellipse">
              <a:avLst/>
            </a:prstGeom>
            <a:noFill/>
            <a:ln w="25400" cap="flat" cmpd="sng" algn="ctr">
              <a:solidFill>
                <a:sysClr val="window" lastClr="FFFFFF"/>
              </a:solidFill>
              <a:prstDash val="solid"/>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grpSp>
      <p:sp>
        <p:nvSpPr>
          <p:cNvPr id="4" name="Title 3"/>
          <p:cNvSpPr>
            <a:spLocks noGrp="1"/>
          </p:cNvSpPr>
          <p:nvPr>
            <p:ph type="ctrTitle" sz="quarter"/>
          </p:nvPr>
        </p:nvSpPr>
        <p:spPr>
          <a:xfrm>
            <a:off x="619432" y="3803009"/>
            <a:ext cx="10953136" cy="1604733"/>
          </a:xfrm>
        </p:spPr>
        <p:txBody>
          <a:bodyPr anchor="b">
            <a:normAutofit/>
          </a:bodyPr>
          <a:lstStyle/>
          <a:p>
            <a:pPr algn="ctr"/>
            <a:r>
              <a:rPr lang="en-US" sz="6100" dirty="0">
                <a:latin typeface="Calibri" panose="020F0502020204030204" pitchFamily="34" charset="0"/>
                <a:cs typeface="Calibri" panose="020F0502020204030204" pitchFamily="34" charset="0"/>
              </a:rPr>
              <a:t>Software Engineering</a:t>
            </a:r>
            <a:br>
              <a:rPr lang="en-US" sz="6100" dirty="0">
                <a:latin typeface="Calibri" panose="020F0502020204030204" pitchFamily="34" charset="0"/>
                <a:cs typeface="Calibri" panose="020F0502020204030204" pitchFamily="34" charset="0"/>
              </a:rPr>
            </a:br>
            <a:r>
              <a:rPr lang="en-US" sz="6100" dirty="0">
                <a:latin typeface="Calibri" panose="020F0502020204030204" pitchFamily="34" charset="0"/>
                <a:cs typeface="Calibri" panose="020F0502020204030204" pitchFamily="34" charset="0"/>
              </a:rPr>
              <a:t>CS411</a:t>
            </a:r>
            <a:r>
              <a:rPr lang="en-US" sz="6100">
                <a:latin typeface="Calibri" panose="020F0502020204030204" pitchFamily="34" charset="0"/>
                <a:cs typeface="Calibri" panose="020F0502020204030204" pitchFamily="34" charset="0"/>
              </a:rPr>
              <a:t>, FALL </a:t>
            </a:r>
            <a:r>
              <a:rPr lang="en-US" sz="6100" dirty="0">
                <a:latin typeface="Calibri" panose="020F0502020204030204" pitchFamily="34" charset="0"/>
                <a:cs typeface="Calibri" panose="020F0502020204030204" pitchFamily="34" charset="0"/>
              </a:rPr>
              <a:t>2025 </a:t>
            </a:r>
            <a:endParaRPr lang="en-US" sz="6100" dirty="0"/>
          </a:p>
        </p:txBody>
      </p:sp>
      <p:sp>
        <p:nvSpPr>
          <p:cNvPr id="5" name="Subtitle 4"/>
          <p:cNvSpPr>
            <a:spLocks noGrp="1"/>
          </p:cNvSpPr>
          <p:nvPr>
            <p:ph type="subTitle" sz="quarter" idx="1"/>
          </p:nvPr>
        </p:nvSpPr>
        <p:spPr>
          <a:xfrm>
            <a:off x="1954031" y="5407742"/>
            <a:ext cx="8283940" cy="865042"/>
          </a:xfrm>
        </p:spPr>
        <p:txBody>
          <a:bodyPr>
            <a:normAutofit/>
          </a:bodyPr>
          <a:lstStyle/>
          <a:p>
            <a:pPr algn="ctr"/>
            <a:r>
              <a:rPr lang="en-US" b="1" dirty="0">
                <a:solidFill>
                  <a:srgbClr val="000000"/>
                </a:solidFill>
              </a:rPr>
              <a:t>Lecture 4: Requirements Documentation by </a:t>
            </a:r>
            <a:r>
              <a:rPr lang="en-US" dirty="0">
                <a:solidFill>
                  <a:srgbClr val="000000"/>
                </a:solidFill>
              </a:rPr>
              <a:t>Dr. Mohamad Kassab</a:t>
            </a:r>
          </a:p>
          <a:p>
            <a:pPr algn="ctr"/>
            <a:r>
              <a:rPr lang="en-US" dirty="0">
                <a:solidFill>
                  <a:srgbClr val="000000"/>
                </a:solidFill>
              </a:rPr>
              <a:t>Leonidas Kontothanassis      </a:t>
            </a:r>
            <a:r>
              <a:rPr lang="en-US" dirty="0" err="1">
                <a:solidFill>
                  <a:srgbClr val="000000"/>
                </a:solidFill>
              </a:rPr>
              <a:t>kthanasi@bu.edu</a:t>
            </a:r>
            <a:endParaRPr lang="en-US" dirty="0">
              <a:solidFill>
                <a:srgbClr val="000000"/>
              </a:solidFill>
            </a:endParaRPr>
          </a:p>
        </p:txBody>
      </p:sp>
      <p:pic>
        <p:nvPicPr>
          <p:cNvPr id="7" name="Video 6" descr="A white gears in a circle&#10;&#10;Description automatically generated">
            <a:extLst>
              <a:ext uri="{FF2B5EF4-FFF2-40B4-BE49-F238E27FC236}">
                <a16:creationId xmlns:a16="http://schemas.microsoft.com/office/drawing/2014/main" id="{4694D9F2-7F32-C331-7163-755981700F5D}"/>
              </a:ext>
            </a:extLst>
          </p:cNvPr>
          <p:cNvPicPr>
            <a:picLocks noChangeAspect="1"/>
          </p:cNvPicPr>
          <p:nvPr>
            <a:videoFile r:link="rId2"/>
            <p:extLst>
              <p:ext uri="{DAA4B4D4-6D71-4841-9C94-3DE7FCFB9230}">
                <p14:media xmlns:p14="http://schemas.microsoft.com/office/powerpoint/2010/main" r:embed="rId1"/>
              </p:ext>
            </p:extLst>
          </p:nvPr>
        </p:nvPicPr>
        <p:blipFill rotWithShape="1">
          <a:blip r:embed="rId7"/>
          <a:srcRect r="1" b="285"/>
          <a:stretch/>
        </p:blipFill>
        <p:spPr>
          <a:xfrm>
            <a:off x="3604426" y="643468"/>
            <a:ext cx="4983148" cy="2795060"/>
          </a:xfrm>
          <a:prstGeom prst="rect">
            <a:avLst/>
          </a:prstGeom>
        </p:spPr>
      </p:pic>
    </p:spTree>
    <p:extLst>
      <p:ext uri="{BB962C8B-B14F-4D97-AF65-F5344CB8AC3E}">
        <p14:creationId xmlns:p14="http://schemas.microsoft.com/office/powerpoint/2010/main" val="19219541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9856" fill="hold"/>
                                        <p:tgtEl>
                                          <p:spTgt spid="7"/>
                                        </p:tgtEl>
                                      </p:cBhvr>
                                    </p:cmd>
                                  </p:childTnLst>
                                </p:cTn>
                              </p:par>
                            </p:childTnLst>
                          </p:cTn>
                        </p:par>
                      </p:childTnLst>
                    </p:cTn>
                  </p:par>
                </p:childTnLst>
              </p:cTn>
              <p:prevCondLst>
                <p:cond evt="onPrev" delay="0">
                  <p:tgtEl>
                    <p:sldTgt/>
                  </p:tgtEl>
                </p:cond>
              </p:prevCondLst>
              <p:nextCondLst>
                <p:cond evt="onNext" delay="0">
                  <p:tgtEl>
                    <p:sldTgt/>
                  </p:tgtEl>
                </p:cond>
              </p:nextCondLst>
            </p:seq>
            <p:seq concurrent="1" nextAc="seek">
              <p:cTn id="7" restart="whenNotActive" fill="hold" evtFilter="cancelBubble" nodeType="interactiveSeq">
                <p:stCondLst>
                  <p:cond evt="onClick" delay="0">
                    <p:tgtEl>
                      <p:spTgt spid="7"/>
                    </p:tgtEl>
                  </p:cond>
                </p:stCondLst>
                <p:endSync evt="end" delay="0">
                  <p:rtn val="all"/>
                </p:endSync>
                <p:childTnLst>
                  <p:par>
                    <p:cTn id="8" fill="hold">
                      <p:stCondLst>
                        <p:cond delay="0"/>
                      </p:stCondLst>
                      <p:childTnLst>
                        <p:par>
                          <p:cTn id="9" fill="hold">
                            <p:stCondLst>
                              <p:cond delay="0"/>
                            </p:stCondLst>
                            <p:childTnLst>
                              <p:par>
                                <p:cTn id="10" presetID="2" presetClass="mediacall" presetSubtype="0" fill="hold" nodeType="clickEffect">
                                  <p:stCondLst>
                                    <p:cond delay="0"/>
                                  </p:stCondLst>
                                  <p:childTnLst>
                                    <p:cmd type="call" cmd="togglePause">
                                      <p:cBhvr>
                                        <p:cTn id="11" dur="1" fill="hold"/>
                                        <p:tgtEl>
                                          <p:spTgt spid="7"/>
                                        </p:tgtEl>
                                      </p:cBhvr>
                                    </p:cmd>
                                  </p:childTnLst>
                                </p:cTn>
                              </p:par>
                            </p:childTnLst>
                          </p:cTn>
                        </p:par>
                      </p:childTnLst>
                    </p:cTn>
                  </p:par>
                </p:childTnLst>
              </p:cTn>
              <p:nextCondLst>
                <p:cond evt="onClick" delay="0">
                  <p:tgtEl>
                    <p:spTgt spid="7"/>
                  </p:tgtEl>
                </p:cond>
              </p:nextCondLst>
            </p:seq>
            <p:video>
              <p:cMediaNode mute="1">
                <p:cTn id="12" repeatCount="indefinite" fill="hold" display="0">
                  <p:stCondLst>
                    <p:cond delay="indefinite"/>
                  </p:stCondLst>
                </p:cTn>
                <p:tgtEl>
                  <p:spTgt spid="7"/>
                </p:tgtEl>
              </p:cMediaNode>
            </p:video>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9A3347-8576-FA16-4B27-35AF1FDC98D0}"/>
              </a:ext>
            </a:extLst>
          </p:cNvPr>
          <p:cNvSpPr>
            <a:spLocks noGrp="1"/>
          </p:cNvSpPr>
          <p:nvPr>
            <p:ph type="title"/>
          </p:nvPr>
        </p:nvSpPr>
        <p:spPr/>
        <p:txBody>
          <a:bodyPr/>
          <a:lstStyle/>
          <a:p>
            <a:r>
              <a:rPr lang="en-US" dirty="0"/>
              <a:t>Lesson plan</a:t>
            </a:r>
          </a:p>
        </p:txBody>
      </p:sp>
      <p:sp>
        <p:nvSpPr>
          <p:cNvPr id="3" name="Content Placeholder 2">
            <a:extLst>
              <a:ext uri="{FF2B5EF4-FFF2-40B4-BE49-F238E27FC236}">
                <a16:creationId xmlns:a16="http://schemas.microsoft.com/office/drawing/2014/main" id="{84BD7749-20C1-909A-BE69-465D4AE59EE8}"/>
              </a:ext>
            </a:extLst>
          </p:cNvPr>
          <p:cNvSpPr>
            <a:spLocks noGrp="1"/>
          </p:cNvSpPr>
          <p:nvPr>
            <p:ph idx="1"/>
          </p:nvPr>
        </p:nvSpPr>
        <p:spPr/>
        <p:txBody>
          <a:bodyPr/>
          <a:lstStyle/>
          <a:p>
            <a:r>
              <a:rPr lang="en-US" dirty="0"/>
              <a:t>Forms of Representing Requirements.</a:t>
            </a:r>
          </a:p>
          <a:p>
            <a:r>
              <a:rPr lang="en-US" dirty="0"/>
              <a:t>Problems with Requirements.</a:t>
            </a:r>
          </a:p>
          <a:p>
            <a:r>
              <a:rPr lang="en-US" dirty="0"/>
              <a:t>The Requirements Document</a:t>
            </a:r>
          </a:p>
          <a:p>
            <a:r>
              <a:rPr lang="en-US" dirty="0"/>
              <a:t>IEEE 29148 qualities for requirements.</a:t>
            </a:r>
          </a:p>
          <a:p>
            <a:r>
              <a:rPr lang="en-US" dirty="0"/>
              <a:t>Additional Best Practices to represent requirements.</a:t>
            </a:r>
          </a:p>
          <a:p>
            <a:endParaRPr lang="en-US" dirty="0"/>
          </a:p>
          <a:p>
            <a:endParaRPr lang="en-US" dirty="0"/>
          </a:p>
          <a:p>
            <a:endParaRPr lang="en-US" dirty="0"/>
          </a:p>
        </p:txBody>
      </p:sp>
      <p:sp>
        <p:nvSpPr>
          <p:cNvPr id="4" name="Slide Number Placeholder 3">
            <a:extLst>
              <a:ext uri="{FF2B5EF4-FFF2-40B4-BE49-F238E27FC236}">
                <a16:creationId xmlns:a16="http://schemas.microsoft.com/office/drawing/2014/main" id="{5C70DE7D-4BAE-F41A-DF31-318F363A90B4}"/>
              </a:ext>
            </a:extLst>
          </p:cNvPr>
          <p:cNvSpPr>
            <a:spLocks noGrp="1"/>
          </p:cNvSpPr>
          <p:nvPr>
            <p:ph type="sldNum" sz="quarter" idx="12"/>
          </p:nvPr>
        </p:nvSpPr>
        <p:spPr/>
        <p:txBody>
          <a:bodyPr/>
          <a:lstStyle/>
          <a:p>
            <a:fld id="{4FAB73BC-B049-4115-A692-8D63A059BFB8}" type="slidenum">
              <a:rPr lang="en-US" smtClean="0"/>
              <a:pPr/>
              <a:t>2</a:t>
            </a:fld>
            <a:endParaRPr lang="en-US" dirty="0"/>
          </a:p>
        </p:txBody>
      </p:sp>
    </p:spTree>
    <p:extLst>
      <p:ext uri="{BB962C8B-B14F-4D97-AF65-F5344CB8AC3E}">
        <p14:creationId xmlns:p14="http://schemas.microsoft.com/office/powerpoint/2010/main" val="381904142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4DA90C30-B990-4CCA-B584-40F864DA3A8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7545274" cy="6857999"/>
          </a:xfrm>
          <a:prstGeom prst="rect">
            <a:avLst/>
          </a:prstGeom>
          <a:blipFill dpi="0" rotWithShape="1">
            <a:blip r:embed="rId2">
              <a:alphaModFix amt="60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A9A5C0DF-0872-66B8-FED9-70FCF1F0A349}"/>
              </a:ext>
            </a:extLst>
          </p:cNvPr>
          <p:cNvSpPr>
            <a:spLocks noGrp="1"/>
          </p:cNvSpPr>
          <p:nvPr>
            <p:ph type="title"/>
          </p:nvPr>
        </p:nvSpPr>
        <p:spPr>
          <a:xfrm>
            <a:off x="382280" y="484632"/>
            <a:ext cx="6743844" cy="1609344"/>
          </a:xfrm>
        </p:spPr>
        <p:txBody>
          <a:bodyPr>
            <a:normAutofit/>
          </a:bodyPr>
          <a:lstStyle/>
          <a:p>
            <a:r>
              <a:rPr lang="en-US" sz="4800"/>
              <a:t>How to Write down Requirements?</a:t>
            </a:r>
          </a:p>
        </p:txBody>
      </p:sp>
      <p:sp>
        <p:nvSpPr>
          <p:cNvPr id="3" name="Content Placeholder 2">
            <a:extLst>
              <a:ext uri="{FF2B5EF4-FFF2-40B4-BE49-F238E27FC236}">
                <a16:creationId xmlns:a16="http://schemas.microsoft.com/office/drawing/2014/main" id="{52A5F02C-1154-461D-0391-AD85B0D3E629}"/>
              </a:ext>
            </a:extLst>
          </p:cNvPr>
          <p:cNvSpPr>
            <a:spLocks noGrp="1"/>
          </p:cNvSpPr>
          <p:nvPr>
            <p:ph idx="1"/>
          </p:nvPr>
        </p:nvSpPr>
        <p:spPr>
          <a:xfrm>
            <a:off x="382279" y="2121407"/>
            <a:ext cx="6977891" cy="4516501"/>
          </a:xfrm>
        </p:spPr>
        <p:txBody>
          <a:bodyPr>
            <a:normAutofit fontScale="92500"/>
          </a:bodyPr>
          <a:lstStyle/>
          <a:p>
            <a:r>
              <a:rPr lang="en-US" sz="2500" b="1" i="0" dirty="0">
                <a:effectLst/>
                <a:latin typeface="Lato Extended"/>
              </a:rPr>
              <a:t>The Three Forms of Requirements Representation</a:t>
            </a:r>
            <a:endParaRPr lang="en-US" sz="2500" b="0" i="0" dirty="0">
              <a:effectLst/>
              <a:latin typeface="Lato Extended"/>
            </a:endParaRPr>
          </a:p>
          <a:p>
            <a:pPr algn="just"/>
            <a:r>
              <a:rPr lang="en-US" sz="2500" b="0" i="0" dirty="0">
                <a:effectLst/>
                <a:latin typeface="Lato Extended"/>
              </a:rPr>
              <a:t>Various techniques can be used to describe functionality in any system. Generally, there are three forms of requirements representation</a:t>
            </a:r>
          </a:p>
          <a:p>
            <a:pPr lvl="1" algn="just"/>
            <a:r>
              <a:rPr lang="en-US" sz="2500" b="1" dirty="0">
                <a:solidFill>
                  <a:schemeClr val="accent2"/>
                </a:solidFill>
                <a:latin typeface="Lato Extended"/>
              </a:rPr>
              <a:t>Informal</a:t>
            </a:r>
          </a:p>
          <a:p>
            <a:pPr lvl="1" algn="just"/>
            <a:r>
              <a:rPr lang="en-US" sz="2500" b="1" i="0" dirty="0">
                <a:solidFill>
                  <a:schemeClr val="accent2"/>
                </a:solidFill>
                <a:effectLst/>
                <a:latin typeface="Lato Extended"/>
              </a:rPr>
              <a:t>Semi-Formal</a:t>
            </a:r>
          </a:p>
          <a:p>
            <a:pPr lvl="1" algn="just"/>
            <a:r>
              <a:rPr lang="en-US" sz="2500" b="1" dirty="0">
                <a:solidFill>
                  <a:schemeClr val="accent2"/>
                </a:solidFill>
                <a:latin typeface="Lato Extended"/>
              </a:rPr>
              <a:t>Formal</a:t>
            </a:r>
            <a:endParaRPr lang="en-US" sz="2500" b="1" i="0" dirty="0">
              <a:solidFill>
                <a:schemeClr val="accent2"/>
              </a:solidFill>
              <a:effectLst/>
              <a:latin typeface="Lato Extended"/>
            </a:endParaRPr>
          </a:p>
          <a:p>
            <a:pPr algn="just"/>
            <a:r>
              <a:rPr lang="en-US" sz="2500" b="0" i="0" dirty="0">
                <a:effectLst/>
                <a:latin typeface="Lato Extended"/>
              </a:rPr>
              <a:t>Requirements specifications </a:t>
            </a:r>
            <a:r>
              <a:rPr lang="en-US" sz="2500" dirty="0">
                <a:latin typeface="Lato Extended"/>
              </a:rPr>
              <a:t>may not </a:t>
            </a:r>
            <a:r>
              <a:rPr lang="en-US" sz="2500" b="0" i="0" dirty="0">
                <a:effectLst/>
                <a:latin typeface="Lato Extended"/>
              </a:rPr>
              <a:t>strictly adhere to one or another of these approaches, but usually, they contain elements of at least two of these approaches (informal and one other).</a:t>
            </a:r>
          </a:p>
          <a:p>
            <a:endParaRPr lang="en-US" sz="1800" dirty="0"/>
          </a:p>
        </p:txBody>
      </p:sp>
      <p:pic>
        <p:nvPicPr>
          <p:cNvPr id="8" name="Graphic 7" descr="Flowchart">
            <a:extLst>
              <a:ext uri="{FF2B5EF4-FFF2-40B4-BE49-F238E27FC236}">
                <a16:creationId xmlns:a16="http://schemas.microsoft.com/office/drawing/2014/main" id="{3A0445AA-9C1E-4770-CF89-0620FDD860B0}"/>
              </a:ext>
            </a:extLst>
          </p:cNvPr>
          <p:cNvPicPr>
            <a:picLocks noChangeAspect="1"/>
          </p:cNvPicPr>
          <p:nvPr/>
        </p:nvPicPr>
        <p:blipFill>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8203460" y="1595727"/>
            <a:ext cx="3369177" cy="3369177"/>
          </a:xfrm>
          <a:prstGeom prst="rect">
            <a:avLst/>
          </a:prstGeom>
        </p:spPr>
      </p:pic>
      <p:grpSp>
        <p:nvGrpSpPr>
          <p:cNvPr id="13" name="Group 12">
            <a:extLst>
              <a:ext uri="{FF2B5EF4-FFF2-40B4-BE49-F238E27FC236}">
                <a16:creationId xmlns:a16="http://schemas.microsoft.com/office/drawing/2014/main" id="{D060B936-2771-48DC-842C-14EE9318E3E2}"/>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401725" y="6229681"/>
            <a:ext cx="457200" cy="457200"/>
            <a:chOff x="11361456" y="6195813"/>
            <a:chExt cx="548640" cy="548640"/>
          </a:xfrm>
        </p:grpSpPr>
        <p:sp>
          <p:nvSpPr>
            <p:cNvPr id="14" name="Oval 13">
              <a:extLst>
                <a:ext uri="{FF2B5EF4-FFF2-40B4-BE49-F238E27FC236}">
                  <a16:creationId xmlns:a16="http://schemas.microsoft.com/office/drawing/2014/main" id="{DB4EC8B4-4BB2-45C2-A68A-28E36AC10E2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1361456" y="6195813"/>
              <a:ext cx="548640" cy="548640"/>
            </a:xfrm>
            <a:prstGeom prst="ellipse">
              <a:avLst/>
            </a:prstGeom>
            <a:blipFill dpi="0" rotWithShape="1">
              <a:blip r:embed="rId6">
                <a:duotone>
                  <a:schemeClr val="accent1">
                    <a:shade val="45000"/>
                    <a:satMod val="135000"/>
                  </a:schemeClr>
                  <a:prstClr val="white"/>
                </a:duotone>
              </a:blip>
              <a:srcRect/>
              <a:tile tx="50800" ty="0" sx="85000" sy="85000" flip="none" algn="tl"/>
            </a:blipFill>
            <a:ln w="25400" cap="flat" cmpd="sng" algn="ctr">
              <a:noFill/>
              <a:prstDash val="solid"/>
            </a:ln>
            <a:effectLst/>
          </p:spPr>
          <p:txBody>
            <a:bodyPr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15" name="Oval 14">
              <a:extLst>
                <a:ext uri="{FF2B5EF4-FFF2-40B4-BE49-F238E27FC236}">
                  <a16:creationId xmlns:a16="http://schemas.microsoft.com/office/drawing/2014/main" id="{1431D296-F8F1-41C3-A211-E83E243C515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1396488" y="6230844"/>
              <a:ext cx="478576" cy="478578"/>
            </a:xfrm>
            <a:prstGeom prst="ellipse">
              <a:avLst/>
            </a:prstGeom>
            <a:noFill/>
            <a:ln w="12700" cap="flat" cmpd="sng" algn="ctr">
              <a:solidFill>
                <a:srgbClr val="FFFFFF"/>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grpSp>
      <p:sp>
        <p:nvSpPr>
          <p:cNvPr id="4" name="Slide Number Placeholder 3">
            <a:extLst>
              <a:ext uri="{FF2B5EF4-FFF2-40B4-BE49-F238E27FC236}">
                <a16:creationId xmlns:a16="http://schemas.microsoft.com/office/drawing/2014/main" id="{3908A002-0AC4-B9BA-E0D2-F0246C14439C}"/>
              </a:ext>
            </a:extLst>
          </p:cNvPr>
          <p:cNvSpPr>
            <a:spLocks noGrp="1"/>
          </p:cNvSpPr>
          <p:nvPr>
            <p:ph type="sldNum" sz="quarter" idx="12"/>
          </p:nvPr>
        </p:nvSpPr>
        <p:spPr>
          <a:xfrm>
            <a:off x="11311128" y="6272784"/>
            <a:ext cx="640080" cy="365125"/>
          </a:xfrm>
        </p:spPr>
        <p:txBody>
          <a:bodyPr>
            <a:normAutofit/>
          </a:bodyPr>
          <a:lstStyle/>
          <a:p>
            <a:pPr>
              <a:spcAft>
                <a:spcPts val="600"/>
              </a:spcAft>
            </a:pPr>
            <a:fld id="{4FAB73BC-B049-4115-A692-8D63A059BFB8}" type="slidenum">
              <a:rPr lang="en-US" smtClean="0"/>
              <a:pPr>
                <a:spcAft>
                  <a:spcPts val="600"/>
                </a:spcAft>
              </a:pPr>
              <a:t>3</a:t>
            </a:fld>
            <a:endParaRPr lang="en-US"/>
          </a:p>
        </p:txBody>
      </p:sp>
    </p:spTree>
    <p:extLst>
      <p:ext uri="{BB962C8B-B14F-4D97-AF65-F5344CB8AC3E}">
        <p14:creationId xmlns:p14="http://schemas.microsoft.com/office/powerpoint/2010/main" val="317975138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19E3BA-D248-4BFF-FD8C-A7EE5E7E521C}"/>
              </a:ext>
            </a:extLst>
          </p:cNvPr>
          <p:cNvSpPr>
            <a:spLocks noGrp="1"/>
          </p:cNvSpPr>
          <p:nvPr>
            <p:ph type="title"/>
          </p:nvPr>
        </p:nvSpPr>
        <p:spPr>
          <a:xfrm>
            <a:off x="974360" y="0"/>
            <a:ext cx="10058400" cy="1609344"/>
          </a:xfrm>
        </p:spPr>
        <p:txBody>
          <a:bodyPr/>
          <a:lstStyle/>
          <a:p>
            <a:r>
              <a:rPr lang="en-US" dirty="0"/>
              <a:t>Informal Representation</a:t>
            </a:r>
          </a:p>
        </p:txBody>
      </p:sp>
      <p:sp>
        <p:nvSpPr>
          <p:cNvPr id="3" name="Content Placeholder 2">
            <a:extLst>
              <a:ext uri="{FF2B5EF4-FFF2-40B4-BE49-F238E27FC236}">
                <a16:creationId xmlns:a16="http://schemas.microsoft.com/office/drawing/2014/main" id="{18608C1E-D17B-D1C1-39A9-4AB4F345C30A}"/>
              </a:ext>
            </a:extLst>
          </p:cNvPr>
          <p:cNvSpPr>
            <a:spLocks noGrp="1"/>
          </p:cNvSpPr>
          <p:nvPr>
            <p:ph idx="1"/>
          </p:nvPr>
        </p:nvSpPr>
        <p:spPr>
          <a:xfrm>
            <a:off x="299803" y="1609344"/>
            <a:ext cx="11407515" cy="4562856"/>
          </a:xfrm>
        </p:spPr>
        <p:txBody>
          <a:bodyPr>
            <a:noAutofit/>
          </a:bodyPr>
          <a:lstStyle/>
          <a:p>
            <a:pPr algn="just"/>
            <a:r>
              <a:rPr lang="en-US" sz="2500" b="0" i="0" dirty="0">
                <a:solidFill>
                  <a:srgbClr val="2D3B45"/>
                </a:solidFill>
                <a:effectLst/>
                <a:latin typeface="Times New Roman" panose="02020603050405020304" pitchFamily="18" charset="0"/>
                <a:cs typeface="Times New Roman" panose="02020603050405020304" pitchFamily="18" charset="0"/>
              </a:rPr>
              <a:t>This form includes natural language (i.e., human languages), flowcharts, ad hoc diagrams, etc</a:t>
            </a:r>
            <a:r>
              <a:rPr lang="en-US" sz="2500" dirty="0">
                <a:solidFill>
                  <a:srgbClr val="2D3B45"/>
                </a:solidFill>
                <a:latin typeface="Times New Roman" panose="02020603050405020304" pitchFamily="18" charset="0"/>
                <a:cs typeface="Times New Roman" panose="02020603050405020304" pitchFamily="18" charset="0"/>
              </a:rPr>
              <a:t>.</a:t>
            </a:r>
          </a:p>
          <a:p>
            <a:pPr algn="just"/>
            <a:r>
              <a:rPr lang="en-US" sz="2500" b="0" i="0" dirty="0">
                <a:solidFill>
                  <a:srgbClr val="2D3B45"/>
                </a:solidFill>
                <a:effectLst/>
                <a:latin typeface="Times New Roman" panose="02020603050405020304" pitchFamily="18" charset="0"/>
                <a:cs typeface="Times New Roman" panose="02020603050405020304" pitchFamily="18" charset="0"/>
              </a:rPr>
              <a:t> Natural language is in fact the most common form of requirements for projects in the industry. </a:t>
            </a:r>
          </a:p>
          <a:p>
            <a:pPr algn="just"/>
            <a:r>
              <a:rPr lang="en-US" sz="2500" b="0" i="0" dirty="0">
                <a:solidFill>
                  <a:srgbClr val="2D3B45"/>
                </a:solidFill>
                <a:effectLst/>
                <a:latin typeface="Times New Roman" panose="02020603050405020304" pitchFamily="18" charset="0"/>
                <a:cs typeface="Times New Roman" panose="02020603050405020304" pitchFamily="18" charset="0"/>
              </a:rPr>
              <a:t>In a recent survey by Kassab and Laplante , it was found that 69% of projects reported that requirements were expressed in terms of natural language, that is, informally.</a:t>
            </a:r>
          </a:p>
          <a:p>
            <a:pPr algn="just"/>
            <a:r>
              <a:rPr lang="en-US" sz="2500" b="0" i="0" dirty="0">
                <a:solidFill>
                  <a:srgbClr val="2D3B45"/>
                </a:solidFill>
                <a:effectLst/>
                <a:latin typeface="Times New Roman" panose="02020603050405020304" pitchFamily="18" charset="0"/>
                <a:cs typeface="Times New Roman" panose="02020603050405020304" pitchFamily="18" charset="0"/>
              </a:rPr>
              <a:t>There are different ways to express requirements in natural languages.  For example:</a:t>
            </a:r>
          </a:p>
          <a:p>
            <a:pPr lvl="1" algn="just"/>
            <a:r>
              <a:rPr lang="en-US" sz="2500" dirty="0">
                <a:solidFill>
                  <a:schemeClr val="accent2"/>
                </a:solidFill>
                <a:latin typeface="Times New Roman" panose="02020603050405020304" pitchFamily="18" charset="0"/>
                <a:cs typeface="Times New Roman" panose="02020603050405020304" pitchFamily="18" charset="0"/>
              </a:rPr>
              <a:t>Shall Statement</a:t>
            </a:r>
          </a:p>
          <a:p>
            <a:pPr lvl="1" algn="just"/>
            <a:r>
              <a:rPr lang="en-US" sz="2500" dirty="0">
                <a:solidFill>
                  <a:schemeClr val="accent2"/>
                </a:solidFill>
                <a:latin typeface="Times New Roman" panose="02020603050405020304" pitchFamily="18" charset="0"/>
                <a:cs typeface="Times New Roman" panose="02020603050405020304" pitchFamily="18" charset="0"/>
              </a:rPr>
              <a:t>Use Cases</a:t>
            </a:r>
          </a:p>
          <a:p>
            <a:pPr lvl="1" algn="just"/>
            <a:r>
              <a:rPr lang="en-US" sz="2500" dirty="0">
                <a:solidFill>
                  <a:schemeClr val="accent2"/>
                </a:solidFill>
                <a:latin typeface="Times New Roman" panose="02020603050405020304" pitchFamily="18" charset="0"/>
                <a:cs typeface="Times New Roman" panose="02020603050405020304" pitchFamily="18" charset="0"/>
              </a:rPr>
              <a:t>User Stories</a:t>
            </a:r>
          </a:p>
          <a:p>
            <a:pPr lvl="1" algn="just"/>
            <a:r>
              <a:rPr lang="en-US" sz="2500" dirty="0">
                <a:solidFill>
                  <a:schemeClr val="accent2"/>
                </a:solidFill>
                <a:latin typeface="Times New Roman" panose="02020603050405020304" pitchFamily="18" charset="0"/>
                <a:cs typeface="Times New Roman" panose="02020603050405020304" pitchFamily="18" charset="0"/>
              </a:rPr>
              <a:t>Quality Scenarios</a:t>
            </a:r>
          </a:p>
        </p:txBody>
      </p:sp>
      <p:sp>
        <p:nvSpPr>
          <p:cNvPr id="4" name="Slide Number Placeholder 3">
            <a:extLst>
              <a:ext uri="{FF2B5EF4-FFF2-40B4-BE49-F238E27FC236}">
                <a16:creationId xmlns:a16="http://schemas.microsoft.com/office/drawing/2014/main" id="{BC5A3544-2323-5A77-4831-88F58C3F1599}"/>
              </a:ext>
            </a:extLst>
          </p:cNvPr>
          <p:cNvSpPr>
            <a:spLocks noGrp="1"/>
          </p:cNvSpPr>
          <p:nvPr>
            <p:ph type="sldNum" sz="quarter" idx="12"/>
          </p:nvPr>
        </p:nvSpPr>
        <p:spPr/>
        <p:txBody>
          <a:bodyPr/>
          <a:lstStyle/>
          <a:p>
            <a:fld id="{4FAB73BC-B049-4115-A692-8D63A059BFB8}" type="slidenum">
              <a:rPr lang="en-US" smtClean="0"/>
              <a:pPr/>
              <a:t>4</a:t>
            </a:fld>
            <a:endParaRPr lang="en-US" dirty="0"/>
          </a:p>
        </p:txBody>
      </p:sp>
    </p:spTree>
    <p:extLst>
      <p:ext uri="{BB962C8B-B14F-4D97-AF65-F5344CB8AC3E}">
        <p14:creationId xmlns:p14="http://schemas.microsoft.com/office/powerpoint/2010/main" val="409826183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B0AE99A-8932-78CA-2AC0-851BD487D67F}"/>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5E7C732D-8C60-7869-084C-9AB84AEF11FA}"/>
              </a:ext>
            </a:extLst>
          </p:cNvPr>
          <p:cNvSpPr>
            <a:spLocks noGrp="1"/>
          </p:cNvSpPr>
          <p:nvPr>
            <p:ph idx="1"/>
          </p:nvPr>
        </p:nvSpPr>
        <p:spPr/>
        <p:txBody>
          <a:bodyPr/>
          <a:lstStyle/>
          <a:p>
            <a:endParaRPr lang="en-US"/>
          </a:p>
        </p:txBody>
      </p:sp>
      <p:sp>
        <p:nvSpPr>
          <p:cNvPr id="4" name="Slide Number Placeholder 3">
            <a:extLst>
              <a:ext uri="{FF2B5EF4-FFF2-40B4-BE49-F238E27FC236}">
                <a16:creationId xmlns:a16="http://schemas.microsoft.com/office/drawing/2014/main" id="{D51545B5-8481-2519-107B-EECAB5EA5537}"/>
              </a:ext>
            </a:extLst>
          </p:cNvPr>
          <p:cNvSpPr>
            <a:spLocks noGrp="1"/>
          </p:cNvSpPr>
          <p:nvPr>
            <p:ph type="sldNum" sz="quarter" idx="12"/>
          </p:nvPr>
        </p:nvSpPr>
        <p:spPr/>
        <p:txBody>
          <a:bodyPr/>
          <a:lstStyle/>
          <a:p>
            <a:fld id="{4FAB73BC-B049-4115-A692-8D63A059BFB8}" type="slidenum">
              <a:rPr lang="en-US" smtClean="0"/>
              <a:pPr/>
              <a:t>5</a:t>
            </a:fld>
            <a:endParaRPr lang="en-US" dirty="0"/>
          </a:p>
        </p:txBody>
      </p:sp>
      <p:pic>
        <p:nvPicPr>
          <p:cNvPr id="6" name="Picture 5">
            <a:extLst>
              <a:ext uri="{FF2B5EF4-FFF2-40B4-BE49-F238E27FC236}">
                <a16:creationId xmlns:a16="http://schemas.microsoft.com/office/drawing/2014/main" id="{B6BD979F-47D9-63E2-04EE-B2AE23E6E47E}"/>
              </a:ext>
            </a:extLst>
          </p:cNvPr>
          <p:cNvPicPr>
            <a:picLocks noChangeAspect="1"/>
          </p:cNvPicPr>
          <p:nvPr/>
        </p:nvPicPr>
        <p:blipFill>
          <a:blip r:embed="rId2"/>
          <a:stretch>
            <a:fillRect/>
          </a:stretch>
        </p:blipFill>
        <p:spPr>
          <a:xfrm>
            <a:off x="0" y="0"/>
            <a:ext cx="12192000" cy="6858000"/>
          </a:xfrm>
          <a:prstGeom prst="rect">
            <a:avLst/>
          </a:prstGeom>
        </p:spPr>
      </p:pic>
    </p:spTree>
    <p:extLst>
      <p:ext uri="{BB962C8B-B14F-4D97-AF65-F5344CB8AC3E}">
        <p14:creationId xmlns:p14="http://schemas.microsoft.com/office/powerpoint/2010/main" val="363877256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E6767F-AC4E-7137-B1C5-6D2C0C9C4A19}"/>
              </a:ext>
            </a:extLst>
          </p:cNvPr>
          <p:cNvSpPr>
            <a:spLocks noGrp="1"/>
          </p:cNvSpPr>
          <p:nvPr>
            <p:ph type="title"/>
          </p:nvPr>
        </p:nvSpPr>
        <p:spPr>
          <a:xfrm>
            <a:off x="305349" y="59844"/>
            <a:ext cx="10058400" cy="1609344"/>
          </a:xfrm>
        </p:spPr>
        <p:txBody>
          <a:bodyPr/>
          <a:lstStyle/>
          <a:p>
            <a:r>
              <a:rPr lang="en-US" dirty="0"/>
              <a:t>Shall Statements</a:t>
            </a:r>
          </a:p>
        </p:txBody>
      </p:sp>
      <p:sp>
        <p:nvSpPr>
          <p:cNvPr id="3" name="Content Placeholder 2">
            <a:extLst>
              <a:ext uri="{FF2B5EF4-FFF2-40B4-BE49-F238E27FC236}">
                <a16:creationId xmlns:a16="http://schemas.microsoft.com/office/drawing/2014/main" id="{EFACF10A-E86A-183C-E08D-703F76354D8A}"/>
              </a:ext>
            </a:extLst>
          </p:cNvPr>
          <p:cNvSpPr>
            <a:spLocks noGrp="1"/>
          </p:cNvSpPr>
          <p:nvPr>
            <p:ph idx="1"/>
          </p:nvPr>
        </p:nvSpPr>
        <p:spPr>
          <a:xfrm>
            <a:off x="134910" y="1274164"/>
            <a:ext cx="11816297" cy="5363745"/>
          </a:xfrm>
        </p:spPr>
        <p:txBody>
          <a:bodyPr>
            <a:normAutofit/>
          </a:bodyPr>
          <a:lstStyle/>
          <a:p>
            <a:pPr algn="just"/>
            <a:r>
              <a:rPr lang="en-US" sz="3000" b="0" i="0" dirty="0">
                <a:solidFill>
                  <a:srgbClr val="236FA1"/>
                </a:solidFill>
                <a:effectLst/>
                <a:latin typeface="Lato Extended"/>
              </a:rPr>
              <a:t> </a:t>
            </a:r>
            <a:r>
              <a:rPr lang="en-US" b="1" dirty="0"/>
              <a:t>IEEE 830</a:t>
            </a:r>
            <a:r>
              <a:rPr lang="en-US" dirty="0"/>
              <a:t>, </a:t>
            </a:r>
            <a:r>
              <a:rPr lang="en-US" b="1" dirty="0"/>
              <a:t>ISO/IEC/IEEE 29148</a:t>
            </a:r>
            <a:r>
              <a:rPr lang="en-US" dirty="0"/>
              <a:t>, and common industry practice distinguish verbs as follows:</a:t>
            </a:r>
          </a:p>
          <a:p>
            <a:pPr lvl="1" algn="just"/>
            <a:r>
              <a:rPr lang="en-US" dirty="0"/>
              <a:t>Shall or Must:  A binding mandatory requirement</a:t>
            </a:r>
          </a:p>
          <a:p>
            <a:pPr lvl="1" algn="just"/>
            <a:r>
              <a:rPr lang="en-US" dirty="0"/>
              <a:t>Should: A desirable or recommended but not mandatory requirement</a:t>
            </a:r>
          </a:p>
          <a:p>
            <a:pPr lvl="1" algn="just"/>
            <a:r>
              <a:rPr lang="en-US" dirty="0"/>
              <a:t>May: A permission or option but neither a recommendation or obligation</a:t>
            </a:r>
          </a:p>
          <a:p>
            <a:pPr lvl="1" algn="just"/>
            <a:r>
              <a:rPr lang="en-US" dirty="0"/>
              <a:t>Other verbs are avoided</a:t>
            </a:r>
          </a:p>
          <a:p>
            <a:pPr algn="just"/>
            <a:endParaRPr lang="en-US" dirty="0"/>
          </a:p>
        </p:txBody>
      </p:sp>
      <p:sp>
        <p:nvSpPr>
          <p:cNvPr id="4" name="Slide Number Placeholder 3">
            <a:extLst>
              <a:ext uri="{FF2B5EF4-FFF2-40B4-BE49-F238E27FC236}">
                <a16:creationId xmlns:a16="http://schemas.microsoft.com/office/drawing/2014/main" id="{26F77D22-861F-287A-1700-63F4D71238A2}"/>
              </a:ext>
            </a:extLst>
          </p:cNvPr>
          <p:cNvSpPr>
            <a:spLocks noGrp="1"/>
          </p:cNvSpPr>
          <p:nvPr>
            <p:ph type="sldNum" sz="quarter" idx="12"/>
          </p:nvPr>
        </p:nvSpPr>
        <p:spPr/>
        <p:txBody>
          <a:bodyPr/>
          <a:lstStyle/>
          <a:p>
            <a:fld id="{4FAB73BC-B049-4115-A692-8D63A059BFB8}" type="slidenum">
              <a:rPr lang="en-US" smtClean="0"/>
              <a:pPr/>
              <a:t>6</a:t>
            </a:fld>
            <a:endParaRPr lang="en-US" dirty="0"/>
          </a:p>
        </p:txBody>
      </p:sp>
    </p:spTree>
    <p:extLst>
      <p:ext uri="{BB962C8B-B14F-4D97-AF65-F5344CB8AC3E}">
        <p14:creationId xmlns:p14="http://schemas.microsoft.com/office/powerpoint/2010/main" val="357618829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584722-6EAA-421A-6C50-E0B184E46FA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6EBB17B-08EA-C797-250E-0FB3F5E2DC03}"/>
              </a:ext>
            </a:extLst>
          </p:cNvPr>
          <p:cNvSpPr>
            <a:spLocks noGrp="1"/>
          </p:cNvSpPr>
          <p:nvPr>
            <p:ph type="title"/>
          </p:nvPr>
        </p:nvSpPr>
        <p:spPr>
          <a:xfrm>
            <a:off x="305349" y="59844"/>
            <a:ext cx="10058400" cy="1609344"/>
          </a:xfrm>
        </p:spPr>
        <p:txBody>
          <a:bodyPr/>
          <a:lstStyle/>
          <a:p>
            <a:r>
              <a:rPr lang="en-US" dirty="0"/>
              <a:t>Use Cases</a:t>
            </a:r>
          </a:p>
        </p:txBody>
      </p:sp>
      <p:sp>
        <p:nvSpPr>
          <p:cNvPr id="3" name="Content Placeholder 2">
            <a:extLst>
              <a:ext uri="{FF2B5EF4-FFF2-40B4-BE49-F238E27FC236}">
                <a16:creationId xmlns:a16="http://schemas.microsoft.com/office/drawing/2014/main" id="{A3A9CF54-D905-51E5-C48E-4D0CF0DD172C}"/>
              </a:ext>
            </a:extLst>
          </p:cNvPr>
          <p:cNvSpPr>
            <a:spLocks noGrp="1"/>
          </p:cNvSpPr>
          <p:nvPr>
            <p:ph idx="1"/>
          </p:nvPr>
        </p:nvSpPr>
        <p:spPr>
          <a:xfrm>
            <a:off x="134910" y="1274164"/>
            <a:ext cx="11816297" cy="5363745"/>
          </a:xfrm>
        </p:spPr>
        <p:txBody>
          <a:bodyPr>
            <a:normAutofit fontScale="92500"/>
          </a:bodyPr>
          <a:lstStyle/>
          <a:p>
            <a:pPr algn="just"/>
            <a:r>
              <a:rPr lang="en-US" sz="3000" b="0" i="0" dirty="0">
                <a:solidFill>
                  <a:srgbClr val="236FA1"/>
                </a:solidFill>
                <a:effectLst/>
                <a:latin typeface="Lato Extended"/>
              </a:rPr>
              <a:t> </a:t>
            </a:r>
            <a:r>
              <a:rPr lang="en-US" sz="3000" b="0" i="0" dirty="0">
                <a:solidFill>
                  <a:srgbClr val="2D3B45"/>
                </a:solidFill>
                <a:effectLst/>
                <a:latin typeface="Lato Extended"/>
              </a:rPr>
              <a:t>A use case is a group of related scenarios that provide value to the user of a system where a scenario is one of many paths within a use case.</a:t>
            </a:r>
          </a:p>
          <a:p>
            <a:pPr marL="0" indent="0" algn="just">
              <a:buNone/>
            </a:pPr>
            <a:endParaRPr lang="en-US" sz="3000" b="0" i="0" dirty="0">
              <a:solidFill>
                <a:srgbClr val="2D3B45"/>
              </a:solidFill>
              <a:effectLst/>
              <a:latin typeface="Lato Extended"/>
            </a:endParaRPr>
          </a:p>
          <a:p>
            <a:pPr algn="just"/>
            <a:r>
              <a:rPr lang="en-US" sz="3000" b="0" i="0" dirty="0">
                <a:solidFill>
                  <a:srgbClr val="2D3B45"/>
                </a:solidFill>
                <a:effectLst/>
                <a:latin typeface="Lato Extended"/>
              </a:rPr>
              <a:t>Use cases of the system can be visualized through the UML Use Case diagram. UML diagrams are considered a semi-formal notation.</a:t>
            </a:r>
          </a:p>
          <a:p>
            <a:pPr marL="0" indent="0" algn="just">
              <a:buNone/>
            </a:pPr>
            <a:endParaRPr lang="en-US" sz="3000" b="0" i="0" dirty="0">
              <a:solidFill>
                <a:srgbClr val="2D3B45"/>
              </a:solidFill>
              <a:effectLst/>
              <a:latin typeface="Lato Extended"/>
            </a:endParaRPr>
          </a:p>
          <a:p>
            <a:pPr algn="just"/>
            <a:r>
              <a:rPr lang="en-US" sz="3000" b="0" i="0" dirty="0">
                <a:solidFill>
                  <a:srgbClr val="2D3B45"/>
                </a:solidFill>
                <a:effectLst/>
                <a:latin typeface="Lato Extended"/>
              </a:rPr>
              <a:t>We will discuss more the use cases later in the lecture. </a:t>
            </a:r>
          </a:p>
          <a:p>
            <a:pPr algn="just"/>
            <a:endParaRPr lang="en-US" sz="3000" b="0" i="0" dirty="0">
              <a:solidFill>
                <a:srgbClr val="2D3B45"/>
              </a:solidFill>
              <a:effectLst/>
              <a:latin typeface="Lato Extended"/>
            </a:endParaRPr>
          </a:p>
          <a:p>
            <a:pPr algn="just"/>
            <a:r>
              <a:rPr lang="en-US" sz="3000" b="0" i="0" dirty="0">
                <a:solidFill>
                  <a:srgbClr val="2D3B45"/>
                </a:solidFill>
                <a:effectLst/>
                <a:latin typeface="Lato Extended"/>
              </a:rPr>
              <a:t>The following slide shows  an example of a use case that describes how users would interact with a smart home system</a:t>
            </a:r>
            <a:r>
              <a:rPr lang="en-US" sz="3000" dirty="0">
                <a:solidFill>
                  <a:srgbClr val="2D3B45"/>
                </a:solidFill>
                <a:latin typeface="Lato Extended"/>
              </a:rPr>
              <a:t>.</a:t>
            </a:r>
            <a:endParaRPr lang="en-US" sz="3000" b="0" i="0" dirty="0">
              <a:solidFill>
                <a:srgbClr val="2D3B45"/>
              </a:solidFill>
              <a:effectLst/>
              <a:latin typeface="Lato Extended"/>
            </a:endParaRPr>
          </a:p>
          <a:p>
            <a:endParaRPr lang="en-US" dirty="0"/>
          </a:p>
        </p:txBody>
      </p:sp>
      <p:sp>
        <p:nvSpPr>
          <p:cNvPr id="4" name="Slide Number Placeholder 3">
            <a:extLst>
              <a:ext uri="{FF2B5EF4-FFF2-40B4-BE49-F238E27FC236}">
                <a16:creationId xmlns:a16="http://schemas.microsoft.com/office/drawing/2014/main" id="{6D0B3720-F6F2-9CB8-CDCA-10640EA0DC48}"/>
              </a:ext>
            </a:extLst>
          </p:cNvPr>
          <p:cNvSpPr>
            <a:spLocks noGrp="1"/>
          </p:cNvSpPr>
          <p:nvPr>
            <p:ph type="sldNum" sz="quarter" idx="12"/>
          </p:nvPr>
        </p:nvSpPr>
        <p:spPr/>
        <p:txBody>
          <a:bodyPr/>
          <a:lstStyle/>
          <a:p>
            <a:fld id="{4FAB73BC-B049-4115-A692-8D63A059BFB8}" type="slidenum">
              <a:rPr lang="en-US" smtClean="0"/>
              <a:pPr/>
              <a:t>7</a:t>
            </a:fld>
            <a:endParaRPr lang="en-US" dirty="0"/>
          </a:p>
        </p:txBody>
      </p:sp>
    </p:spTree>
    <p:extLst>
      <p:ext uri="{BB962C8B-B14F-4D97-AF65-F5344CB8AC3E}">
        <p14:creationId xmlns:p14="http://schemas.microsoft.com/office/powerpoint/2010/main" val="31980552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799B928-6803-4979-0C7D-9742B1B55224}"/>
              </a:ext>
            </a:extLst>
          </p:cNvPr>
          <p:cNvSpPr>
            <a:spLocks noGrp="1"/>
          </p:cNvSpPr>
          <p:nvPr>
            <p:ph type="title"/>
          </p:nvPr>
        </p:nvSpPr>
        <p:spPr>
          <a:xfrm>
            <a:off x="859985" y="37775"/>
            <a:ext cx="10058400" cy="1609344"/>
          </a:xfrm>
        </p:spPr>
        <p:txBody>
          <a:bodyPr/>
          <a:lstStyle/>
          <a:p>
            <a:r>
              <a:rPr lang="en-US" dirty="0"/>
              <a:t>A Use Case Example</a:t>
            </a:r>
          </a:p>
        </p:txBody>
      </p:sp>
      <p:sp>
        <p:nvSpPr>
          <p:cNvPr id="3" name="Content Placeholder 2">
            <a:extLst>
              <a:ext uri="{FF2B5EF4-FFF2-40B4-BE49-F238E27FC236}">
                <a16:creationId xmlns:a16="http://schemas.microsoft.com/office/drawing/2014/main" id="{C40A4583-DD58-8B2F-722A-3A1AF9CFD1B2}"/>
              </a:ext>
            </a:extLst>
          </p:cNvPr>
          <p:cNvSpPr>
            <a:spLocks noGrp="1"/>
          </p:cNvSpPr>
          <p:nvPr>
            <p:ph idx="1"/>
          </p:nvPr>
        </p:nvSpPr>
        <p:spPr>
          <a:xfrm>
            <a:off x="449705" y="1528997"/>
            <a:ext cx="11362543" cy="5329003"/>
          </a:xfrm>
        </p:spPr>
        <p:txBody>
          <a:bodyPr>
            <a:normAutofit fontScale="70000" lnSpcReduction="20000"/>
          </a:bodyPr>
          <a:lstStyle/>
          <a:p>
            <a:pPr algn="just"/>
            <a:r>
              <a:rPr lang="en-US" b="1" i="0" dirty="0">
                <a:solidFill>
                  <a:srgbClr val="236FA1"/>
                </a:solidFill>
                <a:effectLst/>
                <a:latin typeface="Lato Extended"/>
              </a:rPr>
              <a:t>Primary Base Use Case</a:t>
            </a:r>
            <a:r>
              <a:rPr lang="en-US" b="0" i="0" dirty="0">
                <a:solidFill>
                  <a:srgbClr val="236FA1"/>
                </a:solidFill>
                <a:effectLst/>
                <a:latin typeface="Lato Extended"/>
              </a:rPr>
              <a:t>:</a:t>
            </a:r>
            <a:r>
              <a:rPr lang="en-US" b="0" i="0" dirty="0">
                <a:solidFill>
                  <a:srgbClr val="2D3B45"/>
                </a:solidFill>
                <a:effectLst/>
                <a:latin typeface="Lato Extended"/>
              </a:rPr>
              <a:t> Controlling home temperature.</a:t>
            </a:r>
          </a:p>
          <a:p>
            <a:pPr algn="just"/>
            <a:r>
              <a:rPr lang="en-US" b="1" i="0" dirty="0">
                <a:solidFill>
                  <a:srgbClr val="236FA1"/>
                </a:solidFill>
                <a:effectLst/>
                <a:latin typeface="Lato Extended"/>
              </a:rPr>
              <a:t>Precondition</a:t>
            </a:r>
            <a:r>
              <a:rPr lang="en-US" b="0" i="0" dirty="0">
                <a:solidFill>
                  <a:srgbClr val="236FA1"/>
                </a:solidFill>
                <a:effectLst/>
                <a:latin typeface="Lato Extended"/>
              </a:rPr>
              <a:t>: </a:t>
            </a:r>
            <a:r>
              <a:rPr lang="en-US" b="0" i="0" dirty="0">
                <a:solidFill>
                  <a:srgbClr val="2D3B45"/>
                </a:solidFill>
                <a:effectLst/>
                <a:latin typeface="Lato Extended"/>
              </a:rPr>
              <a:t> A user has a number of smart sensors and actuators installed in their home.</a:t>
            </a:r>
          </a:p>
          <a:p>
            <a:pPr algn="just"/>
            <a:r>
              <a:rPr lang="en-US" b="1" i="0" dirty="0">
                <a:solidFill>
                  <a:srgbClr val="236FA1"/>
                </a:solidFill>
                <a:effectLst/>
                <a:latin typeface="Lato Extended"/>
              </a:rPr>
              <a:t>Main Success Scenario</a:t>
            </a:r>
            <a:r>
              <a:rPr lang="en-US" b="0" i="0" dirty="0">
                <a:solidFill>
                  <a:srgbClr val="236FA1"/>
                </a:solidFill>
                <a:effectLst/>
                <a:latin typeface="Lato Extended"/>
              </a:rPr>
              <a:t>: </a:t>
            </a:r>
            <a:endParaRPr lang="en-US" b="0" i="0" dirty="0">
              <a:solidFill>
                <a:srgbClr val="2D3B45"/>
              </a:solidFill>
              <a:effectLst/>
              <a:latin typeface="Lato Extended"/>
            </a:endParaRPr>
          </a:p>
          <a:p>
            <a:pPr marL="1143000" lvl="2" indent="-228600" algn="just">
              <a:buFont typeface="Arial" panose="020B0604020202020204" pitchFamily="34" charset="0"/>
              <a:buChar char="•"/>
            </a:pPr>
            <a:r>
              <a:rPr lang="en-US" sz="3600" b="0" i="0" dirty="0">
                <a:solidFill>
                  <a:srgbClr val="2D3B45"/>
                </a:solidFill>
                <a:effectLst/>
                <a:latin typeface="Lato Extended"/>
              </a:rPr>
              <a:t>A user with a cell phone wants to know the temperature in their home.</a:t>
            </a:r>
          </a:p>
          <a:p>
            <a:pPr marL="1143000" lvl="2" indent="-228600" algn="just">
              <a:buFont typeface="Arial" panose="020B0604020202020204" pitchFamily="34" charset="0"/>
              <a:buChar char="•"/>
            </a:pPr>
            <a:r>
              <a:rPr lang="en-US" sz="3600" b="0" i="0" dirty="0">
                <a:solidFill>
                  <a:srgbClr val="2D3B45"/>
                </a:solidFill>
                <a:effectLst/>
                <a:latin typeface="Lato Extended"/>
              </a:rPr>
              <a:t>They connect to the cloud to query their home sensors.</a:t>
            </a:r>
          </a:p>
          <a:p>
            <a:pPr marL="1143000" lvl="2" indent="-228600" algn="just">
              <a:buFont typeface="Arial" panose="020B0604020202020204" pitchFamily="34" charset="0"/>
              <a:buChar char="•"/>
            </a:pPr>
            <a:r>
              <a:rPr lang="en-US" sz="3600" b="0" i="0" dirty="0">
                <a:solidFill>
                  <a:srgbClr val="2D3B45"/>
                </a:solidFill>
                <a:effectLst/>
                <a:latin typeface="Lato Extended"/>
              </a:rPr>
              <a:t>After verifying their identity, the system presents a set of options based upon the sensor/actuator package installed in their home.</a:t>
            </a:r>
          </a:p>
          <a:p>
            <a:pPr marL="1143000" lvl="2" indent="-228600" algn="just">
              <a:buFont typeface="Arial" panose="020B0604020202020204" pitchFamily="34" charset="0"/>
              <a:buChar char="•"/>
            </a:pPr>
            <a:r>
              <a:rPr lang="en-US" sz="3600" b="0" i="0" dirty="0">
                <a:solidFill>
                  <a:srgbClr val="2D3B45"/>
                </a:solidFill>
                <a:effectLst/>
                <a:latin typeface="Lato Extended"/>
              </a:rPr>
              <a:t>The user selects the temperature option and received the temperature of their home from the cloud.</a:t>
            </a:r>
          </a:p>
          <a:p>
            <a:pPr marL="1143000" lvl="2" indent="-228600" algn="just">
              <a:buFont typeface="Arial" panose="020B0604020202020204" pitchFamily="34" charset="0"/>
              <a:buChar char="•"/>
            </a:pPr>
            <a:r>
              <a:rPr lang="en-US" sz="3600" b="0" i="0" dirty="0">
                <a:solidFill>
                  <a:srgbClr val="2D3B45"/>
                </a:solidFill>
                <a:effectLst/>
                <a:latin typeface="Lato Extended"/>
              </a:rPr>
              <a:t>The user decides that they would like to cool the home prior to his arrival.</a:t>
            </a:r>
          </a:p>
          <a:p>
            <a:pPr marL="1143000" lvl="2" indent="-228600" algn="just">
              <a:buFont typeface="Arial" panose="020B0604020202020204" pitchFamily="34" charset="0"/>
              <a:buChar char="•"/>
            </a:pPr>
            <a:r>
              <a:rPr lang="en-US" sz="3600" b="0" i="0" dirty="0">
                <a:solidFill>
                  <a:srgbClr val="2D3B45"/>
                </a:solidFill>
                <a:effectLst/>
                <a:latin typeface="Lato Extended"/>
              </a:rPr>
              <a:t>The user sends a command to the home via the cloud to turn on the air conditioner along with a specified set temperature.</a:t>
            </a:r>
          </a:p>
          <a:p>
            <a:endParaRPr lang="en-US" dirty="0"/>
          </a:p>
        </p:txBody>
      </p:sp>
      <p:sp>
        <p:nvSpPr>
          <p:cNvPr id="4" name="Slide Number Placeholder 3">
            <a:extLst>
              <a:ext uri="{FF2B5EF4-FFF2-40B4-BE49-F238E27FC236}">
                <a16:creationId xmlns:a16="http://schemas.microsoft.com/office/drawing/2014/main" id="{BCFED8EC-83BE-47AD-44AA-D7DF8C9914CB}"/>
              </a:ext>
            </a:extLst>
          </p:cNvPr>
          <p:cNvSpPr>
            <a:spLocks noGrp="1"/>
          </p:cNvSpPr>
          <p:nvPr>
            <p:ph type="sldNum" sz="quarter" idx="12"/>
          </p:nvPr>
        </p:nvSpPr>
        <p:spPr/>
        <p:txBody>
          <a:bodyPr/>
          <a:lstStyle/>
          <a:p>
            <a:fld id="{4FAB73BC-B049-4115-A692-8D63A059BFB8}" type="slidenum">
              <a:rPr lang="en-US" smtClean="0"/>
              <a:pPr/>
              <a:t>8</a:t>
            </a:fld>
            <a:endParaRPr lang="en-US" dirty="0"/>
          </a:p>
        </p:txBody>
      </p:sp>
    </p:spTree>
    <p:extLst>
      <p:ext uri="{BB962C8B-B14F-4D97-AF65-F5344CB8AC3E}">
        <p14:creationId xmlns:p14="http://schemas.microsoft.com/office/powerpoint/2010/main" val="147565605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05295A6-7874-1018-1A9C-3AFC01709130}"/>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764C517F-32C4-8664-ED11-09475814C0DC}"/>
              </a:ext>
            </a:extLst>
          </p:cNvPr>
          <p:cNvSpPr>
            <a:spLocks noGrp="1"/>
          </p:cNvSpPr>
          <p:nvPr>
            <p:ph idx="1"/>
          </p:nvPr>
        </p:nvSpPr>
        <p:spPr/>
        <p:txBody>
          <a:bodyPr/>
          <a:lstStyle/>
          <a:p>
            <a:endParaRPr lang="en-US"/>
          </a:p>
        </p:txBody>
      </p:sp>
      <p:sp>
        <p:nvSpPr>
          <p:cNvPr id="4" name="Slide Number Placeholder 3">
            <a:extLst>
              <a:ext uri="{FF2B5EF4-FFF2-40B4-BE49-F238E27FC236}">
                <a16:creationId xmlns:a16="http://schemas.microsoft.com/office/drawing/2014/main" id="{29139765-2B30-75FA-37E7-50F99C438D32}"/>
              </a:ext>
            </a:extLst>
          </p:cNvPr>
          <p:cNvSpPr>
            <a:spLocks noGrp="1"/>
          </p:cNvSpPr>
          <p:nvPr>
            <p:ph type="sldNum" sz="quarter" idx="12"/>
          </p:nvPr>
        </p:nvSpPr>
        <p:spPr/>
        <p:txBody>
          <a:bodyPr/>
          <a:lstStyle/>
          <a:p>
            <a:fld id="{4FAB73BC-B049-4115-A692-8D63A059BFB8}" type="slidenum">
              <a:rPr lang="en-US" smtClean="0"/>
              <a:pPr/>
              <a:t>9</a:t>
            </a:fld>
            <a:endParaRPr lang="en-US" dirty="0"/>
          </a:p>
        </p:txBody>
      </p:sp>
      <p:pic>
        <p:nvPicPr>
          <p:cNvPr id="6" name="Picture 5">
            <a:extLst>
              <a:ext uri="{FF2B5EF4-FFF2-40B4-BE49-F238E27FC236}">
                <a16:creationId xmlns:a16="http://schemas.microsoft.com/office/drawing/2014/main" id="{CF0C28FF-445C-B4BE-809B-74EFC2AB4402}"/>
              </a:ext>
            </a:extLst>
          </p:cNvPr>
          <p:cNvPicPr>
            <a:picLocks noChangeAspect="1"/>
          </p:cNvPicPr>
          <p:nvPr/>
        </p:nvPicPr>
        <p:blipFill>
          <a:blip r:embed="rId2"/>
          <a:stretch>
            <a:fillRect/>
          </a:stretch>
        </p:blipFill>
        <p:spPr>
          <a:xfrm>
            <a:off x="0" y="-220091"/>
            <a:ext cx="12191999" cy="6858000"/>
          </a:xfrm>
          <a:prstGeom prst="rect">
            <a:avLst/>
          </a:prstGeom>
        </p:spPr>
      </p:pic>
    </p:spTree>
    <p:extLst>
      <p:ext uri="{BB962C8B-B14F-4D97-AF65-F5344CB8AC3E}">
        <p14:creationId xmlns:p14="http://schemas.microsoft.com/office/powerpoint/2010/main" val="48080825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4" name="Rectangle 23">
            <a:extLst>
              <a:ext uri="{FF2B5EF4-FFF2-40B4-BE49-F238E27FC236}">
                <a16:creationId xmlns:a16="http://schemas.microsoft.com/office/drawing/2014/main" id="{E009DD9B-5EE2-4C0D-8B2B-351C8C10220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Rectangle 25">
            <a:extLst>
              <a:ext uri="{FF2B5EF4-FFF2-40B4-BE49-F238E27FC236}">
                <a16:creationId xmlns:a16="http://schemas.microsoft.com/office/drawing/2014/main" id="{E720DB99-7745-4E75-9D96-AAB6D55C531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84504" y="464119"/>
            <a:ext cx="10222992" cy="80683"/>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6200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8" name="Rectangle 27">
            <a:extLst>
              <a:ext uri="{FF2B5EF4-FFF2-40B4-BE49-F238E27FC236}">
                <a16:creationId xmlns:a16="http://schemas.microsoft.com/office/drawing/2014/main" id="{D68803C4-E159-4360-B7BB-74205C8F782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84504" y="601952"/>
            <a:ext cx="10222992" cy="1385874"/>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30" name="Rectangle 29">
            <a:extLst>
              <a:ext uri="{FF2B5EF4-FFF2-40B4-BE49-F238E27FC236}">
                <a16:creationId xmlns:a16="http://schemas.microsoft.com/office/drawing/2014/main" id="{504B0465-3B07-49BF-BEA7-D8147624629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84504" y="2038655"/>
            <a:ext cx="10222992" cy="80683"/>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175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Title 1">
            <a:extLst>
              <a:ext uri="{FF2B5EF4-FFF2-40B4-BE49-F238E27FC236}">
                <a16:creationId xmlns:a16="http://schemas.microsoft.com/office/drawing/2014/main" id="{A8A677CF-2FBF-34AC-6824-52FB150FD722}"/>
              </a:ext>
            </a:extLst>
          </p:cNvPr>
          <p:cNvSpPr>
            <a:spLocks noGrp="1"/>
          </p:cNvSpPr>
          <p:nvPr>
            <p:ph type="title"/>
          </p:nvPr>
        </p:nvSpPr>
        <p:spPr>
          <a:xfrm>
            <a:off x="1069848" y="484632"/>
            <a:ext cx="10058400" cy="1609344"/>
          </a:xfrm>
        </p:spPr>
        <p:txBody>
          <a:bodyPr>
            <a:normAutofit/>
          </a:bodyPr>
          <a:lstStyle/>
          <a:p>
            <a:r>
              <a:rPr lang="en-US" dirty="0"/>
              <a:t>Semi-Formal</a:t>
            </a:r>
          </a:p>
        </p:txBody>
      </p:sp>
      <p:sp>
        <p:nvSpPr>
          <p:cNvPr id="3" name="Content Placeholder 2">
            <a:extLst>
              <a:ext uri="{FF2B5EF4-FFF2-40B4-BE49-F238E27FC236}">
                <a16:creationId xmlns:a16="http://schemas.microsoft.com/office/drawing/2014/main" id="{D22F50AE-0190-F23E-388C-20F51287E30C}"/>
              </a:ext>
            </a:extLst>
          </p:cNvPr>
          <p:cNvSpPr>
            <a:spLocks noGrp="1"/>
          </p:cNvSpPr>
          <p:nvPr>
            <p:ph idx="1"/>
          </p:nvPr>
        </p:nvSpPr>
        <p:spPr>
          <a:xfrm>
            <a:off x="1069848" y="2320412"/>
            <a:ext cx="10058400" cy="3851787"/>
          </a:xfrm>
        </p:spPr>
        <p:txBody>
          <a:bodyPr>
            <a:noAutofit/>
          </a:bodyPr>
          <a:lstStyle/>
          <a:p>
            <a:pPr algn="just"/>
            <a:r>
              <a:rPr lang="en-US" sz="2500" b="0" i="0" dirty="0">
                <a:effectLst/>
                <a:latin typeface="Lato Extended"/>
              </a:rPr>
              <a:t>This form includes those that, while appearing informal, have at least a partial formal basis. </a:t>
            </a:r>
          </a:p>
          <a:p>
            <a:pPr algn="just"/>
            <a:r>
              <a:rPr lang="en-US" sz="2500" b="0" i="0" dirty="0">
                <a:effectLst/>
                <a:latin typeface="Lato Extended"/>
              </a:rPr>
              <a:t>For example, many of the diagrams in the Unified Modeling Language (UML) or Systems Modeling Language (</a:t>
            </a:r>
            <a:r>
              <a:rPr lang="en-US" sz="2500" b="0" i="0" dirty="0" err="1">
                <a:effectLst/>
                <a:latin typeface="Lato Extended"/>
              </a:rPr>
              <a:t>SysML</a:t>
            </a:r>
            <a:r>
              <a:rPr lang="en-US" sz="2500" b="0" i="0" dirty="0">
                <a:effectLst/>
                <a:latin typeface="Lato Extended"/>
              </a:rPr>
              <a:t>) family of metamodeling languages including the use case diagram are semiformal or can be formalized.</a:t>
            </a:r>
          </a:p>
          <a:p>
            <a:pPr algn="just"/>
            <a:r>
              <a:rPr lang="en-US" sz="2500" b="0" i="0" dirty="0">
                <a:effectLst/>
                <a:latin typeface="Lato Extended"/>
              </a:rPr>
              <a:t>The UML is a set of modeling notations that are used in software and systems engineering requirements specification, design, systems analysis, and more. </a:t>
            </a:r>
          </a:p>
          <a:p>
            <a:pPr algn="just"/>
            <a:r>
              <a:rPr lang="en-US" sz="2500" b="0" i="0" dirty="0">
                <a:effectLst/>
                <a:latin typeface="Lato Extended"/>
              </a:rPr>
              <a:t>In this course, we will introduce a number UML diagrams at different phases of the development.</a:t>
            </a:r>
            <a:endParaRPr lang="en-US" sz="2500" dirty="0"/>
          </a:p>
        </p:txBody>
      </p:sp>
      <p:sp>
        <p:nvSpPr>
          <p:cNvPr id="32" name="Oval 31">
            <a:extLst>
              <a:ext uri="{FF2B5EF4-FFF2-40B4-BE49-F238E27FC236}">
                <a16:creationId xmlns:a16="http://schemas.microsoft.com/office/drawing/2014/main" id="{49B7FFA5-14CB-4A4F-9BCC-CA3AA5D9D27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401725" y="6229681"/>
            <a:ext cx="457200" cy="457200"/>
          </a:xfrm>
          <a:prstGeom prst="ellipse">
            <a:avLst/>
          </a:prstGeom>
          <a:blipFill dpi="0" rotWithShape="1">
            <a:blip r:embed="rId4">
              <a:duotone>
                <a:schemeClr val="accent1">
                  <a:shade val="45000"/>
                  <a:satMod val="135000"/>
                </a:schemeClr>
                <a:prstClr val="white"/>
              </a:duotone>
            </a:blip>
            <a:srcRect/>
            <a:tile tx="50800" ty="0" sx="85000" sy="85000" flip="none" algn="tl"/>
          </a:blipFill>
          <a:ln w="25400" cap="flat" cmpd="sng" algn="ctr">
            <a:noFill/>
            <a:prstDash val="solid"/>
          </a:ln>
          <a:effectLst/>
        </p:spPr>
        <p:txBody>
          <a:bodyPr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34" name="Oval 33">
            <a:extLst>
              <a:ext uri="{FF2B5EF4-FFF2-40B4-BE49-F238E27FC236}">
                <a16:creationId xmlns:a16="http://schemas.microsoft.com/office/drawing/2014/main" id="{04E48745-7512-4EC2-9E20-9092D12150C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430918" y="6258874"/>
            <a:ext cx="398813" cy="398815"/>
          </a:xfrm>
          <a:prstGeom prst="ellipse">
            <a:avLst/>
          </a:prstGeom>
          <a:noFill/>
          <a:ln w="12700" cap="flat" cmpd="sng" algn="ctr">
            <a:solidFill>
              <a:srgbClr val="FFFFFF"/>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sp>
        <p:nvSpPr>
          <p:cNvPr id="4" name="Slide Number Placeholder 3">
            <a:extLst>
              <a:ext uri="{FF2B5EF4-FFF2-40B4-BE49-F238E27FC236}">
                <a16:creationId xmlns:a16="http://schemas.microsoft.com/office/drawing/2014/main" id="{07FCDE4F-C67A-C1D4-58BA-8D0E777EB7B8}"/>
              </a:ext>
            </a:extLst>
          </p:cNvPr>
          <p:cNvSpPr>
            <a:spLocks noGrp="1"/>
          </p:cNvSpPr>
          <p:nvPr>
            <p:ph type="sldNum" sz="quarter" idx="12"/>
          </p:nvPr>
        </p:nvSpPr>
        <p:spPr>
          <a:xfrm>
            <a:off x="11311128" y="6272784"/>
            <a:ext cx="640080" cy="365125"/>
          </a:xfrm>
        </p:spPr>
        <p:txBody>
          <a:bodyPr>
            <a:normAutofit/>
          </a:bodyPr>
          <a:lstStyle/>
          <a:p>
            <a:pPr>
              <a:spcAft>
                <a:spcPts val="600"/>
              </a:spcAft>
            </a:pPr>
            <a:fld id="{4FAB73BC-B049-4115-A692-8D63A059BFB8}" type="slidenum">
              <a:rPr lang="en-US" smtClean="0"/>
              <a:pPr>
                <a:spcAft>
                  <a:spcPts val="600"/>
                </a:spcAft>
              </a:pPr>
              <a:t>10</a:t>
            </a:fld>
            <a:endParaRPr lang="en-US"/>
          </a:p>
        </p:txBody>
      </p:sp>
    </p:spTree>
    <p:extLst>
      <p:ext uri="{BB962C8B-B14F-4D97-AF65-F5344CB8AC3E}">
        <p14:creationId xmlns:p14="http://schemas.microsoft.com/office/powerpoint/2010/main" val="388156582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4" name="Rectangle 23">
            <a:extLst>
              <a:ext uri="{FF2B5EF4-FFF2-40B4-BE49-F238E27FC236}">
                <a16:creationId xmlns:a16="http://schemas.microsoft.com/office/drawing/2014/main" id="{E009DD9B-5EE2-4C0D-8B2B-351C8C10220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Rectangle 25">
            <a:extLst>
              <a:ext uri="{FF2B5EF4-FFF2-40B4-BE49-F238E27FC236}">
                <a16:creationId xmlns:a16="http://schemas.microsoft.com/office/drawing/2014/main" id="{E720DB99-7745-4E75-9D96-AAB6D55C531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84504" y="464119"/>
            <a:ext cx="10222992" cy="80683"/>
          </a:xfrm>
          <a:prstGeom prst="rect">
            <a:avLst/>
          </a:prstGeom>
          <a:blipFill dpi="0" rotWithShape="1">
            <a:blip r:embed="rId3">
              <a:alphaModFix amt="85000"/>
              <a:lum bright="70000" contrast="-70000"/>
              <a:extLst>
                <a:ext uri="{BEBA8EAE-BF5A-486C-A8C5-ECC9F3942E4B}">
                  <a14:imgProps xmlns:a14="http://schemas.microsoft.com/office/drawing/2010/main">
                    <a14:imgLayer r:embed="rId4">
                      <a14:imgEffect>
                        <a14:sharpenSoften amount="61000"/>
                      </a14:imgEffect>
                    </a14:imgLayer>
                  </a14:imgProps>
                </a:ext>
                <a:ext uri="{28A0092B-C50C-407E-A947-70E740481C1C}">
                  <a14:useLocalDpi xmlns:a14="http://schemas.microsoft.com/office/drawing/2010/main" val="0"/>
                </a:ext>
              </a:extLst>
            </a:blip>
            <a:srcRect/>
            <a:tile tx="0" ty="-76200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8" name="Rectangle 27">
            <a:extLst>
              <a:ext uri="{FF2B5EF4-FFF2-40B4-BE49-F238E27FC236}">
                <a16:creationId xmlns:a16="http://schemas.microsoft.com/office/drawing/2014/main" id="{D68803C4-E159-4360-B7BB-74205C8F782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84504" y="601952"/>
            <a:ext cx="10222992" cy="1385874"/>
          </a:xfrm>
          <a:prstGeom prst="rect">
            <a:avLst/>
          </a:prstGeom>
          <a:blipFill dpi="0" rotWithShape="1">
            <a:blip r:embed="rId3">
              <a:alphaModFix amt="85000"/>
              <a:lum bright="70000" contrast="-70000"/>
              <a:extLst>
                <a:ext uri="{BEBA8EAE-BF5A-486C-A8C5-ECC9F3942E4B}">
                  <a14:imgProps xmlns:a14="http://schemas.microsoft.com/office/drawing/2010/main">
                    <a14:imgLayer r:embed="rId4">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30" name="Rectangle 29">
            <a:extLst>
              <a:ext uri="{FF2B5EF4-FFF2-40B4-BE49-F238E27FC236}">
                <a16:creationId xmlns:a16="http://schemas.microsoft.com/office/drawing/2014/main" id="{504B0465-3B07-49BF-BEA7-D8147624629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84504" y="2038655"/>
            <a:ext cx="10222992" cy="80683"/>
          </a:xfrm>
          <a:prstGeom prst="rect">
            <a:avLst/>
          </a:prstGeom>
          <a:blipFill dpi="0" rotWithShape="1">
            <a:blip r:embed="rId3">
              <a:alphaModFix amt="85000"/>
              <a:lum bright="70000" contrast="-70000"/>
              <a:extLst>
                <a:ext uri="{BEBA8EAE-BF5A-486C-A8C5-ECC9F3942E4B}">
                  <a14:imgProps xmlns:a14="http://schemas.microsoft.com/office/drawing/2010/main">
                    <a14:imgLayer r:embed="rId4">
                      <a14:imgEffect>
                        <a14:sharpenSoften amount="61000"/>
                      </a14:imgEffect>
                    </a14:imgLayer>
                  </a14:imgProps>
                </a:ext>
                <a:ext uri="{28A0092B-C50C-407E-A947-70E740481C1C}">
                  <a14:useLocalDpi xmlns:a14="http://schemas.microsoft.com/office/drawing/2010/main" val="0"/>
                </a:ext>
              </a:extLst>
            </a:blip>
            <a:srcRect/>
            <a:tile tx="0" ty="-7175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Title 1">
            <a:extLst>
              <a:ext uri="{FF2B5EF4-FFF2-40B4-BE49-F238E27FC236}">
                <a16:creationId xmlns:a16="http://schemas.microsoft.com/office/drawing/2014/main" id="{0F5A9183-A4A3-6345-7B12-34DF472DFB55}"/>
              </a:ext>
            </a:extLst>
          </p:cNvPr>
          <p:cNvSpPr>
            <a:spLocks noGrp="1"/>
          </p:cNvSpPr>
          <p:nvPr>
            <p:ph type="title"/>
          </p:nvPr>
        </p:nvSpPr>
        <p:spPr>
          <a:xfrm>
            <a:off x="1069848" y="484632"/>
            <a:ext cx="10058400" cy="1609344"/>
          </a:xfrm>
        </p:spPr>
        <p:txBody>
          <a:bodyPr>
            <a:normAutofit/>
          </a:bodyPr>
          <a:lstStyle/>
          <a:p>
            <a:r>
              <a:rPr lang="en-US" dirty="0"/>
              <a:t>FORMAL</a:t>
            </a:r>
          </a:p>
        </p:txBody>
      </p:sp>
      <p:sp>
        <p:nvSpPr>
          <p:cNvPr id="3" name="Content Placeholder 2">
            <a:extLst>
              <a:ext uri="{FF2B5EF4-FFF2-40B4-BE49-F238E27FC236}">
                <a16:creationId xmlns:a16="http://schemas.microsoft.com/office/drawing/2014/main" id="{04C8E3A8-7D75-86BC-6A2F-560D556F2B0E}"/>
              </a:ext>
            </a:extLst>
          </p:cNvPr>
          <p:cNvSpPr>
            <a:spLocks noGrp="1"/>
          </p:cNvSpPr>
          <p:nvPr>
            <p:ph idx="1"/>
          </p:nvPr>
        </p:nvSpPr>
        <p:spPr>
          <a:xfrm>
            <a:off x="1069848" y="2320412"/>
            <a:ext cx="10058400" cy="3851787"/>
          </a:xfrm>
        </p:spPr>
        <p:txBody>
          <a:bodyPr>
            <a:normAutofit lnSpcReduction="10000"/>
          </a:bodyPr>
          <a:lstStyle/>
          <a:p>
            <a:pPr algn="just"/>
            <a:r>
              <a:rPr lang="en-US" b="0" i="0" dirty="0">
                <a:effectLst/>
                <a:latin typeface="Lato Extended"/>
              </a:rPr>
              <a:t>Formal notations such as Z and VDM rely on mathematical formalisms to represent requirements. </a:t>
            </a:r>
          </a:p>
          <a:p>
            <a:pPr algn="just"/>
            <a:r>
              <a:rPr lang="en-US" dirty="0">
                <a:latin typeface="Lato Extended"/>
              </a:rPr>
              <a:t>Based on set theory and first order predicate logic</a:t>
            </a:r>
            <a:endParaRPr lang="en-US" b="0" i="0" dirty="0">
              <a:effectLst/>
              <a:latin typeface="Lato Extended"/>
            </a:endParaRPr>
          </a:p>
          <a:p>
            <a:pPr marL="0" indent="0" algn="just">
              <a:buNone/>
            </a:pPr>
            <a:endParaRPr lang="en-US" b="0" i="0" dirty="0">
              <a:effectLst/>
              <a:latin typeface="Lato Extended"/>
            </a:endParaRPr>
          </a:p>
          <a:p>
            <a:pPr algn="just"/>
            <a:r>
              <a:rPr lang="en-US" b="0" i="0" dirty="0">
                <a:effectLst/>
                <a:latin typeface="Lato Extended"/>
              </a:rPr>
              <a:t>We won’t explore these further in this course.</a:t>
            </a:r>
            <a:endParaRPr lang="en-US" dirty="0"/>
          </a:p>
        </p:txBody>
      </p:sp>
      <p:sp>
        <p:nvSpPr>
          <p:cNvPr id="32" name="Oval 31">
            <a:extLst>
              <a:ext uri="{FF2B5EF4-FFF2-40B4-BE49-F238E27FC236}">
                <a16:creationId xmlns:a16="http://schemas.microsoft.com/office/drawing/2014/main" id="{49B7FFA5-14CB-4A4F-9BCC-CA3AA5D9D27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401725" y="6229681"/>
            <a:ext cx="457200" cy="457200"/>
          </a:xfrm>
          <a:prstGeom prst="ellipse">
            <a:avLst/>
          </a:prstGeom>
          <a:blipFill dpi="0" rotWithShape="1">
            <a:blip r:embed="rId5">
              <a:duotone>
                <a:schemeClr val="accent1">
                  <a:shade val="45000"/>
                  <a:satMod val="135000"/>
                </a:schemeClr>
                <a:prstClr val="white"/>
              </a:duotone>
            </a:blip>
            <a:srcRect/>
            <a:tile tx="50800" ty="0" sx="85000" sy="85000" flip="none" algn="tl"/>
          </a:blipFill>
          <a:ln w="25400" cap="flat" cmpd="sng" algn="ctr">
            <a:noFill/>
            <a:prstDash val="solid"/>
          </a:ln>
          <a:effectLst/>
        </p:spPr>
        <p:txBody>
          <a:bodyPr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34" name="Oval 33">
            <a:extLst>
              <a:ext uri="{FF2B5EF4-FFF2-40B4-BE49-F238E27FC236}">
                <a16:creationId xmlns:a16="http://schemas.microsoft.com/office/drawing/2014/main" id="{04E48745-7512-4EC2-9E20-9092D12150C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430918" y="6258874"/>
            <a:ext cx="398813" cy="398815"/>
          </a:xfrm>
          <a:prstGeom prst="ellipse">
            <a:avLst/>
          </a:prstGeom>
          <a:noFill/>
          <a:ln w="12700" cap="flat" cmpd="sng" algn="ctr">
            <a:solidFill>
              <a:srgbClr val="FFFFFF"/>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sp>
        <p:nvSpPr>
          <p:cNvPr id="4" name="Slide Number Placeholder 3">
            <a:extLst>
              <a:ext uri="{FF2B5EF4-FFF2-40B4-BE49-F238E27FC236}">
                <a16:creationId xmlns:a16="http://schemas.microsoft.com/office/drawing/2014/main" id="{5D2BBCD2-D50E-6FF0-EC04-5DACE9452D1E}"/>
              </a:ext>
            </a:extLst>
          </p:cNvPr>
          <p:cNvSpPr>
            <a:spLocks noGrp="1"/>
          </p:cNvSpPr>
          <p:nvPr>
            <p:ph type="sldNum" sz="quarter" idx="12"/>
          </p:nvPr>
        </p:nvSpPr>
        <p:spPr>
          <a:xfrm>
            <a:off x="11311128" y="6272784"/>
            <a:ext cx="640080" cy="365125"/>
          </a:xfrm>
        </p:spPr>
        <p:txBody>
          <a:bodyPr>
            <a:normAutofit/>
          </a:bodyPr>
          <a:lstStyle/>
          <a:p>
            <a:pPr>
              <a:spcAft>
                <a:spcPts val="600"/>
              </a:spcAft>
            </a:pPr>
            <a:fld id="{4FAB73BC-B049-4115-A692-8D63A059BFB8}" type="slidenum">
              <a:rPr lang="en-US" smtClean="0"/>
              <a:pPr>
                <a:spcAft>
                  <a:spcPts val="600"/>
                </a:spcAft>
              </a:pPr>
              <a:t>11</a:t>
            </a:fld>
            <a:endParaRPr lang="en-US"/>
          </a:p>
        </p:txBody>
      </p:sp>
    </p:spTree>
    <p:extLst>
      <p:ext uri="{BB962C8B-B14F-4D97-AF65-F5344CB8AC3E}">
        <p14:creationId xmlns:p14="http://schemas.microsoft.com/office/powerpoint/2010/main" val="58464677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3F91FB-92EC-0CAE-A6F9-F975D2879EA3}"/>
              </a:ext>
            </a:extLst>
          </p:cNvPr>
          <p:cNvSpPr>
            <a:spLocks noGrp="1"/>
          </p:cNvSpPr>
          <p:nvPr>
            <p:ph type="title"/>
          </p:nvPr>
        </p:nvSpPr>
        <p:spPr/>
        <p:txBody>
          <a:bodyPr/>
          <a:lstStyle/>
          <a:p>
            <a:r>
              <a:rPr lang="en-US" dirty="0"/>
              <a:t>VDM++ example</a:t>
            </a:r>
          </a:p>
        </p:txBody>
      </p:sp>
      <p:sp>
        <p:nvSpPr>
          <p:cNvPr id="3" name="Content Placeholder 2">
            <a:extLst>
              <a:ext uri="{FF2B5EF4-FFF2-40B4-BE49-F238E27FC236}">
                <a16:creationId xmlns:a16="http://schemas.microsoft.com/office/drawing/2014/main" id="{7F493EB5-3D84-455C-AE09-B09D201F8EAF}"/>
              </a:ext>
            </a:extLst>
          </p:cNvPr>
          <p:cNvSpPr>
            <a:spLocks noGrp="1"/>
          </p:cNvSpPr>
          <p:nvPr>
            <p:ph idx="1"/>
          </p:nvPr>
        </p:nvSpPr>
        <p:spPr>
          <a:xfrm>
            <a:off x="6096000" y="1989603"/>
            <a:ext cx="4058206" cy="4050792"/>
          </a:xfrm>
        </p:spPr>
        <p:txBody>
          <a:bodyPr>
            <a:normAutofit fontScale="40000" lnSpcReduction="20000"/>
          </a:bodyPr>
          <a:lstStyle/>
          <a:p>
            <a:pPr marL="0" indent="0">
              <a:buNone/>
            </a:pPr>
            <a:r>
              <a:rPr lang="en-US" dirty="0"/>
              <a:t>--  Withdraw money</a:t>
            </a:r>
            <a:br>
              <a:rPr lang="en-US" dirty="0"/>
            </a:br>
            <a:r>
              <a:rPr lang="en-US" dirty="0"/>
              <a:t>----------------------------------------------------</a:t>
            </a:r>
            <a:br>
              <a:rPr lang="en-US" dirty="0"/>
            </a:br>
            <a:r>
              <a:rPr lang="en-US" dirty="0"/>
              <a:t>public withdraw : real ==&gt; ()</a:t>
            </a:r>
            <a:br>
              <a:rPr lang="en-US" dirty="0"/>
            </a:br>
            <a:r>
              <a:rPr lang="en-US" dirty="0"/>
              <a:t>withdraw(amount) ==</a:t>
            </a:r>
            <a:br>
              <a:rPr lang="en-US" dirty="0"/>
            </a:br>
            <a:r>
              <a:rPr lang="en-US" dirty="0"/>
              <a:t>  balance := balance – amount</a:t>
            </a:r>
            <a:br>
              <a:rPr lang="en-US" dirty="0"/>
            </a:br>
            <a:r>
              <a:rPr lang="en-US" dirty="0"/>
              <a:t>pre  amount &gt; 0 and amount &lt;= balance</a:t>
            </a:r>
            <a:br>
              <a:rPr lang="en-US" dirty="0"/>
            </a:br>
            <a:r>
              <a:rPr lang="en-US" dirty="0"/>
              <a:t>post balance = old balance - amount;</a:t>
            </a:r>
            <a:br>
              <a:rPr lang="en-US" dirty="0"/>
            </a:br>
            <a:r>
              <a:rPr lang="en-US" dirty="0"/>
              <a:t>----------------------------------------------------</a:t>
            </a:r>
          </a:p>
          <a:p>
            <a:pPr marL="0" indent="0">
              <a:buNone/>
            </a:pPr>
            <a:r>
              <a:rPr lang="en-US" dirty="0"/>
              <a:t>--  Pure query function</a:t>
            </a:r>
            <a:br>
              <a:rPr lang="en-US" dirty="0"/>
            </a:br>
            <a:r>
              <a:rPr lang="en-US" dirty="0"/>
              <a:t>----------------------------------------------------</a:t>
            </a:r>
            <a:br>
              <a:rPr lang="en-US" dirty="0"/>
            </a:br>
            <a:r>
              <a:rPr lang="en-US" dirty="0"/>
              <a:t>functions</a:t>
            </a:r>
            <a:br>
              <a:rPr lang="en-US" dirty="0"/>
            </a:br>
            <a:r>
              <a:rPr lang="en-US" dirty="0"/>
              <a:t>public </a:t>
            </a:r>
            <a:r>
              <a:rPr lang="en-US" dirty="0" err="1"/>
              <a:t>getBalance</a:t>
            </a:r>
            <a:r>
              <a:rPr lang="en-US" dirty="0"/>
              <a:t> : () -&gt; real</a:t>
            </a:r>
            <a:br>
              <a:rPr lang="en-US" dirty="0"/>
            </a:br>
            <a:r>
              <a:rPr lang="en-US" dirty="0" err="1"/>
              <a:t>getBalance</a:t>
            </a:r>
            <a:r>
              <a:rPr lang="en-US" dirty="0"/>
              <a:t>() ==</a:t>
            </a:r>
            <a:br>
              <a:rPr lang="en-US" dirty="0"/>
            </a:br>
            <a:r>
              <a:rPr lang="en-US" dirty="0"/>
              <a:t>  balance;</a:t>
            </a:r>
            <a:br>
              <a:rPr lang="en-US" dirty="0"/>
            </a:br>
            <a:r>
              <a:rPr lang="en-US" dirty="0"/>
              <a:t>----------------------------------------------------</a:t>
            </a:r>
            <a:br>
              <a:rPr lang="en-US" dirty="0"/>
            </a:br>
            <a:r>
              <a:rPr lang="en-US" dirty="0"/>
              <a:t>--  Simple </a:t>
            </a:r>
            <a:r>
              <a:rPr lang="en-US" dirty="0" err="1"/>
              <a:t>synchronisation</a:t>
            </a:r>
            <a:r>
              <a:rPr lang="en-US" dirty="0"/>
              <a:t>: at most one</a:t>
            </a:r>
            <a:br>
              <a:rPr lang="en-US" dirty="0"/>
            </a:br>
            <a:r>
              <a:rPr lang="en-US" dirty="0"/>
              <a:t>--  withdraw or deposit may proceed at a time</a:t>
            </a:r>
            <a:br>
              <a:rPr lang="en-US" dirty="0"/>
            </a:br>
            <a:r>
              <a:rPr lang="en-US" dirty="0"/>
              <a:t>----------------------------------------------------</a:t>
            </a:r>
            <a:br>
              <a:rPr lang="en-US" dirty="0"/>
            </a:br>
            <a:r>
              <a:rPr lang="en-US" dirty="0"/>
              <a:t>sync</a:t>
            </a:r>
            <a:br>
              <a:rPr lang="en-US" dirty="0"/>
            </a:br>
            <a:r>
              <a:rPr lang="en-US" dirty="0"/>
              <a:t>  per withdraw =&gt; not busy;</a:t>
            </a:r>
            <a:br>
              <a:rPr lang="en-US" dirty="0"/>
            </a:br>
            <a:r>
              <a:rPr lang="en-US" dirty="0"/>
              <a:t>  per deposit  =&gt; not busy;</a:t>
            </a:r>
            <a:br>
              <a:rPr lang="en-US" dirty="0"/>
            </a:br>
            <a:r>
              <a:rPr lang="en-US" dirty="0"/>
              <a:t>values</a:t>
            </a:r>
            <a:br>
              <a:rPr lang="en-US" dirty="0"/>
            </a:br>
            <a:r>
              <a:rPr lang="en-US" dirty="0"/>
              <a:t>  busy : bool = false;</a:t>
            </a:r>
            <a:br>
              <a:rPr lang="en-US" dirty="0"/>
            </a:br>
            <a:r>
              <a:rPr lang="en-US" dirty="0"/>
              <a:t>end </a:t>
            </a:r>
            <a:r>
              <a:rPr lang="en-US" dirty="0" err="1"/>
              <a:t>BankAccount</a:t>
            </a:r>
            <a:endParaRPr lang="en-US" dirty="0"/>
          </a:p>
          <a:p>
            <a:pPr marL="0" indent="0">
              <a:buNone/>
            </a:pPr>
            <a:endParaRPr lang="en-US" dirty="0"/>
          </a:p>
        </p:txBody>
      </p:sp>
      <p:sp>
        <p:nvSpPr>
          <p:cNvPr id="4" name="Slide Number Placeholder 3">
            <a:extLst>
              <a:ext uri="{FF2B5EF4-FFF2-40B4-BE49-F238E27FC236}">
                <a16:creationId xmlns:a16="http://schemas.microsoft.com/office/drawing/2014/main" id="{40187735-0B7D-7921-E229-D959F41FC971}"/>
              </a:ext>
            </a:extLst>
          </p:cNvPr>
          <p:cNvSpPr>
            <a:spLocks noGrp="1"/>
          </p:cNvSpPr>
          <p:nvPr>
            <p:ph type="sldNum" sz="quarter" idx="12"/>
          </p:nvPr>
        </p:nvSpPr>
        <p:spPr/>
        <p:txBody>
          <a:bodyPr/>
          <a:lstStyle/>
          <a:p>
            <a:fld id="{4FAB73BC-B049-4115-A692-8D63A059BFB8}" type="slidenum">
              <a:rPr lang="en-US" smtClean="0"/>
              <a:pPr/>
              <a:t>12</a:t>
            </a:fld>
            <a:endParaRPr lang="en-US" dirty="0"/>
          </a:p>
        </p:txBody>
      </p:sp>
      <p:sp>
        <p:nvSpPr>
          <p:cNvPr id="5" name="Content Placeholder 2">
            <a:extLst>
              <a:ext uri="{FF2B5EF4-FFF2-40B4-BE49-F238E27FC236}">
                <a16:creationId xmlns:a16="http://schemas.microsoft.com/office/drawing/2014/main" id="{EA86C99A-6CA9-7795-72B7-10285E4FC873}"/>
              </a:ext>
            </a:extLst>
          </p:cNvPr>
          <p:cNvSpPr txBox="1">
            <a:spLocks/>
          </p:cNvSpPr>
          <p:nvPr/>
        </p:nvSpPr>
        <p:spPr>
          <a:xfrm>
            <a:off x="1209891" y="1989603"/>
            <a:ext cx="4058206" cy="4050792"/>
          </a:xfrm>
          <a:prstGeom prst="rect">
            <a:avLst/>
          </a:prstGeom>
        </p:spPr>
        <p:txBody>
          <a:bodyPr vert="horz" lIns="91440" tIns="45720" rIns="91440" bIns="45720" rtlCol="0">
            <a:normAutofit fontScale="25000" lnSpcReduction="20000"/>
          </a:bodyPr>
          <a:lstStyle>
            <a:lvl1pPr marL="363538" indent="-363538" algn="l" defTabSz="914400" rtl="0" eaLnBrk="1" latinLnBrk="0" hangingPunct="1">
              <a:lnSpc>
                <a:spcPct val="90000"/>
              </a:lnSpc>
              <a:spcBef>
                <a:spcPts val="1200"/>
              </a:spcBef>
              <a:buClr>
                <a:schemeClr val="accent1">
                  <a:lumMod val="75000"/>
                </a:schemeClr>
              </a:buClr>
              <a:buSzPct val="85000"/>
              <a:buFont typeface="Wingdings" pitchFamily="2" charset="2"/>
              <a:buChar char="§"/>
              <a:tabLst/>
              <a:defRPr sz="3600" kern="1200">
                <a:solidFill>
                  <a:schemeClr val="tx1"/>
                </a:solidFill>
                <a:latin typeface="+mn-lt"/>
                <a:ea typeface="+mn-ea"/>
                <a:cs typeface="+mn-cs"/>
              </a:defRPr>
            </a:lvl1pPr>
            <a:lvl2pPr marL="628650" indent="-354013"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tabLst/>
              <a:defRPr sz="3200" kern="1200">
                <a:solidFill>
                  <a:schemeClr val="tx1"/>
                </a:solidFill>
                <a:latin typeface="+mn-lt"/>
                <a:ea typeface="+mn-ea"/>
                <a:cs typeface="+mn-cs"/>
              </a:defRPr>
            </a:lvl2pPr>
            <a:lvl3pPr marL="893763" indent="-346075"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tabLst/>
              <a:defRPr sz="2800" kern="1200">
                <a:solidFill>
                  <a:schemeClr val="tx1"/>
                </a:solidFill>
                <a:latin typeface="+mn-lt"/>
                <a:ea typeface="+mn-ea"/>
                <a:cs typeface="+mn-cs"/>
              </a:defRPr>
            </a:lvl3pPr>
            <a:lvl4pPr marL="1158875" indent="-33655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tabLst/>
              <a:defRPr sz="2800" kern="1200">
                <a:solidFill>
                  <a:schemeClr val="tx1"/>
                </a:solidFill>
                <a:latin typeface="+mn-lt"/>
                <a:ea typeface="+mn-ea"/>
                <a:cs typeface="+mn-cs"/>
              </a:defRPr>
            </a:lvl4pPr>
            <a:lvl5pPr marL="1423988" indent="-327025"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tabLst/>
              <a:defRPr sz="2800" kern="1200">
                <a:solidFill>
                  <a:schemeClr val="tx1"/>
                </a:solidFill>
                <a:latin typeface="+mn-lt"/>
                <a:ea typeface="+mn-ea"/>
                <a:cs typeface="+mn-cs"/>
              </a:defRPr>
            </a:lvl5pPr>
            <a:lvl6pPr marL="1600000" indent="-22860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6pPr>
            <a:lvl7pPr marL="1900000" indent="-22860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7pPr>
            <a:lvl8pPr marL="2200000" indent="-22860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8pPr>
            <a:lvl9pPr marL="2500000" indent="-22860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9pPr>
          </a:lstStyle>
          <a:p>
            <a:pPr marL="0" indent="0">
              <a:buFont typeface="Wingdings" pitchFamily="2" charset="2"/>
              <a:buNone/>
            </a:pPr>
            <a:r>
              <a:rPr lang="en-US" sz="5600" dirty="0"/>
              <a:t>-- File</a:t>
            </a:r>
            <a:r>
              <a:rPr lang="en-US" dirty="0"/>
              <a:t>: </a:t>
            </a:r>
            <a:r>
              <a:rPr lang="en-US" sz="5600" dirty="0" err="1"/>
              <a:t>BankAccount.vdmpp</a:t>
            </a:r>
            <a:br>
              <a:rPr lang="en-US" sz="5600" dirty="0"/>
            </a:br>
            <a:br>
              <a:rPr lang="en-US" sz="5600" dirty="0"/>
            </a:br>
            <a:r>
              <a:rPr lang="en-US" sz="5600" dirty="0"/>
              <a:t>class </a:t>
            </a:r>
            <a:r>
              <a:rPr lang="en-US" sz="5600" dirty="0" err="1"/>
              <a:t>BankAccount</a:t>
            </a:r>
            <a:br>
              <a:rPr lang="en-US" sz="5600" dirty="0"/>
            </a:br>
            <a:r>
              <a:rPr lang="en-US" sz="5600" dirty="0"/>
              <a:t>instance Variables</a:t>
            </a:r>
            <a:br>
              <a:rPr lang="en-US" sz="5600" dirty="0"/>
            </a:br>
            <a:r>
              <a:rPr lang="en-US" sz="5600" dirty="0"/>
              <a:t>  balance : real := 0</a:t>
            </a:r>
            <a:br>
              <a:rPr lang="en-US" sz="5600" dirty="0"/>
            </a:br>
            <a:r>
              <a:rPr lang="en-US" sz="5600" dirty="0"/>
              <a:t>  owner   : seq of char;</a:t>
            </a:r>
          </a:p>
          <a:p>
            <a:pPr marL="0" indent="0">
              <a:buFont typeface="Wingdings" pitchFamily="2" charset="2"/>
              <a:buNone/>
            </a:pPr>
            <a:r>
              <a:rPr lang="en-US" sz="5600" dirty="0"/>
              <a:t>----------------------------------------------------------------</a:t>
            </a:r>
            <a:br>
              <a:rPr lang="en-US" sz="5600" dirty="0"/>
            </a:br>
            <a:r>
              <a:rPr lang="en-US" sz="5600" dirty="0"/>
              <a:t>--  Class invariant: a balance can never be negative</a:t>
            </a:r>
            <a:br>
              <a:rPr lang="en-US" sz="5600" dirty="0"/>
            </a:br>
            <a:r>
              <a:rPr lang="en-US" sz="5600" dirty="0"/>
              <a:t>----------------------------------------------------</a:t>
            </a:r>
            <a:br>
              <a:rPr lang="en-US" sz="5600" dirty="0"/>
            </a:br>
            <a:r>
              <a:rPr lang="en-US" sz="5600" dirty="0"/>
              <a:t>inv  (balance &gt;= 0)</a:t>
            </a:r>
            <a:br>
              <a:rPr lang="en-US" sz="5600" dirty="0"/>
            </a:br>
            <a:r>
              <a:rPr lang="en-US" sz="5600" dirty="0"/>
              <a:t>----------------------------------------------------</a:t>
            </a:r>
            <a:br>
              <a:rPr lang="en-US" sz="5600" dirty="0"/>
            </a:br>
            <a:r>
              <a:rPr lang="en-US" sz="5600" dirty="0"/>
              <a:t>--  Constructor: create an account with an owner name</a:t>
            </a:r>
            <a:br>
              <a:rPr lang="en-US" sz="5600" dirty="0"/>
            </a:br>
            <a:r>
              <a:rPr lang="en-US" sz="5600" dirty="0"/>
              <a:t>----------------------------------------------------</a:t>
            </a:r>
            <a:br>
              <a:rPr lang="en-US" sz="5600" dirty="0"/>
            </a:br>
            <a:r>
              <a:rPr lang="en-US" sz="5600" dirty="0"/>
              <a:t>operations</a:t>
            </a:r>
            <a:br>
              <a:rPr lang="en-US" sz="5600" dirty="0"/>
            </a:br>
            <a:br>
              <a:rPr lang="en-US" sz="5600" dirty="0"/>
            </a:br>
            <a:r>
              <a:rPr lang="en-US" sz="5600" dirty="0"/>
              <a:t>public </a:t>
            </a:r>
            <a:r>
              <a:rPr lang="en-US" sz="5600" dirty="0" err="1"/>
              <a:t>BankAccount</a:t>
            </a:r>
            <a:r>
              <a:rPr lang="en-US" sz="5600" dirty="0"/>
              <a:t> : seq of char ==&gt; </a:t>
            </a:r>
            <a:r>
              <a:rPr lang="en-US" sz="5600" dirty="0" err="1"/>
              <a:t>BankAccount</a:t>
            </a:r>
            <a:br>
              <a:rPr lang="en-US" sz="5600" dirty="0"/>
            </a:br>
            <a:r>
              <a:rPr lang="en-US" sz="5600" dirty="0" err="1"/>
              <a:t>BankAccount</a:t>
            </a:r>
            <a:r>
              <a:rPr lang="en-US" sz="5600" dirty="0"/>
              <a:t>(nm) ==</a:t>
            </a:r>
            <a:br>
              <a:rPr lang="en-US" sz="5600" dirty="0"/>
            </a:br>
            <a:r>
              <a:rPr lang="en-US" sz="5600" dirty="0"/>
              <a:t>  ( owner := nm;</a:t>
            </a:r>
            <a:br>
              <a:rPr lang="en-US" sz="5600" dirty="0"/>
            </a:br>
            <a:r>
              <a:rPr lang="en-US" sz="5600" dirty="0"/>
              <a:t>    balance := 0 )</a:t>
            </a:r>
            <a:br>
              <a:rPr lang="en-US" sz="5600" dirty="0"/>
            </a:br>
            <a:r>
              <a:rPr lang="en-US" sz="5600" dirty="0"/>
              <a:t>pre  nm &lt;&gt; []            -- non-empty name</a:t>
            </a:r>
            <a:br>
              <a:rPr lang="en-US" sz="5600" dirty="0"/>
            </a:br>
            <a:r>
              <a:rPr lang="en-US" sz="5600" dirty="0"/>
              <a:t>post owner = nm and balance = 0;</a:t>
            </a:r>
            <a:br>
              <a:rPr lang="en-US" sz="5600" dirty="0"/>
            </a:br>
            <a:r>
              <a:rPr lang="en-US" sz="5600" dirty="0"/>
              <a:t>----------------------------------------------------</a:t>
            </a:r>
            <a:br>
              <a:rPr lang="en-US" sz="5600" dirty="0"/>
            </a:br>
            <a:r>
              <a:rPr lang="en-US" sz="5600" dirty="0"/>
              <a:t>--  Deposit money</a:t>
            </a:r>
            <a:br>
              <a:rPr lang="en-US" sz="5600" dirty="0"/>
            </a:br>
            <a:r>
              <a:rPr lang="en-US" sz="5600" dirty="0"/>
              <a:t>----------------------------------------------------</a:t>
            </a:r>
            <a:br>
              <a:rPr lang="en-US" sz="5600" dirty="0"/>
            </a:br>
            <a:r>
              <a:rPr lang="en-US" sz="5600" dirty="0"/>
              <a:t>public deposit : real ==&gt; ()</a:t>
            </a:r>
            <a:br>
              <a:rPr lang="en-US" sz="5600" dirty="0"/>
            </a:br>
            <a:r>
              <a:rPr lang="en-US" sz="5600" dirty="0"/>
              <a:t>deposit(amount) ==</a:t>
            </a:r>
            <a:br>
              <a:rPr lang="en-US" sz="5600" dirty="0"/>
            </a:br>
            <a:r>
              <a:rPr lang="en-US" sz="5600" dirty="0"/>
              <a:t>  balance := balance + amount</a:t>
            </a:r>
            <a:br>
              <a:rPr lang="en-US" sz="5600" dirty="0"/>
            </a:br>
            <a:r>
              <a:rPr lang="en-US" sz="5600" dirty="0"/>
              <a:t>pre  amount &gt; 0</a:t>
            </a:r>
            <a:br>
              <a:rPr lang="en-US" sz="5600" dirty="0"/>
            </a:br>
            <a:r>
              <a:rPr lang="en-US" sz="5600" dirty="0"/>
              <a:t>post balance = old balance + amount;</a:t>
            </a:r>
            <a:br>
              <a:rPr lang="en-US" sz="5600" dirty="0"/>
            </a:br>
            <a:r>
              <a:rPr lang="en-US" sz="5600" dirty="0"/>
              <a:t>----------------------------------------------------</a:t>
            </a:r>
            <a:br>
              <a:rPr lang="en-US" dirty="0"/>
            </a:br>
            <a:endParaRPr lang="en-US" dirty="0"/>
          </a:p>
        </p:txBody>
      </p:sp>
    </p:spTree>
    <p:extLst>
      <p:ext uri="{BB962C8B-B14F-4D97-AF65-F5344CB8AC3E}">
        <p14:creationId xmlns:p14="http://schemas.microsoft.com/office/powerpoint/2010/main" val="23863495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3" name="Rectangle 22">
            <a:extLst>
              <a:ext uri="{FF2B5EF4-FFF2-40B4-BE49-F238E27FC236}">
                <a16:creationId xmlns:a16="http://schemas.microsoft.com/office/drawing/2014/main" id="{6753252F-4873-4F63-801D-CC719279A7D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rgbClr val="FFF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Rectangle 24">
            <a:extLst>
              <a:ext uri="{FF2B5EF4-FFF2-40B4-BE49-F238E27FC236}">
                <a16:creationId xmlns:a16="http://schemas.microsoft.com/office/drawing/2014/main" id="{047C8CCB-F95D-4249-92DD-651249D3535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2013557" cy="6858000"/>
          </a:xfrm>
          <a:prstGeom prst="rect">
            <a:avLst/>
          </a:prstGeom>
          <a:solidFill>
            <a:srgbClr val="7F7F7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640080" y="2074363"/>
            <a:ext cx="2752354" cy="2709275"/>
          </a:xfrm>
          <a:prstGeom prst="ellipse">
            <a:avLst/>
          </a:prstGeom>
          <a:solidFill>
            <a:srgbClr val="262626"/>
          </a:solidFill>
          <a:ln w="174625" cmpd="thinThick">
            <a:solidFill>
              <a:srgbClr val="262626"/>
            </a:solidFill>
          </a:ln>
        </p:spPr>
        <p:txBody>
          <a:bodyPr vert="horz" lIns="91440" tIns="45720" rIns="91440" bIns="45720" rtlCol="0" anchor="ctr">
            <a:normAutofit/>
          </a:bodyPr>
          <a:lstStyle/>
          <a:p>
            <a:pPr algn="ctr"/>
            <a:r>
              <a:rPr lang="en-US" sz="2200" kern="1200" dirty="0">
                <a:solidFill>
                  <a:srgbClr val="FFFFFF"/>
                </a:solidFill>
                <a:latin typeface="+mj-lt"/>
                <a:ea typeface="+mj-ea"/>
                <a:cs typeface="+mj-cs"/>
              </a:rPr>
              <a:t>Requirements Representation in practice</a:t>
            </a:r>
          </a:p>
        </p:txBody>
      </p:sp>
      <p:pic>
        <p:nvPicPr>
          <p:cNvPr id="5" name="Picture 4"/>
          <p:cNvPicPr>
            <a:picLocks noChangeAspect="1"/>
          </p:cNvPicPr>
          <p:nvPr/>
        </p:nvPicPr>
        <p:blipFill>
          <a:blip r:embed="rId2"/>
          <a:stretch>
            <a:fillRect/>
          </a:stretch>
        </p:blipFill>
        <p:spPr>
          <a:xfrm>
            <a:off x="3709297" y="112326"/>
            <a:ext cx="7831666" cy="5994843"/>
          </a:xfrm>
          <a:prstGeom prst="rect">
            <a:avLst/>
          </a:prstGeom>
        </p:spPr>
      </p:pic>
      <p:sp>
        <p:nvSpPr>
          <p:cNvPr id="4" name="Slide Number Placeholder 3"/>
          <p:cNvSpPr>
            <a:spLocks noGrp="1"/>
          </p:cNvSpPr>
          <p:nvPr>
            <p:ph type="sldNum" sz="quarter" idx="12"/>
          </p:nvPr>
        </p:nvSpPr>
        <p:spPr>
          <a:xfrm>
            <a:off x="11310257" y="6356350"/>
            <a:ext cx="560009" cy="365125"/>
          </a:xfrm>
        </p:spPr>
        <p:txBody>
          <a:bodyPr vert="horz" lIns="91440" tIns="45720" rIns="91440" bIns="45720" rtlCol="0">
            <a:normAutofit/>
          </a:bodyPr>
          <a:lstStyle/>
          <a:p>
            <a:pPr>
              <a:spcAft>
                <a:spcPts val="600"/>
              </a:spcAft>
              <a:defRPr/>
            </a:pPr>
            <a:fld id="{32D7D2C2-707B-4A46-9555-1B03A5CE72A9}" type="slidenum">
              <a:rPr lang="en-US">
                <a:solidFill>
                  <a:srgbClr val="898989"/>
                </a:solidFill>
              </a:rPr>
              <a:pPr>
                <a:spcAft>
                  <a:spcPts val="600"/>
                </a:spcAft>
                <a:defRPr/>
              </a:pPr>
              <a:t>13</a:t>
            </a:fld>
            <a:endParaRPr lang="en-US">
              <a:solidFill>
                <a:srgbClr val="898989"/>
              </a:solidFill>
            </a:endParaRPr>
          </a:p>
        </p:txBody>
      </p:sp>
      <p:sp>
        <p:nvSpPr>
          <p:cNvPr id="6" name="TextBox 5">
            <a:extLst>
              <a:ext uri="{FF2B5EF4-FFF2-40B4-BE49-F238E27FC236}">
                <a16:creationId xmlns:a16="http://schemas.microsoft.com/office/drawing/2014/main" id="{E6089543-9E9D-8632-026C-7FC235CC081C}"/>
              </a:ext>
            </a:extLst>
          </p:cNvPr>
          <p:cNvSpPr txBox="1"/>
          <p:nvPr/>
        </p:nvSpPr>
        <p:spPr>
          <a:xfrm>
            <a:off x="2328351" y="6079351"/>
            <a:ext cx="12191999" cy="276999"/>
          </a:xfrm>
          <a:prstGeom prst="rect">
            <a:avLst/>
          </a:prstGeom>
          <a:noFill/>
        </p:spPr>
        <p:txBody>
          <a:bodyPr wrap="square">
            <a:spAutoFit/>
          </a:bodyPr>
          <a:lstStyle/>
          <a:p>
            <a:r>
              <a:rPr lang="en-US" sz="1200" b="0" i="0" dirty="0">
                <a:solidFill>
                  <a:srgbClr val="222222"/>
                </a:solidFill>
                <a:effectLst/>
                <a:latin typeface="Arial" panose="020B0604020202020204" pitchFamily="34" charset="0"/>
              </a:rPr>
              <a:t>Kassab, M., &amp; Laplante, P. (2022). The current and evolving landscape of requirements engineering in practice. </a:t>
            </a:r>
            <a:r>
              <a:rPr lang="en-US" sz="1200" b="0" i="1" dirty="0">
                <a:solidFill>
                  <a:srgbClr val="222222"/>
                </a:solidFill>
                <a:effectLst/>
                <a:latin typeface="Arial" panose="020B0604020202020204" pitchFamily="34" charset="0"/>
              </a:rPr>
              <a:t>IEEE Software</a:t>
            </a:r>
            <a:r>
              <a:rPr lang="en-US" sz="1200" b="0" i="0" dirty="0">
                <a:solidFill>
                  <a:srgbClr val="222222"/>
                </a:solidFill>
                <a:effectLst/>
                <a:latin typeface="Arial" panose="020B0604020202020204" pitchFamily="34" charset="0"/>
              </a:rPr>
              <a:t>, </a:t>
            </a:r>
            <a:r>
              <a:rPr lang="en-US" sz="1200" b="0" i="1" dirty="0">
                <a:solidFill>
                  <a:srgbClr val="222222"/>
                </a:solidFill>
                <a:effectLst/>
                <a:latin typeface="Arial" panose="020B0604020202020204" pitchFamily="34" charset="0"/>
              </a:rPr>
              <a:t>39</a:t>
            </a:r>
            <a:r>
              <a:rPr lang="en-US" sz="1200" b="0" i="0" dirty="0">
                <a:solidFill>
                  <a:srgbClr val="222222"/>
                </a:solidFill>
                <a:effectLst/>
                <a:latin typeface="Arial" panose="020B0604020202020204" pitchFamily="34" charset="0"/>
              </a:rPr>
              <a:t>(5), 76-83.</a:t>
            </a:r>
            <a:endParaRPr lang="en-US" sz="1200" dirty="0"/>
          </a:p>
        </p:txBody>
      </p:sp>
    </p:spTree>
    <p:extLst>
      <p:ext uri="{BB962C8B-B14F-4D97-AF65-F5344CB8AC3E}">
        <p14:creationId xmlns:p14="http://schemas.microsoft.com/office/powerpoint/2010/main" val="8570404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E009DD9B-5EE2-4C0D-8B2B-351C8C10220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E720DB99-7745-4E75-9D96-AAB6D55C531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84504" y="464119"/>
            <a:ext cx="10222992" cy="80683"/>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6200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13" name="Rectangle 12">
            <a:extLst>
              <a:ext uri="{FF2B5EF4-FFF2-40B4-BE49-F238E27FC236}">
                <a16:creationId xmlns:a16="http://schemas.microsoft.com/office/drawing/2014/main" id="{D68803C4-E159-4360-B7BB-74205C8F782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84504" y="601952"/>
            <a:ext cx="10222992" cy="1385874"/>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15" name="Rectangle 14">
            <a:extLst>
              <a:ext uri="{FF2B5EF4-FFF2-40B4-BE49-F238E27FC236}">
                <a16:creationId xmlns:a16="http://schemas.microsoft.com/office/drawing/2014/main" id="{504B0465-3B07-49BF-BEA7-D8147624629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84504" y="2038655"/>
            <a:ext cx="10222992" cy="80683"/>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175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Title 1">
            <a:extLst>
              <a:ext uri="{FF2B5EF4-FFF2-40B4-BE49-F238E27FC236}">
                <a16:creationId xmlns:a16="http://schemas.microsoft.com/office/drawing/2014/main" id="{D1E65192-AC52-AA59-30A9-15B03D3C8FD2}"/>
              </a:ext>
            </a:extLst>
          </p:cNvPr>
          <p:cNvSpPr>
            <a:spLocks noGrp="1"/>
          </p:cNvSpPr>
          <p:nvPr>
            <p:ph type="title"/>
          </p:nvPr>
        </p:nvSpPr>
        <p:spPr>
          <a:xfrm>
            <a:off x="1069848" y="484632"/>
            <a:ext cx="10058400" cy="1609344"/>
          </a:xfrm>
        </p:spPr>
        <p:txBody>
          <a:bodyPr>
            <a:normAutofit/>
          </a:bodyPr>
          <a:lstStyle/>
          <a:p>
            <a:r>
              <a:rPr lang="en-US" dirty="0"/>
              <a:t>Our focus today…</a:t>
            </a:r>
          </a:p>
        </p:txBody>
      </p:sp>
      <p:sp>
        <p:nvSpPr>
          <p:cNvPr id="3" name="Content Placeholder 2">
            <a:extLst>
              <a:ext uri="{FF2B5EF4-FFF2-40B4-BE49-F238E27FC236}">
                <a16:creationId xmlns:a16="http://schemas.microsoft.com/office/drawing/2014/main" id="{3C1D27AF-24D0-9C8D-9E8D-793FFDDBE45E}"/>
              </a:ext>
            </a:extLst>
          </p:cNvPr>
          <p:cNvSpPr>
            <a:spLocks noGrp="1"/>
          </p:cNvSpPr>
          <p:nvPr>
            <p:ph idx="1"/>
          </p:nvPr>
        </p:nvSpPr>
        <p:spPr>
          <a:xfrm>
            <a:off x="1069848" y="2320412"/>
            <a:ext cx="10058400" cy="3851787"/>
          </a:xfrm>
        </p:spPr>
        <p:txBody>
          <a:bodyPr>
            <a:normAutofit fontScale="92500"/>
          </a:bodyPr>
          <a:lstStyle/>
          <a:p>
            <a:pPr algn="just"/>
            <a:r>
              <a:rPr lang="en-US" dirty="0"/>
              <a:t>In this lecture, we will focus more on informal representation of requirements.</a:t>
            </a:r>
          </a:p>
          <a:p>
            <a:pPr algn="just"/>
            <a:r>
              <a:rPr lang="en-US" dirty="0"/>
              <a:t>In particular, we will focus on requirements representation in the form of “</a:t>
            </a:r>
            <a:r>
              <a:rPr lang="en-US" b="1" i="1" dirty="0">
                <a:solidFill>
                  <a:schemeClr val="accent2"/>
                </a:solidFill>
              </a:rPr>
              <a:t>Shall Statements</a:t>
            </a:r>
            <a:r>
              <a:rPr lang="en-US" dirty="0"/>
              <a:t>” and “</a:t>
            </a:r>
            <a:r>
              <a:rPr lang="en-US" b="1" i="1" dirty="0">
                <a:solidFill>
                  <a:schemeClr val="accent2"/>
                </a:solidFill>
              </a:rPr>
              <a:t>Use Cases</a:t>
            </a:r>
            <a:r>
              <a:rPr lang="en-US" dirty="0"/>
              <a:t>”.</a:t>
            </a:r>
          </a:p>
          <a:p>
            <a:pPr algn="just"/>
            <a:r>
              <a:rPr lang="en-US" dirty="0"/>
              <a:t>You will use a combination of these formats moving forward in your assignments and project deliverables.</a:t>
            </a:r>
          </a:p>
          <a:p>
            <a:pPr algn="just"/>
            <a:endParaRPr lang="en-US" dirty="0"/>
          </a:p>
          <a:p>
            <a:pPr marL="0" indent="0" algn="just">
              <a:buNone/>
            </a:pPr>
            <a:endParaRPr lang="en-US" dirty="0"/>
          </a:p>
        </p:txBody>
      </p:sp>
      <p:sp>
        <p:nvSpPr>
          <p:cNvPr id="17" name="Oval 16">
            <a:extLst>
              <a:ext uri="{FF2B5EF4-FFF2-40B4-BE49-F238E27FC236}">
                <a16:creationId xmlns:a16="http://schemas.microsoft.com/office/drawing/2014/main" id="{49B7FFA5-14CB-4A4F-9BCC-CA3AA5D9D27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401725" y="6229681"/>
            <a:ext cx="457200" cy="457200"/>
          </a:xfrm>
          <a:prstGeom prst="ellipse">
            <a:avLst/>
          </a:prstGeom>
          <a:blipFill dpi="0" rotWithShape="1">
            <a:blip r:embed="rId4">
              <a:duotone>
                <a:schemeClr val="accent1">
                  <a:shade val="45000"/>
                  <a:satMod val="135000"/>
                </a:schemeClr>
                <a:prstClr val="white"/>
              </a:duotone>
            </a:blip>
            <a:srcRect/>
            <a:tile tx="50800" ty="0" sx="85000" sy="85000" flip="none" algn="tl"/>
          </a:blipFill>
          <a:ln w="25400" cap="flat" cmpd="sng" algn="ctr">
            <a:noFill/>
            <a:prstDash val="solid"/>
          </a:ln>
          <a:effectLst/>
        </p:spPr>
        <p:txBody>
          <a:bodyPr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19" name="Oval 18">
            <a:extLst>
              <a:ext uri="{FF2B5EF4-FFF2-40B4-BE49-F238E27FC236}">
                <a16:creationId xmlns:a16="http://schemas.microsoft.com/office/drawing/2014/main" id="{04E48745-7512-4EC2-9E20-9092D12150C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430918" y="6258874"/>
            <a:ext cx="398813" cy="398815"/>
          </a:xfrm>
          <a:prstGeom prst="ellipse">
            <a:avLst/>
          </a:prstGeom>
          <a:noFill/>
          <a:ln w="12700" cap="flat" cmpd="sng" algn="ctr">
            <a:solidFill>
              <a:srgbClr val="FFFFFF"/>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sp>
        <p:nvSpPr>
          <p:cNvPr id="4" name="Slide Number Placeholder 3">
            <a:extLst>
              <a:ext uri="{FF2B5EF4-FFF2-40B4-BE49-F238E27FC236}">
                <a16:creationId xmlns:a16="http://schemas.microsoft.com/office/drawing/2014/main" id="{D1106CFB-3057-E6D4-9529-62311919B2BF}"/>
              </a:ext>
            </a:extLst>
          </p:cNvPr>
          <p:cNvSpPr>
            <a:spLocks noGrp="1"/>
          </p:cNvSpPr>
          <p:nvPr>
            <p:ph type="sldNum" sz="quarter" idx="12"/>
          </p:nvPr>
        </p:nvSpPr>
        <p:spPr>
          <a:xfrm>
            <a:off x="11311128" y="6272784"/>
            <a:ext cx="640080" cy="365125"/>
          </a:xfrm>
        </p:spPr>
        <p:txBody>
          <a:bodyPr>
            <a:normAutofit/>
          </a:bodyPr>
          <a:lstStyle/>
          <a:p>
            <a:pPr>
              <a:spcAft>
                <a:spcPts val="600"/>
              </a:spcAft>
            </a:pPr>
            <a:fld id="{4FAB73BC-B049-4115-A692-8D63A059BFB8}" type="slidenum">
              <a:rPr lang="en-US" smtClean="0"/>
              <a:pPr>
                <a:spcAft>
                  <a:spcPts val="600"/>
                </a:spcAft>
              </a:pPr>
              <a:t>14</a:t>
            </a:fld>
            <a:endParaRPr lang="en-US"/>
          </a:p>
        </p:txBody>
      </p:sp>
    </p:spTree>
    <p:extLst>
      <p:ext uri="{BB962C8B-B14F-4D97-AF65-F5344CB8AC3E}">
        <p14:creationId xmlns:p14="http://schemas.microsoft.com/office/powerpoint/2010/main" val="71645214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A16E36F-2544-E38B-5A16-88B2D06A1F02}"/>
              </a:ext>
            </a:extLst>
          </p:cNvPr>
          <p:cNvSpPr>
            <a:spLocks noGrp="1"/>
          </p:cNvSpPr>
          <p:nvPr>
            <p:ph type="title"/>
          </p:nvPr>
        </p:nvSpPr>
        <p:spPr>
          <a:xfrm>
            <a:off x="359228" y="282614"/>
            <a:ext cx="10058400" cy="1609344"/>
          </a:xfrm>
        </p:spPr>
        <p:txBody>
          <a:bodyPr/>
          <a:lstStyle/>
          <a:p>
            <a:r>
              <a:rPr lang="en-US" dirty="0"/>
              <a:t>Shall statements for medical record system</a:t>
            </a:r>
          </a:p>
        </p:txBody>
      </p:sp>
      <p:sp>
        <p:nvSpPr>
          <p:cNvPr id="4" name="Slide Number Placeholder 3">
            <a:extLst>
              <a:ext uri="{FF2B5EF4-FFF2-40B4-BE49-F238E27FC236}">
                <a16:creationId xmlns:a16="http://schemas.microsoft.com/office/drawing/2014/main" id="{9563D939-52C5-71D7-C7E6-EB85623CD3C2}"/>
              </a:ext>
            </a:extLst>
          </p:cNvPr>
          <p:cNvSpPr>
            <a:spLocks noGrp="1"/>
          </p:cNvSpPr>
          <p:nvPr>
            <p:ph type="sldNum" sz="quarter" idx="12"/>
          </p:nvPr>
        </p:nvSpPr>
        <p:spPr/>
        <p:txBody>
          <a:bodyPr/>
          <a:lstStyle/>
          <a:p>
            <a:fld id="{4FAB73BC-B049-4115-A692-8D63A059BFB8}" type="slidenum">
              <a:rPr lang="en-US" smtClean="0"/>
              <a:pPr/>
              <a:t>15</a:t>
            </a:fld>
            <a:endParaRPr lang="en-US" dirty="0"/>
          </a:p>
        </p:txBody>
      </p:sp>
      <p:sp>
        <p:nvSpPr>
          <p:cNvPr id="5" name="Rectangle 1">
            <a:extLst>
              <a:ext uri="{FF2B5EF4-FFF2-40B4-BE49-F238E27FC236}">
                <a16:creationId xmlns:a16="http://schemas.microsoft.com/office/drawing/2014/main" id="{63777223-0FE6-4777-BD02-4A3ECC2F2F19}"/>
              </a:ext>
            </a:extLst>
          </p:cNvPr>
          <p:cNvSpPr>
            <a:spLocks noGrp="1" noChangeArrowheads="1"/>
          </p:cNvSpPr>
          <p:nvPr>
            <p:ph idx="1"/>
          </p:nvPr>
        </p:nvSpPr>
        <p:spPr bwMode="auto">
          <a:xfrm>
            <a:off x="359228" y="2231817"/>
            <a:ext cx="11962295" cy="34163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800" b="1" i="0" u="none" strike="noStrike" cap="none" normalizeH="0" baseline="0" dirty="0">
                <a:ln>
                  <a:noFill/>
                </a:ln>
                <a:solidFill>
                  <a:schemeClr val="accent2">
                    <a:lumMod val="75000"/>
                  </a:schemeClr>
                </a:solidFill>
                <a:effectLst/>
                <a:latin typeface="Arial" panose="020B0604020202020204" pitchFamily="34" charset="0"/>
              </a:rPr>
              <a:t>Patient Information Management:</a:t>
            </a:r>
            <a:endParaRPr kumimoji="0" lang="en-US" altLang="en-US" sz="1800" b="0" i="0" u="none" strike="noStrike" cap="none" normalizeH="0" baseline="0" dirty="0">
              <a:ln>
                <a:noFill/>
              </a:ln>
              <a:solidFill>
                <a:schemeClr val="accent2">
                  <a:lumMod val="75000"/>
                </a:schemeClr>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800" b="0" i="0" u="none" strike="noStrike" cap="none" normalizeH="0" baseline="0" dirty="0">
                <a:ln>
                  <a:noFill/>
                </a:ln>
                <a:solidFill>
                  <a:schemeClr val="tx1"/>
                </a:solidFill>
                <a:effectLst/>
                <a:latin typeface="Arial" panose="020B0604020202020204" pitchFamily="34" charset="0"/>
              </a:rPr>
              <a:t>The system </a:t>
            </a:r>
            <a:r>
              <a:rPr kumimoji="0" lang="en-US" altLang="en-US" sz="1800" b="1" i="0" u="none" strike="noStrike" cap="none" normalizeH="0" baseline="0" dirty="0">
                <a:ln>
                  <a:noFill/>
                </a:ln>
                <a:solidFill>
                  <a:schemeClr val="tx1"/>
                </a:solidFill>
                <a:effectLst/>
                <a:latin typeface="Arial" panose="020B0604020202020204" pitchFamily="34" charset="0"/>
              </a:rPr>
              <a:t>shall</a:t>
            </a:r>
            <a:r>
              <a:rPr kumimoji="0" lang="en-US" altLang="en-US" sz="1800" b="0" i="0" u="none" strike="noStrike" cap="none" normalizeH="0" baseline="0" dirty="0">
                <a:ln>
                  <a:noFill/>
                </a:ln>
                <a:solidFill>
                  <a:schemeClr val="tx1"/>
                </a:solidFill>
                <a:effectLst/>
                <a:latin typeface="Arial" panose="020B0604020202020204" pitchFamily="34" charset="0"/>
              </a:rPr>
              <a:t> allow authorized users to create, view, update, and delete patient records.</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800" b="0" i="0" u="none" strike="noStrike" cap="none" normalizeH="0" baseline="0" dirty="0">
                <a:ln>
                  <a:noFill/>
                </a:ln>
                <a:solidFill>
                  <a:schemeClr val="tx1"/>
                </a:solidFill>
                <a:effectLst/>
                <a:latin typeface="Arial" panose="020B0604020202020204" pitchFamily="34" charset="0"/>
              </a:rPr>
              <a:t>The system </a:t>
            </a:r>
            <a:r>
              <a:rPr kumimoji="0" lang="en-US" altLang="en-US" sz="1800" b="1" i="0" u="none" strike="noStrike" cap="none" normalizeH="0" baseline="0" dirty="0">
                <a:ln>
                  <a:noFill/>
                </a:ln>
                <a:solidFill>
                  <a:schemeClr val="tx1"/>
                </a:solidFill>
                <a:effectLst/>
                <a:latin typeface="Arial" panose="020B0604020202020204" pitchFamily="34" charset="0"/>
              </a:rPr>
              <a:t>shall</a:t>
            </a:r>
            <a:r>
              <a:rPr kumimoji="0" lang="en-US" altLang="en-US" sz="1800" b="0" i="0" u="none" strike="noStrike" cap="none" normalizeH="0" baseline="0" dirty="0">
                <a:ln>
                  <a:noFill/>
                </a:ln>
                <a:solidFill>
                  <a:schemeClr val="tx1"/>
                </a:solidFill>
                <a:effectLst/>
                <a:latin typeface="Arial" panose="020B0604020202020204" pitchFamily="34" charset="0"/>
              </a:rPr>
              <a:t> store patient information, including but not limited to personal details, medical history, medications, allergies, and treatment plans.</a:t>
            </a:r>
          </a:p>
          <a:p>
            <a:pPr marL="0" marR="0" lvl="0" indent="0" algn="l" defTabSz="914400" rtl="0" eaLnBrk="0" fontAlgn="base" latinLnBrk="0" hangingPunct="0">
              <a:lnSpc>
                <a:spcPct val="100000"/>
              </a:lnSpc>
              <a:spcBef>
                <a:spcPct val="0"/>
              </a:spcBef>
              <a:spcAft>
                <a:spcPct val="0"/>
              </a:spcAft>
              <a:buClrTx/>
              <a:buSzTx/>
              <a:buFontTx/>
              <a:buChar char="•"/>
              <a:tabLst/>
            </a:pPr>
            <a:endParaRPr lang="en-US" altLang="en-US" sz="1800" dirty="0">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Char char="•"/>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800" b="1" i="0" u="none" strike="noStrike" cap="none" normalizeH="0" baseline="0" dirty="0">
                <a:ln>
                  <a:noFill/>
                </a:ln>
                <a:solidFill>
                  <a:schemeClr val="accent2">
                    <a:lumMod val="75000"/>
                  </a:schemeClr>
                </a:solidFill>
                <a:effectLst/>
                <a:latin typeface="Arial" panose="020B0604020202020204" pitchFamily="34" charset="0"/>
              </a:rPr>
              <a:t>Access Control:</a:t>
            </a:r>
            <a:endParaRPr kumimoji="0" lang="en-US" altLang="en-US" sz="1800" b="0" i="0" u="none" strike="noStrike" cap="none" normalizeH="0" baseline="0" dirty="0">
              <a:ln>
                <a:noFill/>
              </a:ln>
              <a:solidFill>
                <a:schemeClr val="accent2">
                  <a:lumMod val="75000"/>
                </a:schemeClr>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800" b="0" i="0" u="none" strike="noStrike" cap="none" normalizeH="0" baseline="0" dirty="0">
                <a:ln>
                  <a:noFill/>
                </a:ln>
                <a:solidFill>
                  <a:schemeClr val="tx1"/>
                </a:solidFill>
                <a:effectLst/>
                <a:latin typeface="Arial" panose="020B0604020202020204" pitchFamily="34" charset="0"/>
              </a:rPr>
              <a:t>The system </a:t>
            </a:r>
            <a:r>
              <a:rPr kumimoji="0" lang="en-US" altLang="en-US" sz="1800" b="1" i="0" u="none" strike="noStrike" cap="none" normalizeH="0" baseline="0" dirty="0">
                <a:ln>
                  <a:noFill/>
                </a:ln>
                <a:solidFill>
                  <a:schemeClr val="tx1"/>
                </a:solidFill>
                <a:effectLst/>
                <a:latin typeface="Arial" panose="020B0604020202020204" pitchFamily="34" charset="0"/>
              </a:rPr>
              <a:t>shall</a:t>
            </a:r>
            <a:r>
              <a:rPr kumimoji="0" lang="en-US" altLang="en-US" sz="1800" b="0" i="0" u="none" strike="noStrike" cap="none" normalizeH="0" baseline="0" dirty="0">
                <a:ln>
                  <a:noFill/>
                </a:ln>
                <a:solidFill>
                  <a:schemeClr val="tx1"/>
                </a:solidFill>
                <a:effectLst/>
                <a:latin typeface="Arial" panose="020B0604020202020204" pitchFamily="34" charset="0"/>
              </a:rPr>
              <a:t> require users to authenticate using a username and password before accessing the system.</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800" b="0" i="0" u="none" strike="noStrike" cap="none" normalizeH="0" baseline="0" dirty="0">
                <a:ln>
                  <a:noFill/>
                </a:ln>
                <a:solidFill>
                  <a:schemeClr val="tx1"/>
                </a:solidFill>
                <a:effectLst/>
                <a:latin typeface="Arial" panose="020B0604020202020204" pitchFamily="34" charset="0"/>
              </a:rPr>
              <a:t>The system </a:t>
            </a:r>
            <a:r>
              <a:rPr kumimoji="0" lang="en-US" altLang="en-US" sz="1800" b="1" i="0" u="none" strike="noStrike" cap="none" normalizeH="0" baseline="0" dirty="0">
                <a:ln>
                  <a:noFill/>
                </a:ln>
                <a:solidFill>
                  <a:schemeClr val="tx1"/>
                </a:solidFill>
                <a:effectLst/>
                <a:latin typeface="Arial" panose="020B0604020202020204" pitchFamily="34" charset="0"/>
              </a:rPr>
              <a:t>shall</a:t>
            </a:r>
            <a:r>
              <a:rPr kumimoji="0" lang="en-US" altLang="en-US" sz="1800" b="0" i="0" u="none" strike="noStrike" cap="none" normalizeH="0" baseline="0" dirty="0">
                <a:ln>
                  <a:noFill/>
                </a:ln>
                <a:solidFill>
                  <a:schemeClr val="tx1"/>
                </a:solidFill>
                <a:effectLst/>
                <a:latin typeface="Arial" panose="020B0604020202020204" pitchFamily="34" charset="0"/>
              </a:rPr>
              <a:t> assign roles to users, with each role having specific permissions (e.g., administrator, physician, nurse).</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390593317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58CF9BD-558A-6A6E-8912-26A2656EAD15}"/>
              </a:ext>
            </a:extLst>
          </p:cNvPr>
          <p:cNvSpPr>
            <a:spLocks noGrp="1"/>
          </p:cNvSpPr>
          <p:nvPr>
            <p:ph type="title"/>
          </p:nvPr>
        </p:nvSpPr>
        <p:spPr>
          <a:xfrm>
            <a:off x="453158" y="144391"/>
            <a:ext cx="10058400" cy="1609344"/>
          </a:xfrm>
        </p:spPr>
        <p:txBody>
          <a:bodyPr/>
          <a:lstStyle/>
          <a:p>
            <a:r>
              <a:rPr lang="en-US" dirty="0"/>
              <a:t>Shall statements for medical record system</a:t>
            </a:r>
          </a:p>
        </p:txBody>
      </p:sp>
      <p:sp>
        <p:nvSpPr>
          <p:cNvPr id="3" name="Content Placeholder 2">
            <a:extLst>
              <a:ext uri="{FF2B5EF4-FFF2-40B4-BE49-F238E27FC236}">
                <a16:creationId xmlns:a16="http://schemas.microsoft.com/office/drawing/2014/main" id="{F418EB7F-9762-9DB5-9070-072E5A5C5EEC}"/>
              </a:ext>
            </a:extLst>
          </p:cNvPr>
          <p:cNvSpPr>
            <a:spLocks noGrp="1"/>
          </p:cNvSpPr>
          <p:nvPr>
            <p:ph idx="1"/>
          </p:nvPr>
        </p:nvSpPr>
        <p:spPr>
          <a:xfrm>
            <a:off x="453158" y="1967023"/>
            <a:ext cx="11498049" cy="4498318"/>
          </a:xfrm>
        </p:spPr>
        <p:txBody>
          <a:bodyPr>
            <a:normAutofit fontScale="55000" lnSpcReduction="20000"/>
          </a:bodyPr>
          <a:lstStyle/>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3600" b="1" i="0" u="none" strike="noStrike" cap="none" normalizeH="0" baseline="0" dirty="0">
                <a:ln>
                  <a:noFill/>
                </a:ln>
                <a:solidFill>
                  <a:schemeClr val="accent2">
                    <a:lumMod val="75000"/>
                  </a:schemeClr>
                </a:solidFill>
                <a:effectLst/>
                <a:latin typeface="Arial" panose="020B0604020202020204" pitchFamily="34" charset="0"/>
              </a:rPr>
              <a:t>Audit Trail:</a:t>
            </a:r>
            <a:endParaRPr kumimoji="0" lang="en-US" altLang="en-US" sz="3600" b="0" i="0" u="none" strike="noStrike" cap="none" normalizeH="0" baseline="0" dirty="0">
              <a:ln>
                <a:noFill/>
              </a:ln>
              <a:solidFill>
                <a:schemeClr val="accent2">
                  <a:lumMod val="75000"/>
                </a:schemeClr>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3600" b="0" i="0" u="none" strike="noStrike" cap="none" normalizeH="0" baseline="0" dirty="0">
                <a:ln>
                  <a:noFill/>
                </a:ln>
                <a:solidFill>
                  <a:schemeClr val="tx1"/>
                </a:solidFill>
                <a:effectLst/>
                <a:latin typeface="Arial" panose="020B0604020202020204" pitchFamily="34" charset="0"/>
              </a:rPr>
              <a:t>The system </a:t>
            </a:r>
            <a:r>
              <a:rPr kumimoji="0" lang="en-US" altLang="en-US" sz="3600" b="1" i="0" u="none" strike="noStrike" cap="none" normalizeH="0" baseline="0" dirty="0">
                <a:ln>
                  <a:noFill/>
                </a:ln>
                <a:solidFill>
                  <a:schemeClr val="tx1"/>
                </a:solidFill>
                <a:effectLst/>
                <a:latin typeface="Arial" panose="020B0604020202020204" pitchFamily="34" charset="0"/>
              </a:rPr>
              <a:t>shall</a:t>
            </a:r>
            <a:r>
              <a:rPr kumimoji="0" lang="en-US" altLang="en-US" sz="3600" b="0" i="0" u="none" strike="noStrike" cap="none" normalizeH="0" baseline="0" dirty="0">
                <a:ln>
                  <a:noFill/>
                </a:ln>
                <a:solidFill>
                  <a:schemeClr val="tx1"/>
                </a:solidFill>
                <a:effectLst/>
                <a:latin typeface="Arial" panose="020B0604020202020204" pitchFamily="34" charset="0"/>
              </a:rPr>
              <a:t> log all access and modifications to patient records, including the user ID, timestamp, and type of action performed.</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3600" b="0" i="0" u="none" strike="noStrike" cap="none" normalizeH="0" baseline="0" dirty="0">
                <a:ln>
                  <a:noFill/>
                </a:ln>
                <a:solidFill>
                  <a:schemeClr val="tx1"/>
                </a:solidFill>
                <a:effectLst/>
                <a:latin typeface="Arial" panose="020B0604020202020204" pitchFamily="34" charset="0"/>
              </a:rPr>
              <a:t>The system </a:t>
            </a:r>
            <a:r>
              <a:rPr kumimoji="0" lang="en-US" altLang="en-US" sz="3600" b="1" i="0" u="none" strike="noStrike" cap="none" normalizeH="0" baseline="0" dirty="0">
                <a:ln>
                  <a:noFill/>
                </a:ln>
                <a:solidFill>
                  <a:schemeClr val="tx1"/>
                </a:solidFill>
                <a:effectLst/>
                <a:latin typeface="Arial" panose="020B0604020202020204" pitchFamily="34" charset="0"/>
              </a:rPr>
              <a:t>shall</a:t>
            </a:r>
            <a:r>
              <a:rPr kumimoji="0" lang="en-US" altLang="en-US" sz="3600" b="0" i="0" u="none" strike="noStrike" cap="none" normalizeH="0" baseline="0" dirty="0">
                <a:ln>
                  <a:noFill/>
                </a:ln>
                <a:solidFill>
                  <a:schemeClr val="tx1"/>
                </a:solidFill>
                <a:effectLst/>
                <a:latin typeface="Arial" panose="020B0604020202020204" pitchFamily="34" charset="0"/>
              </a:rPr>
              <a:t> allow authorized users to view audit logs for compliance and monitoring purposes.</a:t>
            </a:r>
          </a:p>
          <a:p>
            <a:pPr marL="0" marR="0" lvl="0" indent="0" algn="l" defTabSz="914400" rtl="0" eaLnBrk="0" fontAlgn="base" latinLnBrk="0" hangingPunct="0">
              <a:lnSpc>
                <a:spcPct val="100000"/>
              </a:lnSpc>
              <a:spcBef>
                <a:spcPct val="0"/>
              </a:spcBef>
              <a:spcAft>
                <a:spcPct val="0"/>
              </a:spcAft>
              <a:buClrTx/>
              <a:buSzTx/>
              <a:buNone/>
              <a:tabLst/>
            </a:pPr>
            <a:endParaRPr kumimoji="0" lang="en-US" altLang="en-US" sz="3600" b="0"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3600" b="1" i="0" u="none" strike="noStrike" cap="none" normalizeH="0" baseline="0" dirty="0">
                <a:ln>
                  <a:noFill/>
                </a:ln>
                <a:solidFill>
                  <a:schemeClr val="accent2">
                    <a:lumMod val="75000"/>
                  </a:schemeClr>
                </a:solidFill>
                <a:effectLst/>
                <a:latin typeface="Arial" panose="020B0604020202020204" pitchFamily="34" charset="0"/>
              </a:rPr>
              <a:t>Data Security:</a:t>
            </a:r>
            <a:endParaRPr kumimoji="0" lang="en-US" altLang="en-US" sz="3600" b="0" i="0" u="none" strike="noStrike" cap="none" normalizeH="0" baseline="0" dirty="0">
              <a:ln>
                <a:noFill/>
              </a:ln>
              <a:solidFill>
                <a:schemeClr val="accent2">
                  <a:lumMod val="75000"/>
                </a:schemeClr>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3600" b="0" i="0" u="none" strike="noStrike" cap="none" normalizeH="0" baseline="0" dirty="0">
                <a:ln>
                  <a:noFill/>
                </a:ln>
                <a:solidFill>
                  <a:schemeClr val="tx1"/>
                </a:solidFill>
                <a:effectLst/>
                <a:latin typeface="Arial" panose="020B0604020202020204" pitchFamily="34" charset="0"/>
              </a:rPr>
              <a:t>The system </a:t>
            </a:r>
            <a:r>
              <a:rPr kumimoji="0" lang="en-US" altLang="en-US" sz="3600" b="1" i="0" u="none" strike="noStrike" cap="none" normalizeH="0" baseline="0" dirty="0">
                <a:ln>
                  <a:noFill/>
                </a:ln>
                <a:solidFill>
                  <a:schemeClr val="tx1"/>
                </a:solidFill>
                <a:effectLst/>
                <a:latin typeface="Arial" panose="020B0604020202020204" pitchFamily="34" charset="0"/>
              </a:rPr>
              <a:t>shall</a:t>
            </a:r>
            <a:r>
              <a:rPr kumimoji="0" lang="en-US" altLang="en-US" sz="3600" b="0" i="0" u="none" strike="noStrike" cap="none" normalizeH="0" baseline="0" dirty="0">
                <a:ln>
                  <a:noFill/>
                </a:ln>
                <a:solidFill>
                  <a:schemeClr val="tx1"/>
                </a:solidFill>
                <a:effectLst/>
                <a:latin typeface="Arial" panose="020B0604020202020204" pitchFamily="34" charset="0"/>
              </a:rPr>
              <a:t> encrypt patient data both in transit and at rest to ensure confidentiality.</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3600" b="0" i="0" u="none" strike="noStrike" cap="none" normalizeH="0" baseline="0" dirty="0">
                <a:ln>
                  <a:noFill/>
                </a:ln>
                <a:solidFill>
                  <a:schemeClr val="tx1"/>
                </a:solidFill>
                <a:effectLst/>
                <a:latin typeface="Arial" panose="020B0604020202020204" pitchFamily="34" charset="0"/>
              </a:rPr>
              <a:t>The system </a:t>
            </a:r>
            <a:r>
              <a:rPr kumimoji="0" lang="en-US" altLang="en-US" sz="3600" b="1" i="0" u="none" strike="noStrike" cap="none" normalizeH="0" baseline="0" dirty="0">
                <a:ln>
                  <a:noFill/>
                </a:ln>
                <a:solidFill>
                  <a:schemeClr val="tx1"/>
                </a:solidFill>
                <a:effectLst/>
                <a:latin typeface="Arial" panose="020B0604020202020204" pitchFamily="34" charset="0"/>
              </a:rPr>
              <a:t>shall</a:t>
            </a:r>
            <a:r>
              <a:rPr kumimoji="0" lang="en-US" altLang="en-US" sz="3600" b="0" i="0" u="none" strike="noStrike" cap="none" normalizeH="0" baseline="0" dirty="0">
                <a:ln>
                  <a:noFill/>
                </a:ln>
                <a:solidFill>
                  <a:schemeClr val="tx1"/>
                </a:solidFill>
                <a:effectLst/>
                <a:latin typeface="Arial" panose="020B0604020202020204" pitchFamily="34" charset="0"/>
              </a:rPr>
              <a:t> automatically lock user sessions after a period of inactivity to prevent unauthorized access.</a:t>
            </a:r>
          </a:p>
          <a:p>
            <a:pPr marL="0" marR="0" lvl="0" indent="0" algn="l" defTabSz="914400" rtl="0" eaLnBrk="0" fontAlgn="base" latinLnBrk="0" hangingPunct="0">
              <a:lnSpc>
                <a:spcPct val="100000"/>
              </a:lnSpc>
              <a:spcBef>
                <a:spcPct val="0"/>
              </a:spcBef>
              <a:spcAft>
                <a:spcPct val="0"/>
              </a:spcAft>
              <a:buClrTx/>
              <a:buSzTx/>
              <a:buNone/>
              <a:tabLst/>
            </a:pPr>
            <a:endParaRPr kumimoji="0" lang="en-US" altLang="en-US" sz="3600" b="0"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3600" b="1" i="0" u="none" strike="noStrike" cap="none" normalizeH="0" baseline="0" dirty="0">
                <a:ln>
                  <a:noFill/>
                </a:ln>
                <a:solidFill>
                  <a:schemeClr val="accent2">
                    <a:lumMod val="75000"/>
                  </a:schemeClr>
                </a:solidFill>
                <a:effectLst/>
                <a:latin typeface="Arial" panose="020B0604020202020204" pitchFamily="34" charset="0"/>
              </a:rPr>
              <a:t>Interoperability:</a:t>
            </a:r>
            <a:endParaRPr kumimoji="0" lang="en-US" altLang="en-US" sz="3600" b="0" i="0" u="none" strike="noStrike" cap="none" normalizeH="0" baseline="0" dirty="0">
              <a:ln>
                <a:noFill/>
              </a:ln>
              <a:solidFill>
                <a:schemeClr val="accent2">
                  <a:lumMod val="75000"/>
                </a:schemeClr>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3600" b="0" i="0" u="none" strike="noStrike" cap="none" normalizeH="0" baseline="0" dirty="0">
                <a:ln>
                  <a:noFill/>
                </a:ln>
                <a:solidFill>
                  <a:schemeClr val="tx1"/>
                </a:solidFill>
                <a:effectLst/>
                <a:latin typeface="Arial" panose="020B0604020202020204" pitchFamily="34" charset="0"/>
              </a:rPr>
              <a:t>The system </a:t>
            </a:r>
            <a:r>
              <a:rPr kumimoji="0" lang="en-US" altLang="en-US" sz="3600" b="1" i="0" u="none" strike="noStrike" cap="none" normalizeH="0" baseline="0" dirty="0">
                <a:ln>
                  <a:noFill/>
                </a:ln>
                <a:solidFill>
                  <a:schemeClr val="tx1"/>
                </a:solidFill>
                <a:effectLst/>
                <a:latin typeface="Arial" panose="020B0604020202020204" pitchFamily="34" charset="0"/>
              </a:rPr>
              <a:t>shall</a:t>
            </a:r>
            <a:r>
              <a:rPr kumimoji="0" lang="en-US" altLang="en-US" sz="3600" b="0" i="0" u="none" strike="noStrike" cap="none" normalizeH="0" baseline="0" dirty="0">
                <a:ln>
                  <a:noFill/>
                </a:ln>
                <a:solidFill>
                  <a:schemeClr val="tx1"/>
                </a:solidFill>
                <a:effectLst/>
                <a:latin typeface="Arial" panose="020B0604020202020204" pitchFamily="34" charset="0"/>
              </a:rPr>
              <a:t> support the exchange of patient information with other healthcare systems using HL7 or FHIR standards.</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3600" b="0" i="0" u="none" strike="noStrike" cap="none" normalizeH="0" baseline="0" dirty="0">
                <a:ln>
                  <a:noFill/>
                </a:ln>
                <a:solidFill>
                  <a:schemeClr val="tx1"/>
                </a:solidFill>
                <a:effectLst/>
                <a:latin typeface="Arial" panose="020B0604020202020204" pitchFamily="34" charset="0"/>
              </a:rPr>
              <a:t>The system </a:t>
            </a:r>
            <a:r>
              <a:rPr kumimoji="0" lang="en-US" altLang="en-US" sz="3600" b="1" i="0" u="none" strike="noStrike" cap="none" normalizeH="0" baseline="0" dirty="0">
                <a:ln>
                  <a:noFill/>
                </a:ln>
                <a:solidFill>
                  <a:schemeClr val="tx1"/>
                </a:solidFill>
                <a:effectLst/>
                <a:latin typeface="Arial" panose="020B0604020202020204" pitchFamily="34" charset="0"/>
              </a:rPr>
              <a:t>shall</a:t>
            </a:r>
            <a:r>
              <a:rPr kumimoji="0" lang="en-US" altLang="en-US" sz="3600" b="0" i="0" u="none" strike="noStrike" cap="none" normalizeH="0" baseline="0" dirty="0">
                <a:ln>
                  <a:noFill/>
                </a:ln>
                <a:solidFill>
                  <a:schemeClr val="tx1"/>
                </a:solidFill>
                <a:effectLst/>
                <a:latin typeface="Arial" panose="020B0604020202020204" pitchFamily="34" charset="0"/>
              </a:rPr>
              <a:t> allow the import and export of medical records in standard formats, such as XML or JSON.</a:t>
            </a:r>
          </a:p>
          <a:p>
            <a:endParaRPr lang="en-US" dirty="0"/>
          </a:p>
        </p:txBody>
      </p:sp>
      <p:sp>
        <p:nvSpPr>
          <p:cNvPr id="4" name="Slide Number Placeholder 3">
            <a:extLst>
              <a:ext uri="{FF2B5EF4-FFF2-40B4-BE49-F238E27FC236}">
                <a16:creationId xmlns:a16="http://schemas.microsoft.com/office/drawing/2014/main" id="{9983FCDE-65A6-88FA-136A-889FEAD50D49}"/>
              </a:ext>
            </a:extLst>
          </p:cNvPr>
          <p:cNvSpPr>
            <a:spLocks noGrp="1"/>
          </p:cNvSpPr>
          <p:nvPr>
            <p:ph type="sldNum" sz="quarter" idx="12"/>
          </p:nvPr>
        </p:nvSpPr>
        <p:spPr/>
        <p:txBody>
          <a:bodyPr/>
          <a:lstStyle/>
          <a:p>
            <a:fld id="{4FAB73BC-B049-4115-A692-8D63A059BFB8}" type="slidenum">
              <a:rPr lang="en-US" smtClean="0"/>
              <a:pPr/>
              <a:t>16</a:t>
            </a:fld>
            <a:endParaRPr lang="en-US" dirty="0"/>
          </a:p>
        </p:txBody>
      </p:sp>
    </p:spTree>
    <p:extLst>
      <p:ext uri="{BB962C8B-B14F-4D97-AF65-F5344CB8AC3E}">
        <p14:creationId xmlns:p14="http://schemas.microsoft.com/office/powerpoint/2010/main" val="70421849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1" name="Rectangle 10">
            <a:extLst>
              <a:ext uri="{FF2B5EF4-FFF2-40B4-BE49-F238E27FC236}">
                <a16:creationId xmlns:a16="http://schemas.microsoft.com/office/drawing/2014/main" id="{BACC6370-2D7E-4714-9D71-7542949D7D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256B2C21-A230-48C0-8DF1-C46611373C4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3847E18C-932D-4C95-AABA-FEC7C9499AD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3150CB11-0C61-439E-910F-5787759E72A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9" name="Freeform: Shape 18">
            <a:extLst>
              <a:ext uri="{FF2B5EF4-FFF2-40B4-BE49-F238E27FC236}">
                <a16:creationId xmlns:a16="http://schemas.microsoft.com/office/drawing/2014/main" id="{43F8A58B-5155-44CE-A5FF-7647B47D0A7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1" name="Rectangle 20">
            <a:extLst>
              <a:ext uri="{FF2B5EF4-FFF2-40B4-BE49-F238E27FC236}">
                <a16:creationId xmlns:a16="http://schemas.microsoft.com/office/drawing/2014/main" id="{443F2ACA-E6D6-4028-82DD-F03C262D5DE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5" y="1410079"/>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620115" y="1081041"/>
            <a:ext cx="3115265" cy="2396359"/>
          </a:xfrm>
        </p:spPr>
        <p:txBody>
          <a:bodyPr anchor="b">
            <a:normAutofit fontScale="90000"/>
          </a:bodyPr>
          <a:lstStyle/>
          <a:p>
            <a:pPr algn="r"/>
            <a:r>
              <a:rPr lang="en-US" sz="4000" b="1" dirty="0">
                <a:solidFill>
                  <a:srgbClr val="FFFFFF"/>
                </a:solidFill>
              </a:rPr>
              <a:t>What is wrong with these requirements?</a:t>
            </a:r>
          </a:p>
        </p:txBody>
      </p:sp>
      <p:sp>
        <p:nvSpPr>
          <p:cNvPr id="5" name="Slide Number Placeholder 4"/>
          <p:cNvSpPr>
            <a:spLocks noGrp="1"/>
          </p:cNvSpPr>
          <p:nvPr>
            <p:ph type="sldNum" sz="quarter" idx="12"/>
          </p:nvPr>
        </p:nvSpPr>
        <p:spPr>
          <a:xfrm>
            <a:off x="11704320" y="6455664"/>
            <a:ext cx="448056" cy="365125"/>
          </a:xfrm>
        </p:spPr>
        <p:txBody>
          <a:bodyPr>
            <a:normAutofit/>
          </a:bodyPr>
          <a:lstStyle/>
          <a:p>
            <a:pPr>
              <a:spcAft>
                <a:spcPts val="600"/>
              </a:spcAft>
              <a:defRPr/>
            </a:pPr>
            <a:fld id="{8C3B979E-D810-45CB-BB0A-EDCE524E644E}" type="slidenum">
              <a:rPr lang="en-US" sz="1100">
                <a:solidFill>
                  <a:schemeClr val="tx1">
                    <a:lumMod val="50000"/>
                    <a:lumOff val="50000"/>
                  </a:schemeClr>
                </a:solidFill>
              </a:rPr>
              <a:pPr>
                <a:spcAft>
                  <a:spcPts val="600"/>
                </a:spcAft>
                <a:defRPr/>
              </a:pPr>
              <a:t>17</a:t>
            </a:fld>
            <a:endParaRPr lang="en-US" sz="1100">
              <a:solidFill>
                <a:schemeClr val="tx1">
                  <a:lumMod val="50000"/>
                  <a:lumOff val="50000"/>
                </a:schemeClr>
              </a:solidFill>
            </a:endParaRPr>
          </a:p>
        </p:txBody>
      </p:sp>
      <p:graphicFrame>
        <p:nvGraphicFramePr>
          <p:cNvPr id="7" name="Content Placeholder 2">
            <a:extLst>
              <a:ext uri="{FF2B5EF4-FFF2-40B4-BE49-F238E27FC236}">
                <a16:creationId xmlns:a16="http://schemas.microsoft.com/office/drawing/2014/main" id="{84D86F68-83C7-BAF8-CF07-4084C29CA689}"/>
              </a:ext>
            </a:extLst>
          </p:cNvPr>
          <p:cNvGraphicFramePr>
            <a:graphicFrameLocks noGrp="1"/>
          </p:cNvGraphicFramePr>
          <p:nvPr>
            <p:ph idx="1"/>
            <p:extLst>
              <p:ext uri="{D42A27DB-BD31-4B8C-83A1-F6EECF244321}">
                <p14:modId xmlns:p14="http://schemas.microsoft.com/office/powerpoint/2010/main" val="2482749848"/>
              </p:ext>
            </p:extLst>
          </p:nvPr>
        </p:nvGraphicFramePr>
        <p:xfrm>
          <a:off x="4905052" y="750440"/>
          <a:ext cx="6666833" cy="545392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19484110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1" name="Rectangle 10">
            <a:extLst>
              <a:ext uri="{FF2B5EF4-FFF2-40B4-BE49-F238E27FC236}">
                <a16:creationId xmlns:a16="http://schemas.microsoft.com/office/drawing/2014/main" id="{BACC6370-2D7E-4714-9D71-7542949D7D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256B2C21-A230-48C0-8DF1-C46611373C4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3847E18C-932D-4C95-AABA-FEC7C9499AD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3150CB11-0C61-439E-910F-5787759E72A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9" name="Freeform: Shape 18">
            <a:extLst>
              <a:ext uri="{FF2B5EF4-FFF2-40B4-BE49-F238E27FC236}">
                <a16:creationId xmlns:a16="http://schemas.microsoft.com/office/drawing/2014/main" id="{43F8A58B-5155-44CE-A5FF-7647B47D0A7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1" name="Rectangle 20">
            <a:extLst>
              <a:ext uri="{FF2B5EF4-FFF2-40B4-BE49-F238E27FC236}">
                <a16:creationId xmlns:a16="http://schemas.microsoft.com/office/drawing/2014/main" id="{443F2ACA-E6D6-4028-82DD-F03C262D5DE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5" y="1410079"/>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586478" y="1683756"/>
            <a:ext cx="3115265" cy="2396359"/>
          </a:xfrm>
        </p:spPr>
        <p:txBody>
          <a:bodyPr anchor="b">
            <a:normAutofit/>
          </a:bodyPr>
          <a:lstStyle/>
          <a:p>
            <a:pPr algn="r"/>
            <a:r>
              <a:rPr lang="en-US" sz="4000">
                <a:solidFill>
                  <a:srgbClr val="FFFFFF"/>
                </a:solidFill>
              </a:rPr>
              <a:t>Problems with Requirements</a:t>
            </a:r>
          </a:p>
        </p:txBody>
      </p:sp>
      <p:sp>
        <p:nvSpPr>
          <p:cNvPr id="5" name="Slide Number Placeholder 4"/>
          <p:cNvSpPr>
            <a:spLocks noGrp="1"/>
          </p:cNvSpPr>
          <p:nvPr>
            <p:ph type="sldNum" sz="quarter" idx="12"/>
          </p:nvPr>
        </p:nvSpPr>
        <p:spPr>
          <a:xfrm>
            <a:off x="11704320" y="6455664"/>
            <a:ext cx="448056" cy="365125"/>
          </a:xfrm>
        </p:spPr>
        <p:txBody>
          <a:bodyPr>
            <a:normAutofit/>
          </a:bodyPr>
          <a:lstStyle/>
          <a:p>
            <a:pPr>
              <a:spcAft>
                <a:spcPts val="600"/>
              </a:spcAft>
              <a:defRPr/>
            </a:pPr>
            <a:fld id="{8C3B979E-D810-45CB-BB0A-EDCE524E644E}" type="slidenum">
              <a:rPr lang="en-US" sz="1100">
                <a:solidFill>
                  <a:schemeClr val="tx1">
                    <a:lumMod val="50000"/>
                    <a:lumOff val="50000"/>
                  </a:schemeClr>
                </a:solidFill>
              </a:rPr>
              <a:pPr>
                <a:spcAft>
                  <a:spcPts val="600"/>
                </a:spcAft>
                <a:defRPr/>
              </a:pPr>
              <a:t>18</a:t>
            </a:fld>
            <a:endParaRPr lang="en-US" sz="1100">
              <a:solidFill>
                <a:schemeClr val="tx1">
                  <a:lumMod val="50000"/>
                  <a:lumOff val="50000"/>
                </a:schemeClr>
              </a:solidFill>
            </a:endParaRPr>
          </a:p>
        </p:txBody>
      </p:sp>
      <p:graphicFrame>
        <p:nvGraphicFramePr>
          <p:cNvPr id="7" name="Content Placeholder 2">
            <a:extLst>
              <a:ext uri="{FF2B5EF4-FFF2-40B4-BE49-F238E27FC236}">
                <a16:creationId xmlns:a16="http://schemas.microsoft.com/office/drawing/2014/main" id="{1FC1C909-C845-507C-57E4-2A2B610A68DB}"/>
              </a:ext>
            </a:extLst>
          </p:cNvPr>
          <p:cNvGraphicFramePr>
            <a:graphicFrameLocks noGrp="1"/>
          </p:cNvGraphicFramePr>
          <p:nvPr>
            <p:ph idx="1"/>
            <p:extLst>
              <p:ext uri="{D42A27DB-BD31-4B8C-83A1-F6EECF244321}">
                <p14:modId xmlns:p14="http://schemas.microsoft.com/office/powerpoint/2010/main" val="2875453835"/>
              </p:ext>
            </p:extLst>
          </p:nvPr>
        </p:nvGraphicFramePr>
        <p:xfrm>
          <a:off x="4905052" y="750440"/>
          <a:ext cx="6666833" cy="545392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85885084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131084" name="Picture 131076" descr="A person reaching for a paper on a table full of paper and sticky notes">
            <a:extLst>
              <a:ext uri="{FF2B5EF4-FFF2-40B4-BE49-F238E27FC236}">
                <a16:creationId xmlns:a16="http://schemas.microsoft.com/office/drawing/2014/main" id="{7C4F7DEB-62D5-0055-ED95-B6054C2875C5}"/>
              </a:ext>
            </a:extLst>
          </p:cNvPr>
          <p:cNvPicPr>
            <a:picLocks noChangeAspect="1"/>
          </p:cNvPicPr>
          <p:nvPr/>
        </p:nvPicPr>
        <p:blipFill rotWithShape="1">
          <a:blip r:embed="rId2">
            <a:duotone>
              <a:prstClr val="black"/>
              <a:schemeClr val="tx2">
                <a:tint val="45000"/>
                <a:satMod val="400000"/>
              </a:schemeClr>
            </a:duotone>
          </a:blip>
          <a:srcRect t="8913" b="6817"/>
          <a:stretch/>
        </p:blipFill>
        <p:spPr>
          <a:xfrm>
            <a:off x="20" y="10"/>
            <a:ext cx="12191980" cy="6857990"/>
          </a:xfrm>
          <a:prstGeom prst="rect">
            <a:avLst/>
          </a:prstGeom>
        </p:spPr>
      </p:pic>
      <p:sp>
        <p:nvSpPr>
          <p:cNvPr id="131085" name="Rectangle 131080">
            <a:extLst>
              <a:ext uri="{FF2B5EF4-FFF2-40B4-BE49-F238E27FC236}">
                <a16:creationId xmlns:a16="http://schemas.microsoft.com/office/drawing/2014/main" id="{B4147794-66B7-4CDE-BC75-BBDC48B2FCE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559481" y="0"/>
            <a:ext cx="7718119" cy="6858000"/>
          </a:xfrm>
          <a:prstGeom prst="rect">
            <a:avLst/>
          </a:prstGeom>
          <a:solidFill>
            <a:schemeClr val="bg1">
              <a:alpha val="88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Century Schoolbook" panose="02040604050505020304"/>
              <a:ea typeface="+mn-ea"/>
              <a:cs typeface="+mn-cs"/>
            </a:endParaRPr>
          </a:p>
        </p:txBody>
      </p:sp>
      <p:sp>
        <p:nvSpPr>
          <p:cNvPr id="131074" name="Rectangle 2"/>
          <p:cNvSpPr>
            <a:spLocks noGrp="1" noChangeArrowheads="1"/>
          </p:cNvSpPr>
          <p:nvPr>
            <p:ph type="title"/>
          </p:nvPr>
        </p:nvSpPr>
        <p:spPr>
          <a:xfrm>
            <a:off x="3608437" y="0"/>
            <a:ext cx="7226711" cy="1828800"/>
          </a:xfrm>
        </p:spPr>
        <p:txBody>
          <a:bodyPr vert="horz" lIns="90487" tIns="44450" rIns="90487" bIns="44450" rtlCol="0" anchorCtr="0">
            <a:normAutofit/>
          </a:bodyPr>
          <a:lstStyle/>
          <a:p>
            <a:pPr eaLnBrk="1" hangingPunct="1">
              <a:defRPr/>
            </a:pPr>
            <a:r>
              <a:rPr lang="en-GB" sz="4800" dirty="0">
                <a:solidFill>
                  <a:schemeClr val="tx1">
                    <a:lumMod val="85000"/>
                    <a:lumOff val="15000"/>
                  </a:schemeClr>
                </a:solidFill>
              </a:rPr>
              <a:t>The Requirements Document</a:t>
            </a:r>
          </a:p>
        </p:txBody>
      </p:sp>
      <p:sp>
        <p:nvSpPr>
          <p:cNvPr id="131075" name="Rectangle 3"/>
          <p:cNvSpPr>
            <a:spLocks noGrp="1" noChangeArrowheads="1"/>
          </p:cNvSpPr>
          <p:nvPr>
            <p:ph type="body" idx="1"/>
          </p:nvPr>
        </p:nvSpPr>
        <p:spPr>
          <a:xfrm>
            <a:off x="3689382" y="1675513"/>
            <a:ext cx="7444625" cy="4969835"/>
          </a:xfrm>
        </p:spPr>
        <p:txBody>
          <a:bodyPr vert="horz" lIns="90487" tIns="44450" rIns="90487" bIns="44450" rtlCol="0">
            <a:noAutofit/>
          </a:bodyPr>
          <a:lstStyle/>
          <a:p>
            <a:pPr algn="just" eaLnBrk="1" hangingPunct="1">
              <a:defRPr/>
            </a:pPr>
            <a:r>
              <a:rPr lang="en-GB" sz="2400" dirty="0"/>
              <a:t>Is the official statement of what is required of the system developers</a:t>
            </a:r>
          </a:p>
          <a:p>
            <a:pPr algn="just" eaLnBrk="1" hangingPunct="1">
              <a:defRPr/>
            </a:pPr>
            <a:r>
              <a:rPr lang="en-GB" sz="2400" dirty="0"/>
              <a:t>It is a contract (and enforceable by law)!</a:t>
            </a:r>
          </a:p>
          <a:p>
            <a:pPr algn="just" eaLnBrk="1" hangingPunct="1">
              <a:defRPr/>
            </a:pPr>
            <a:r>
              <a:rPr lang="en-GB" sz="2400" dirty="0"/>
              <a:t>Should include both a definition and a specification of requirements</a:t>
            </a:r>
          </a:p>
          <a:p>
            <a:pPr algn="just" eaLnBrk="1" hangingPunct="1">
              <a:defRPr/>
            </a:pPr>
            <a:r>
              <a:rPr lang="en-GB" sz="2400" dirty="0"/>
              <a:t>It is NOT a design document. As far as possible, it should set of WHAT the system should do rather than HOW it should do it.</a:t>
            </a:r>
          </a:p>
          <a:p>
            <a:pPr algn="just" eaLnBrk="1" hangingPunct="1">
              <a:defRPr/>
            </a:pPr>
            <a:r>
              <a:rPr lang="en-GB" sz="2400" dirty="0"/>
              <a:t>There are many documentation formats</a:t>
            </a:r>
          </a:p>
          <a:p>
            <a:pPr algn="just" eaLnBrk="1" hangingPunct="1">
              <a:defRPr/>
            </a:pPr>
            <a:r>
              <a:rPr lang="en-GB" sz="2400" dirty="0"/>
              <a:t>There is no best documentation format – it all depends sponsor, on the situation, customer, application domain, etc.</a:t>
            </a:r>
          </a:p>
        </p:txBody>
      </p:sp>
      <p:sp>
        <p:nvSpPr>
          <p:cNvPr id="6" name="Slide Number Placeholder 5"/>
          <p:cNvSpPr>
            <a:spLocks noGrp="1"/>
          </p:cNvSpPr>
          <p:nvPr>
            <p:ph type="sldNum" sz="quarter" idx="12"/>
          </p:nvPr>
        </p:nvSpPr>
        <p:spPr>
          <a:xfrm>
            <a:off x="10615355" y="6356350"/>
            <a:ext cx="518652" cy="365125"/>
          </a:xfrm>
        </p:spPr>
        <p:txBody>
          <a:bodyPr>
            <a:normAutofit/>
          </a:bodyPr>
          <a:lstStyle/>
          <a:p>
            <a:pPr>
              <a:spcAft>
                <a:spcPts val="600"/>
              </a:spcAft>
              <a:defRPr/>
            </a:pPr>
            <a:fld id="{8D3458B8-C311-489C-AE6A-A687BA8C072E}" type="slidenum">
              <a:rPr lang="en-US">
                <a:solidFill>
                  <a:prstClr val="black">
                    <a:lumMod val="50000"/>
                    <a:lumOff val="50000"/>
                  </a:prstClr>
                </a:solidFill>
              </a:rPr>
              <a:pPr>
                <a:spcAft>
                  <a:spcPts val="600"/>
                </a:spcAft>
                <a:defRPr/>
              </a:pPr>
              <a:t>19</a:t>
            </a:fld>
            <a:endParaRPr lang="en-US">
              <a:solidFill>
                <a:prstClr val="black">
                  <a:lumMod val="50000"/>
                  <a:lumOff val="50000"/>
                </a:prstClr>
              </a:solidFill>
            </a:endParaRPr>
          </a:p>
        </p:txBody>
      </p:sp>
      <p:sp>
        <p:nvSpPr>
          <p:cNvPr id="131083" name="Rectangle 131082">
            <a:extLst>
              <a:ext uri="{FF2B5EF4-FFF2-40B4-BE49-F238E27FC236}">
                <a16:creationId xmlns:a16="http://schemas.microsoft.com/office/drawing/2014/main" id="{41202E79-1236-4DF8-9921-F47A0B079C1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277600" y="0"/>
            <a:ext cx="914400" cy="6858000"/>
          </a:xfrm>
          <a:prstGeom prst="rect">
            <a:avLst/>
          </a:prstGeom>
          <a:solidFill>
            <a:schemeClr val="tx1">
              <a:lumMod val="85000"/>
              <a:lumOff val="15000"/>
              <a:alpha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Tree>
    <p:extLst>
      <p:ext uri="{BB962C8B-B14F-4D97-AF65-F5344CB8AC3E}">
        <p14:creationId xmlns:p14="http://schemas.microsoft.com/office/powerpoint/2010/main" val="1478107464"/>
      </p:ext>
    </p:extLst>
  </p:cSld>
  <p:clrMapOvr>
    <a:masterClrMapping/>
  </p:clrMapOvr>
  <p:transition/>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5"/>
          <p:cNvSpPr>
            <a:spLocks noGrp="1"/>
          </p:cNvSpPr>
          <p:nvPr>
            <p:ph type="sldNum" sz="quarter" idx="12"/>
          </p:nvPr>
        </p:nvSpPr>
        <p:spPr>
          <a:xfrm>
            <a:off x="6728636" y="6356350"/>
            <a:ext cx="2743200" cy="365125"/>
          </a:xfrm>
        </p:spPr>
        <p:txBody>
          <a:bodyPr/>
          <a:lstStyle/>
          <a:p>
            <a:pPr>
              <a:defRPr/>
            </a:pPr>
            <a:fld id="{DE98E8B3-6DE7-4901-BE0F-21E9D434D0EA}" type="slidenum">
              <a:rPr lang="en-US"/>
              <a:pPr>
                <a:defRPr/>
              </a:pPr>
              <a:t>20</a:t>
            </a:fld>
            <a:endParaRPr lang="en-US"/>
          </a:p>
        </p:txBody>
      </p:sp>
      <p:sp>
        <p:nvSpPr>
          <p:cNvPr id="132098" name="Rectangle 2"/>
          <p:cNvSpPr>
            <a:spLocks noGrp="1" noChangeArrowheads="1"/>
          </p:cNvSpPr>
          <p:nvPr>
            <p:ph type="title"/>
          </p:nvPr>
        </p:nvSpPr>
        <p:spPr>
          <a:xfrm>
            <a:off x="251636" y="304800"/>
            <a:ext cx="8077200" cy="1143000"/>
          </a:xfrm>
        </p:spPr>
        <p:txBody>
          <a:bodyPr/>
          <a:lstStyle/>
          <a:p>
            <a:pPr eaLnBrk="1" hangingPunct="1">
              <a:defRPr/>
            </a:pPr>
            <a:r>
              <a:rPr lang="en-GB" sz="4300" dirty="0"/>
              <a:t>Users of a Requirements Document</a:t>
            </a:r>
            <a:endParaRPr lang="en-US" sz="4300" dirty="0"/>
          </a:p>
        </p:txBody>
      </p:sp>
      <p:sp>
        <p:nvSpPr>
          <p:cNvPr id="132099" name="Text Box 3"/>
          <p:cNvSpPr txBox="1">
            <a:spLocks noChangeArrowheads="1"/>
          </p:cNvSpPr>
          <p:nvPr/>
        </p:nvSpPr>
        <p:spPr bwMode="auto">
          <a:xfrm>
            <a:off x="4198162" y="1633538"/>
            <a:ext cx="3902075" cy="1079500"/>
          </a:xfrm>
          <a:prstGeom prst="rect">
            <a:avLst/>
          </a:prstGeom>
          <a:solidFill>
            <a:schemeClr val="bg1"/>
          </a:solidFill>
          <a:ln w="9525">
            <a:solidFill>
              <a:schemeClr val="tx1"/>
            </a:solidFill>
            <a:miter lim="800000"/>
            <a:headEnd/>
            <a:tailEnd/>
          </a:ln>
          <a:effectLst>
            <a:outerShdw dist="107763" dir="2700000" algn="ctr" rotWithShape="0">
              <a:schemeClr val="bg2"/>
            </a:outerShdw>
          </a:effectLst>
        </p:spPr>
        <p:txBody>
          <a:bodyPr>
            <a:spAutoFit/>
          </a:bodyPr>
          <a:lstStyle/>
          <a:p>
            <a:pPr eaLnBrk="1" hangingPunct="1">
              <a:defRPr/>
            </a:pPr>
            <a:r>
              <a:rPr lang="en-US" sz="1600">
                <a:latin typeface="Tahoma" pitchFamily="34" charset="0"/>
              </a:rPr>
              <a:t>Specify the requirements and read them to check that they meet their needs. They specify changes to the requirements</a:t>
            </a:r>
          </a:p>
        </p:txBody>
      </p:sp>
      <p:sp>
        <p:nvSpPr>
          <p:cNvPr id="132100" name="Text Box 4"/>
          <p:cNvSpPr txBox="1">
            <a:spLocks noChangeArrowheads="1"/>
          </p:cNvSpPr>
          <p:nvPr/>
        </p:nvSpPr>
        <p:spPr bwMode="auto">
          <a:xfrm>
            <a:off x="4198162" y="2901951"/>
            <a:ext cx="3902075" cy="835025"/>
          </a:xfrm>
          <a:prstGeom prst="rect">
            <a:avLst/>
          </a:prstGeom>
          <a:solidFill>
            <a:schemeClr val="bg1"/>
          </a:solidFill>
          <a:ln w="9525">
            <a:solidFill>
              <a:schemeClr val="tx1"/>
            </a:solidFill>
            <a:miter lim="800000"/>
            <a:headEnd/>
            <a:tailEnd/>
          </a:ln>
          <a:effectLst>
            <a:outerShdw dist="107763" dir="2700000" algn="ctr" rotWithShape="0">
              <a:schemeClr val="bg2"/>
            </a:outerShdw>
          </a:effectLst>
        </p:spPr>
        <p:txBody>
          <a:bodyPr>
            <a:spAutoFit/>
          </a:bodyPr>
          <a:lstStyle/>
          <a:p>
            <a:pPr eaLnBrk="1" hangingPunct="1">
              <a:defRPr/>
            </a:pPr>
            <a:r>
              <a:rPr lang="en-US" sz="1600">
                <a:latin typeface="Tahoma" pitchFamily="34" charset="0"/>
              </a:rPr>
              <a:t>Use the requirements document to plan a bid for the system and to plan the system development process</a:t>
            </a:r>
          </a:p>
        </p:txBody>
      </p:sp>
      <p:sp>
        <p:nvSpPr>
          <p:cNvPr id="132101" name="Text Box 5"/>
          <p:cNvSpPr txBox="1">
            <a:spLocks noChangeArrowheads="1"/>
          </p:cNvSpPr>
          <p:nvPr/>
        </p:nvSpPr>
        <p:spPr bwMode="auto">
          <a:xfrm>
            <a:off x="4198162" y="3925888"/>
            <a:ext cx="3902075" cy="590550"/>
          </a:xfrm>
          <a:prstGeom prst="rect">
            <a:avLst/>
          </a:prstGeom>
          <a:solidFill>
            <a:schemeClr val="bg1"/>
          </a:solidFill>
          <a:ln w="9525">
            <a:solidFill>
              <a:schemeClr val="tx1"/>
            </a:solidFill>
            <a:miter lim="800000"/>
            <a:headEnd/>
            <a:tailEnd/>
          </a:ln>
          <a:effectLst>
            <a:outerShdw dist="107763" dir="2700000" algn="ctr" rotWithShape="0">
              <a:schemeClr val="bg2"/>
            </a:outerShdw>
          </a:effectLst>
        </p:spPr>
        <p:txBody>
          <a:bodyPr>
            <a:spAutoFit/>
          </a:bodyPr>
          <a:lstStyle/>
          <a:p>
            <a:pPr eaLnBrk="1" hangingPunct="1">
              <a:defRPr/>
            </a:pPr>
            <a:r>
              <a:rPr lang="en-US" sz="1600">
                <a:latin typeface="Tahoma" pitchFamily="34" charset="0"/>
              </a:rPr>
              <a:t>Use the requirements to understand what system is to be developed</a:t>
            </a:r>
          </a:p>
        </p:txBody>
      </p:sp>
      <p:sp>
        <p:nvSpPr>
          <p:cNvPr id="132102" name="Text Box 6"/>
          <p:cNvSpPr txBox="1">
            <a:spLocks noChangeArrowheads="1"/>
          </p:cNvSpPr>
          <p:nvPr/>
        </p:nvSpPr>
        <p:spPr bwMode="auto">
          <a:xfrm>
            <a:off x="4198162" y="4705350"/>
            <a:ext cx="3902075" cy="590550"/>
          </a:xfrm>
          <a:prstGeom prst="rect">
            <a:avLst/>
          </a:prstGeom>
          <a:solidFill>
            <a:schemeClr val="bg1"/>
          </a:solidFill>
          <a:ln w="9525">
            <a:solidFill>
              <a:schemeClr val="tx1"/>
            </a:solidFill>
            <a:miter lim="800000"/>
            <a:headEnd/>
            <a:tailEnd/>
          </a:ln>
          <a:effectLst>
            <a:outerShdw dist="107763" dir="2700000" algn="ctr" rotWithShape="0">
              <a:schemeClr val="bg2"/>
            </a:outerShdw>
          </a:effectLst>
        </p:spPr>
        <p:txBody>
          <a:bodyPr>
            <a:spAutoFit/>
          </a:bodyPr>
          <a:lstStyle/>
          <a:p>
            <a:pPr eaLnBrk="1" hangingPunct="1">
              <a:defRPr/>
            </a:pPr>
            <a:r>
              <a:rPr lang="en-US" sz="1600">
                <a:latin typeface="Tahoma" pitchFamily="34" charset="0"/>
              </a:rPr>
              <a:t>Use the requirements to develop validation tests for the system</a:t>
            </a:r>
          </a:p>
        </p:txBody>
      </p:sp>
      <p:sp>
        <p:nvSpPr>
          <p:cNvPr id="132103" name="Text Box 7"/>
          <p:cNvSpPr txBox="1">
            <a:spLocks noChangeArrowheads="1"/>
          </p:cNvSpPr>
          <p:nvPr/>
        </p:nvSpPr>
        <p:spPr bwMode="auto">
          <a:xfrm>
            <a:off x="4198162" y="5486401"/>
            <a:ext cx="3902075" cy="835025"/>
          </a:xfrm>
          <a:prstGeom prst="rect">
            <a:avLst/>
          </a:prstGeom>
          <a:solidFill>
            <a:schemeClr val="bg1"/>
          </a:solidFill>
          <a:ln w="9525">
            <a:solidFill>
              <a:schemeClr val="tx1"/>
            </a:solidFill>
            <a:miter lim="800000"/>
            <a:headEnd/>
            <a:tailEnd/>
          </a:ln>
          <a:effectLst>
            <a:outerShdw dist="107763" dir="2700000" algn="ctr" rotWithShape="0">
              <a:schemeClr val="bg2"/>
            </a:outerShdw>
          </a:effectLst>
        </p:spPr>
        <p:txBody>
          <a:bodyPr>
            <a:spAutoFit/>
          </a:bodyPr>
          <a:lstStyle/>
          <a:p>
            <a:pPr eaLnBrk="1" hangingPunct="1">
              <a:defRPr/>
            </a:pPr>
            <a:r>
              <a:rPr lang="en-US" sz="1600">
                <a:latin typeface="Tahoma" pitchFamily="34" charset="0"/>
              </a:rPr>
              <a:t>Use the requirements to help understand the system and the relationship between its parts</a:t>
            </a:r>
          </a:p>
        </p:txBody>
      </p:sp>
      <p:sp>
        <p:nvSpPr>
          <p:cNvPr id="132104" name="Text Box 8"/>
          <p:cNvSpPr txBox="1">
            <a:spLocks noChangeArrowheads="1"/>
          </p:cNvSpPr>
          <p:nvPr/>
        </p:nvSpPr>
        <p:spPr bwMode="auto">
          <a:xfrm>
            <a:off x="404036" y="2000251"/>
            <a:ext cx="2743200" cy="346075"/>
          </a:xfrm>
          <a:prstGeom prst="rect">
            <a:avLst/>
          </a:prstGeom>
          <a:solidFill>
            <a:schemeClr val="bg1"/>
          </a:solidFill>
          <a:ln w="9525">
            <a:solidFill>
              <a:schemeClr val="tx1"/>
            </a:solidFill>
            <a:miter lim="800000"/>
            <a:headEnd/>
            <a:tailEnd/>
          </a:ln>
          <a:effectLst>
            <a:outerShdw dist="107763" dir="2700000" algn="ctr" rotWithShape="0">
              <a:schemeClr val="bg2"/>
            </a:outerShdw>
          </a:effectLst>
        </p:spPr>
        <p:txBody>
          <a:bodyPr>
            <a:spAutoFit/>
          </a:bodyPr>
          <a:lstStyle/>
          <a:p>
            <a:pPr algn="ctr" eaLnBrk="1" hangingPunct="1">
              <a:defRPr/>
            </a:pPr>
            <a:r>
              <a:rPr lang="en-US" sz="1600">
                <a:latin typeface="Tahoma" pitchFamily="34" charset="0"/>
              </a:rPr>
              <a:t>Customers</a:t>
            </a:r>
          </a:p>
        </p:txBody>
      </p:sp>
      <p:sp>
        <p:nvSpPr>
          <p:cNvPr id="132105" name="Text Box 9"/>
          <p:cNvSpPr txBox="1">
            <a:spLocks noChangeArrowheads="1"/>
          </p:cNvSpPr>
          <p:nvPr/>
        </p:nvSpPr>
        <p:spPr bwMode="auto">
          <a:xfrm>
            <a:off x="404036" y="3146426"/>
            <a:ext cx="2743200" cy="346075"/>
          </a:xfrm>
          <a:prstGeom prst="rect">
            <a:avLst/>
          </a:prstGeom>
          <a:solidFill>
            <a:schemeClr val="bg1"/>
          </a:solidFill>
          <a:ln w="9525">
            <a:solidFill>
              <a:schemeClr val="tx1"/>
            </a:solidFill>
            <a:miter lim="800000"/>
            <a:headEnd/>
            <a:tailEnd/>
          </a:ln>
          <a:effectLst>
            <a:outerShdw dist="107763" dir="2700000" algn="ctr" rotWithShape="0">
              <a:schemeClr val="bg2"/>
            </a:outerShdw>
          </a:effectLst>
        </p:spPr>
        <p:txBody>
          <a:bodyPr>
            <a:spAutoFit/>
          </a:bodyPr>
          <a:lstStyle/>
          <a:p>
            <a:pPr algn="ctr" eaLnBrk="1" hangingPunct="1">
              <a:defRPr/>
            </a:pPr>
            <a:r>
              <a:rPr lang="en-US" sz="1600">
                <a:latin typeface="Tahoma" pitchFamily="34" charset="0"/>
              </a:rPr>
              <a:t>Managers</a:t>
            </a:r>
          </a:p>
        </p:txBody>
      </p:sp>
      <p:sp>
        <p:nvSpPr>
          <p:cNvPr id="132106" name="Text Box 10"/>
          <p:cNvSpPr txBox="1">
            <a:spLocks noChangeArrowheads="1"/>
          </p:cNvSpPr>
          <p:nvPr/>
        </p:nvSpPr>
        <p:spPr bwMode="auto">
          <a:xfrm>
            <a:off x="404036" y="4048126"/>
            <a:ext cx="2743200" cy="346075"/>
          </a:xfrm>
          <a:prstGeom prst="rect">
            <a:avLst/>
          </a:prstGeom>
          <a:solidFill>
            <a:schemeClr val="bg1"/>
          </a:solidFill>
          <a:ln w="9525">
            <a:solidFill>
              <a:schemeClr val="tx1"/>
            </a:solidFill>
            <a:miter lim="800000"/>
            <a:headEnd/>
            <a:tailEnd/>
          </a:ln>
          <a:effectLst>
            <a:outerShdw dist="107763" dir="2700000" algn="ctr" rotWithShape="0">
              <a:schemeClr val="bg2"/>
            </a:outerShdw>
          </a:effectLst>
        </p:spPr>
        <p:txBody>
          <a:bodyPr>
            <a:spAutoFit/>
          </a:bodyPr>
          <a:lstStyle/>
          <a:p>
            <a:pPr algn="ctr" eaLnBrk="1" hangingPunct="1">
              <a:defRPr/>
            </a:pPr>
            <a:r>
              <a:rPr lang="en-US" sz="1600">
                <a:latin typeface="Tahoma" pitchFamily="34" charset="0"/>
              </a:rPr>
              <a:t>Developers</a:t>
            </a:r>
          </a:p>
        </p:txBody>
      </p:sp>
      <p:sp>
        <p:nvSpPr>
          <p:cNvPr id="132107" name="Text Box 11"/>
          <p:cNvSpPr txBox="1">
            <a:spLocks noChangeArrowheads="1"/>
          </p:cNvSpPr>
          <p:nvPr/>
        </p:nvSpPr>
        <p:spPr bwMode="auto">
          <a:xfrm>
            <a:off x="404036" y="4827589"/>
            <a:ext cx="2743200" cy="346075"/>
          </a:xfrm>
          <a:prstGeom prst="rect">
            <a:avLst/>
          </a:prstGeom>
          <a:solidFill>
            <a:schemeClr val="bg1"/>
          </a:solidFill>
          <a:ln w="9525">
            <a:solidFill>
              <a:schemeClr val="tx1"/>
            </a:solidFill>
            <a:miter lim="800000"/>
            <a:headEnd/>
            <a:tailEnd/>
          </a:ln>
          <a:effectLst>
            <a:outerShdw dist="107763" dir="2700000" algn="ctr" rotWithShape="0">
              <a:schemeClr val="bg2"/>
            </a:outerShdw>
          </a:effectLst>
        </p:spPr>
        <p:txBody>
          <a:bodyPr>
            <a:spAutoFit/>
          </a:bodyPr>
          <a:lstStyle/>
          <a:p>
            <a:pPr algn="ctr" eaLnBrk="1" hangingPunct="1">
              <a:defRPr/>
            </a:pPr>
            <a:r>
              <a:rPr lang="en-US" sz="1600">
                <a:latin typeface="Tahoma" pitchFamily="34" charset="0"/>
              </a:rPr>
              <a:t>Test engineers</a:t>
            </a:r>
          </a:p>
        </p:txBody>
      </p:sp>
      <p:sp>
        <p:nvSpPr>
          <p:cNvPr id="132108" name="Text Box 12"/>
          <p:cNvSpPr txBox="1">
            <a:spLocks noChangeArrowheads="1"/>
          </p:cNvSpPr>
          <p:nvPr/>
        </p:nvSpPr>
        <p:spPr bwMode="auto">
          <a:xfrm>
            <a:off x="404036" y="5608639"/>
            <a:ext cx="2743200" cy="346075"/>
          </a:xfrm>
          <a:prstGeom prst="rect">
            <a:avLst/>
          </a:prstGeom>
          <a:solidFill>
            <a:schemeClr val="bg1"/>
          </a:solidFill>
          <a:ln w="9525">
            <a:solidFill>
              <a:schemeClr val="tx1"/>
            </a:solidFill>
            <a:miter lim="800000"/>
            <a:headEnd/>
            <a:tailEnd/>
          </a:ln>
          <a:effectLst>
            <a:outerShdw dist="107763" dir="2700000" algn="ctr" rotWithShape="0">
              <a:schemeClr val="bg2"/>
            </a:outerShdw>
          </a:effectLst>
        </p:spPr>
        <p:txBody>
          <a:bodyPr>
            <a:spAutoFit/>
          </a:bodyPr>
          <a:lstStyle/>
          <a:p>
            <a:pPr algn="ctr" eaLnBrk="1" hangingPunct="1">
              <a:defRPr/>
            </a:pPr>
            <a:r>
              <a:rPr lang="en-US" sz="1600">
                <a:latin typeface="Tahoma" pitchFamily="34" charset="0"/>
              </a:rPr>
              <a:t>Maintenance engineers</a:t>
            </a:r>
          </a:p>
        </p:txBody>
      </p:sp>
      <p:grpSp>
        <p:nvGrpSpPr>
          <p:cNvPr id="2" name="Group 22"/>
          <p:cNvGrpSpPr>
            <a:grpSpLocks/>
          </p:cNvGrpSpPr>
          <p:nvPr/>
        </p:nvGrpSpPr>
        <p:grpSpPr bwMode="auto">
          <a:xfrm>
            <a:off x="8328836" y="136526"/>
            <a:ext cx="3863164" cy="6721474"/>
            <a:chOff x="1392" y="576"/>
            <a:chExt cx="3024" cy="3744"/>
          </a:xfrm>
        </p:grpSpPr>
        <p:sp>
          <p:nvSpPr>
            <p:cNvPr id="34832" name="AutoShape 18"/>
            <p:cNvSpPr>
              <a:spLocks noChangeArrowheads="1"/>
            </p:cNvSpPr>
            <p:nvPr/>
          </p:nvSpPr>
          <p:spPr bwMode="auto">
            <a:xfrm>
              <a:off x="1392" y="576"/>
              <a:ext cx="3024" cy="3744"/>
            </a:xfrm>
            <a:prstGeom prst="irregularSeal1">
              <a:avLst/>
            </a:prstGeom>
            <a:solidFill>
              <a:srgbClr val="FFFF00"/>
            </a:solidFill>
            <a:ln w="9525">
              <a:solidFill>
                <a:schemeClr val="tx1"/>
              </a:solidFill>
              <a:miter lim="800000"/>
              <a:headEnd/>
              <a:tailEnd/>
            </a:ln>
          </p:spPr>
          <p:txBody>
            <a:bodyPr wrap="none" anchor="ctr"/>
            <a:lstStyle/>
            <a:p>
              <a:endParaRPr lang="en-US"/>
            </a:p>
          </p:txBody>
        </p:sp>
        <p:grpSp>
          <p:nvGrpSpPr>
            <p:cNvPr id="34833" name="Group 21"/>
            <p:cNvGrpSpPr>
              <a:grpSpLocks/>
            </p:cNvGrpSpPr>
            <p:nvPr/>
          </p:nvGrpSpPr>
          <p:grpSpPr bwMode="auto">
            <a:xfrm>
              <a:off x="2160" y="1664"/>
              <a:ext cx="1464" cy="1286"/>
              <a:chOff x="2160" y="1664"/>
              <a:chExt cx="1464" cy="1286"/>
            </a:xfrm>
          </p:grpSpPr>
          <p:sp>
            <p:nvSpPr>
              <p:cNvPr id="34839" name="Text Box 19"/>
              <p:cNvSpPr txBox="1">
                <a:spLocks noChangeArrowheads="1"/>
              </p:cNvSpPr>
              <p:nvPr/>
            </p:nvSpPr>
            <p:spPr bwMode="auto">
              <a:xfrm>
                <a:off x="2160" y="1680"/>
                <a:ext cx="1392" cy="231"/>
              </a:xfrm>
              <a:prstGeom prst="rect">
                <a:avLst/>
              </a:prstGeom>
              <a:noFill/>
              <a:ln w="9525">
                <a:noFill/>
                <a:miter lim="800000"/>
                <a:headEnd/>
                <a:tailEnd/>
              </a:ln>
            </p:spPr>
            <p:txBody>
              <a:bodyPr>
                <a:spAutoFit/>
              </a:bodyPr>
              <a:lstStyle/>
              <a:p>
                <a:pPr>
                  <a:spcBef>
                    <a:spcPct val="50000"/>
                  </a:spcBef>
                </a:pPr>
                <a:endParaRPr lang="en-US"/>
              </a:p>
            </p:txBody>
          </p:sp>
          <p:sp>
            <p:nvSpPr>
              <p:cNvPr id="34840" name="Text Box 20"/>
              <p:cNvSpPr txBox="1">
                <a:spLocks noChangeArrowheads="1"/>
              </p:cNvSpPr>
              <p:nvPr/>
            </p:nvSpPr>
            <p:spPr bwMode="auto">
              <a:xfrm>
                <a:off x="2184" y="1664"/>
                <a:ext cx="1440" cy="1286"/>
              </a:xfrm>
              <a:prstGeom prst="rect">
                <a:avLst/>
              </a:prstGeom>
              <a:noFill/>
              <a:ln w="9525">
                <a:noFill/>
                <a:miter lim="800000"/>
                <a:headEnd/>
                <a:tailEnd/>
              </a:ln>
            </p:spPr>
            <p:txBody>
              <a:bodyPr>
                <a:spAutoFit/>
              </a:bodyPr>
              <a:lstStyle/>
              <a:p>
                <a:pPr algn="ctr">
                  <a:spcBef>
                    <a:spcPct val="50000"/>
                  </a:spcBef>
                </a:pPr>
                <a:r>
                  <a:rPr lang="en-US" sz="1600" dirty="0">
                    <a:solidFill>
                      <a:schemeClr val="tx2">
                        <a:lumMod val="75000"/>
                      </a:schemeClr>
                    </a:solidFill>
                  </a:rPr>
                  <a:t>Don’t forget lawyers, judges, plaintiffs, juries, district attorneys, arbiters, mediators, etc., who will view the SRS as a legal document in the event of disputes.</a:t>
                </a:r>
              </a:p>
            </p:txBody>
          </p:sp>
        </p:grpSp>
      </p:grpSp>
    </p:spTree>
    <p:extLst>
      <p:ext uri="{BB962C8B-B14F-4D97-AF65-F5344CB8AC3E}">
        <p14:creationId xmlns:p14="http://schemas.microsoft.com/office/powerpoint/2010/main" val="32317074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ntr" presetSubtype="1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blinds(horizontal)">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6" name="Rectangle 15">
            <a:extLst>
              <a:ext uri="{FF2B5EF4-FFF2-40B4-BE49-F238E27FC236}">
                <a16:creationId xmlns:a16="http://schemas.microsoft.com/office/drawing/2014/main" id="{45D37F4E-DDB4-456B-97E0-9937730A039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243C513B-EFC3-1A8D-8D16-4C33E290FA39}"/>
              </a:ext>
            </a:extLst>
          </p:cNvPr>
          <p:cNvSpPr>
            <a:spLocks noGrp="1"/>
          </p:cNvSpPr>
          <p:nvPr>
            <p:ph type="title"/>
          </p:nvPr>
        </p:nvSpPr>
        <p:spPr>
          <a:xfrm>
            <a:off x="572493" y="238539"/>
            <a:ext cx="11018520" cy="1434415"/>
          </a:xfrm>
        </p:spPr>
        <p:txBody>
          <a:bodyPr anchor="b">
            <a:normAutofit/>
          </a:bodyPr>
          <a:lstStyle/>
          <a:p>
            <a:r>
              <a:rPr lang="en-US" sz="5400" dirty="0"/>
              <a:t>ISO/IEC/IEEE Standard 29148</a:t>
            </a:r>
          </a:p>
        </p:txBody>
      </p:sp>
      <p:sp>
        <p:nvSpPr>
          <p:cNvPr id="18" name="sketchy line">
            <a:extLst>
              <a:ext uri="{FF2B5EF4-FFF2-40B4-BE49-F238E27FC236}">
                <a16:creationId xmlns:a16="http://schemas.microsoft.com/office/drawing/2014/main" id="{B2DD41CD-8F47-4F56-AD12-4E2FF769698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72493" y="1681544"/>
            <a:ext cx="10972800" cy="18288"/>
          </a:xfrm>
          <a:custGeom>
            <a:avLst/>
            <a:gdLst>
              <a:gd name="connsiteX0" fmla="*/ 0 w 10972800"/>
              <a:gd name="connsiteY0" fmla="*/ 0 h 18288"/>
              <a:gd name="connsiteX1" fmla="*/ 356616 w 10972800"/>
              <a:gd name="connsiteY1" fmla="*/ 0 h 18288"/>
              <a:gd name="connsiteX2" fmla="*/ 1042416 w 10972800"/>
              <a:gd name="connsiteY2" fmla="*/ 0 h 18288"/>
              <a:gd name="connsiteX3" fmla="*/ 1947672 w 10972800"/>
              <a:gd name="connsiteY3" fmla="*/ 0 h 18288"/>
              <a:gd name="connsiteX4" fmla="*/ 2633472 w 10972800"/>
              <a:gd name="connsiteY4" fmla="*/ 0 h 18288"/>
              <a:gd name="connsiteX5" fmla="*/ 2990088 w 10972800"/>
              <a:gd name="connsiteY5" fmla="*/ 0 h 18288"/>
              <a:gd name="connsiteX6" fmla="*/ 3456432 w 10972800"/>
              <a:gd name="connsiteY6" fmla="*/ 0 h 18288"/>
              <a:gd name="connsiteX7" fmla="*/ 4361688 w 10972800"/>
              <a:gd name="connsiteY7" fmla="*/ 0 h 18288"/>
              <a:gd name="connsiteX8" fmla="*/ 5266944 w 10972800"/>
              <a:gd name="connsiteY8" fmla="*/ 0 h 18288"/>
              <a:gd name="connsiteX9" fmla="*/ 6172200 w 10972800"/>
              <a:gd name="connsiteY9" fmla="*/ 0 h 18288"/>
              <a:gd name="connsiteX10" fmla="*/ 6528816 w 10972800"/>
              <a:gd name="connsiteY10" fmla="*/ 0 h 18288"/>
              <a:gd name="connsiteX11" fmla="*/ 7214616 w 10972800"/>
              <a:gd name="connsiteY11" fmla="*/ 0 h 18288"/>
              <a:gd name="connsiteX12" fmla="*/ 7790688 w 10972800"/>
              <a:gd name="connsiteY12" fmla="*/ 0 h 18288"/>
              <a:gd name="connsiteX13" fmla="*/ 8147304 w 10972800"/>
              <a:gd name="connsiteY13" fmla="*/ 0 h 18288"/>
              <a:gd name="connsiteX14" fmla="*/ 9052560 w 10972800"/>
              <a:gd name="connsiteY14" fmla="*/ 0 h 18288"/>
              <a:gd name="connsiteX15" fmla="*/ 9409176 w 10972800"/>
              <a:gd name="connsiteY15" fmla="*/ 0 h 18288"/>
              <a:gd name="connsiteX16" fmla="*/ 9765792 w 10972800"/>
              <a:gd name="connsiteY16" fmla="*/ 0 h 18288"/>
              <a:gd name="connsiteX17" fmla="*/ 10341864 w 10972800"/>
              <a:gd name="connsiteY17" fmla="*/ 0 h 18288"/>
              <a:gd name="connsiteX18" fmla="*/ 10972800 w 10972800"/>
              <a:gd name="connsiteY18" fmla="*/ 0 h 18288"/>
              <a:gd name="connsiteX19" fmla="*/ 10972800 w 10972800"/>
              <a:gd name="connsiteY19" fmla="*/ 18288 h 18288"/>
              <a:gd name="connsiteX20" fmla="*/ 10177272 w 10972800"/>
              <a:gd name="connsiteY20" fmla="*/ 18288 h 18288"/>
              <a:gd name="connsiteX21" fmla="*/ 9820656 w 10972800"/>
              <a:gd name="connsiteY21" fmla="*/ 18288 h 18288"/>
              <a:gd name="connsiteX22" fmla="*/ 9464040 w 10972800"/>
              <a:gd name="connsiteY22" fmla="*/ 18288 h 18288"/>
              <a:gd name="connsiteX23" fmla="*/ 8778240 w 10972800"/>
              <a:gd name="connsiteY23" fmla="*/ 18288 h 18288"/>
              <a:gd name="connsiteX24" fmla="*/ 8421624 w 10972800"/>
              <a:gd name="connsiteY24" fmla="*/ 18288 h 18288"/>
              <a:gd name="connsiteX25" fmla="*/ 7735824 w 10972800"/>
              <a:gd name="connsiteY25" fmla="*/ 18288 h 18288"/>
              <a:gd name="connsiteX26" fmla="*/ 6940296 w 10972800"/>
              <a:gd name="connsiteY26" fmla="*/ 18288 h 18288"/>
              <a:gd name="connsiteX27" fmla="*/ 6254496 w 10972800"/>
              <a:gd name="connsiteY27" fmla="*/ 18288 h 18288"/>
              <a:gd name="connsiteX28" fmla="*/ 5458968 w 10972800"/>
              <a:gd name="connsiteY28" fmla="*/ 18288 h 18288"/>
              <a:gd name="connsiteX29" fmla="*/ 4663440 w 10972800"/>
              <a:gd name="connsiteY29" fmla="*/ 18288 h 18288"/>
              <a:gd name="connsiteX30" fmla="*/ 4306824 w 10972800"/>
              <a:gd name="connsiteY30" fmla="*/ 18288 h 18288"/>
              <a:gd name="connsiteX31" fmla="*/ 3840480 w 10972800"/>
              <a:gd name="connsiteY31" fmla="*/ 18288 h 18288"/>
              <a:gd name="connsiteX32" fmla="*/ 3264408 w 10972800"/>
              <a:gd name="connsiteY32" fmla="*/ 18288 h 18288"/>
              <a:gd name="connsiteX33" fmla="*/ 2578608 w 10972800"/>
              <a:gd name="connsiteY33" fmla="*/ 18288 h 18288"/>
              <a:gd name="connsiteX34" fmla="*/ 1673352 w 10972800"/>
              <a:gd name="connsiteY34" fmla="*/ 18288 h 18288"/>
              <a:gd name="connsiteX35" fmla="*/ 877824 w 10972800"/>
              <a:gd name="connsiteY35" fmla="*/ 18288 h 18288"/>
              <a:gd name="connsiteX36" fmla="*/ 0 w 10972800"/>
              <a:gd name="connsiteY36" fmla="*/ 18288 h 18288"/>
              <a:gd name="connsiteX37" fmla="*/ 0 w 10972800"/>
              <a:gd name="connsiteY37"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Lst>
            <a:rect l="l" t="t" r="r" b="b"/>
            <a:pathLst>
              <a:path w="10972800" h="18288" fill="none" extrusionOk="0">
                <a:moveTo>
                  <a:pt x="0" y="0"/>
                </a:moveTo>
                <a:cubicBezTo>
                  <a:pt x="165916" y="-1866"/>
                  <a:pt x="188720" y="13756"/>
                  <a:pt x="356616" y="0"/>
                </a:cubicBezTo>
                <a:cubicBezTo>
                  <a:pt x="524512" y="-13756"/>
                  <a:pt x="734781" y="8922"/>
                  <a:pt x="1042416" y="0"/>
                </a:cubicBezTo>
                <a:cubicBezTo>
                  <a:pt x="1350051" y="-8922"/>
                  <a:pt x="1595982" y="-26315"/>
                  <a:pt x="1947672" y="0"/>
                </a:cubicBezTo>
                <a:cubicBezTo>
                  <a:pt x="2299362" y="26315"/>
                  <a:pt x="2292691" y="-19526"/>
                  <a:pt x="2633472" y="0"/>
                </a:cubicBezTo>
                <a:cubicBezTo>
                  <a:pt x="2974253" y="19526"/>
                  <a:pt x="2857309" y="10773"/>
                  <a:pt x="2990088" y="0"/>
                </a:cubicBezTo>
                <a:cubicBezTo>
                  <a:pt x="3122867" y="-10773"/>
                  <a:pt x="3359343" y="7194"/>
                  <a:pt x="3456432" y="0"/>
                </a:cubicBezTo>
                <a:cubicBezTo>
                  <a:pt x="3553521" y="-7194"/>
                  <a:pt x="4136258" y="5108"/>
                  <a:pt x="4361688" y="0"/>
                </a:cubicBezTo>
                <a:cubicBezTo>
                  <a:pt x="4587118" y="-5108"/>
                  <a:pt x="4992424" y="-42958"/>
                  <a:pt x="5266944" y="0"/>
                </a:cubicBezTo>
                <a:cubicBezTo>
                  <a:pt x="5541464" y="42958"/>
                  <a:pt x="5882966" y="-3430"/>
                  <a:pt x="6172200" y="0"/>
                </a:cubicBezTo>
                <a:cubicBezTo>
                  <a:pt x="6461434" y="3430"/>
                  <a:pt x="6432127" y="6688"/>
                  <a:pt x="6528816" y="0"/>
                </a:cubicBezTo>
                <a:cubicBezTo>
                  <a:pt x="6625505" y="-6688"/>
                  <a:pt x="6916805" y="-436"/>
                  <a:pt x="7214616" y="0"/>
                </a:cubicBezTo>
                <a:cubicBezTo>
                  <a:pt x="7512427" y="436"/>
                  <a:pt x="7626159" y="-6909"/>
                  <a:pt x="7790688" y="0"/>
                </a:cubicBezTo>
                <a:cubicBezTo>
                  <a:pt x="7955217" y="6909"/>
                  <a:pt x="8048891" y="15307"/>
                  <a:pt x="8147304" y="0"/>
                </a:cubicBezTo>
                <a:cubicBezTo>
                  <a:pt x="8245717" y="-15307"/>
                  <a:pt x="8645618" y="-11734"/>
                  <a:pt x="9052560" y="0"/>
                </a:cubicBezTo>
                <a:cubicBezTo>
                  <a:pt x="9459502" y="11734"/>
                  <a:pt x="9320584" y="8388"/>
                  <a:pt x="9409176" y="0"/>
                </a:cubicBezTo>
                <a:cubicBezTo>
                  <a:pt x="9497768" y="-8388"/>
                  <a:pt x="9644192" y="8379"/>
                  <a:pt x="9765792" y="0"/>
                </a:cubicBezTo>
                <a:cubicBezTo>
                  <a:pt x="9887392" y="-8379"/>
                  <a:pt x="10105220" y="-12663"/>
                  <a:pt x="10341864" y="0"/>
                </a:cubicBezTo>
                <a:cubicBezTo>
                  <a:pt x="10578508" y="12663"/>
                  <a:pt x="10773103" y="-5786"/>
                  <a:pt x="10972800" y="0"/>
                </a:cubicBezTo>
                <a:cubicBezTo>
                  <a:pt x="10972146" y="8818"/>
                  <a:pt x="10972240" y="13823"/>
                  <a:pt x="10972800" y="18288"/>
                </a:cubicBezTo>
                <a:cubicBezTo>
                  <a:pt x="10588778" y="31598"/>
                  <a:pt x="10543381" y="-12698"/>
                  <a:pt x="10177272" y="18288"/>
                </a:cubicBezTo>
                <a:cubicBezTo>
                  <a:pt x="9811163" y="49274"/>
                  <a:pt x="9996817" y="25662"/>
                  <a:pt x="9820656" y="18288"/>
                </a:cubicBezTo>
                <a:cubicBezTo>
                  <a:pt x="9644495" y="10914"/>
                  <a:pt x="9607007" y="31631"/>
                  <a:pt x="9464040" y="18288"/>
                </a:cubicBezTo>
                <a:cubicBezTo>
                  <a:pt x="9321073" y="4945"/>
                  <a:pt x="9114189" y="28940"/>
                  <a:pt x="8778240" y="18288"/>
                </a:cubicBezTo>
                <a:cubicBezTo>
                  <a:pt x="8442291" y="7636"/>
                  <a:pt x="8594763" y="987"/>
                  <a:pt x="8421624" y="18288"/>
                </a:cubicBezTo>
                <a:cubicBezTo>
                  <a:pt x="8248485" y="35589"/>
                  <a:pt x="7929515" y="37573"/>
                  <a:pt x="7735824" y="18288"/>
                </a:cubicBezTo>
                <a:cubicBezTo>
                  <a:pt x="7542133" y="-997"/>
                  <a:pt x="7252504" y="33858"/>
                  <a:pt x="6940296" y="18288"/>
                </a:cubicBezTo>
                <a:cubicBezTo>
                  <a:pt x="6628088" y="2718"/>
                  <a:pt x="6528503" y="48389"/>
                  <a:pt x="6254496" y="18288"/>
                </a:cubicBezTo>
                <a:cubicBezTo>
                  <a:pt x="5980489" y="-11813"/>
                  <a:pt x="5695784" y="-3740"/>
                  <a:pt x="5458968" y="18288"/>
                </a:cubicBezTo>
                <a:cubicBezTo>
                  <a:pt x="5222152" y="40316"/>
                  <a:pt x="5010751" y="19095"/>
                  <a:pt x="4663440" y="18288"/>
                </a:cubicBezTo>
                <a:cubicBezTo>
                  <a:pt x="4316129" y="17481"/>
                  <a:pt x="4425552" y="1606"/>
                  <a:pt x="4306824" y="18288"/>
                </a:cubicBezTo>
                <a:cubicBezTo>
                  <a:pt x="4188096" y="34970"/>
                  <a:pt x="3941535" y="7481"/>
                  <a:pt x="3840480" y="18288"/>
                </a:cubicBezTo>
                <a:cubicBezTo>
                  <a:pt x="3739425" y="29095"/>
                  <a:pt x="3402388" y="17641"/>
                  <a:pt x="3264408" y="18288"/>
                </a:cubicBezTo>
                <a:cubicBezTo>
                  <a:pt x="3126428" y="18935"/>
                  <a:pt x="2776779" y="9983"/>
                  <a:pt x="2578608" y="18288"/>
                </a:cubicBezTo>
                <a:cubicBezTo>
                  <a:pt x="2380437" y="26593"/>
                  <a:pt x="1909468" y="25818"/>
                  <a:pt x="1673352" y="18288"/>
                </a:cubicBezTo>
                <a:cubicBezTo>
                  <a:pt x="1437236" y="10758"/>
                  <a:pt x="1131180" y="49884"/>
                  <a:pt x="877824" y="18288"/>
                </a:cubicBezTo>
                <a:cubicBezTo>
                  <a:pt x="624468" y="-13308"/>
                  <a:pt x="206753" y="2195"/>
                  <a:pt x="0" y="18288"/>
                </a:cubicBezTo>
                <a:cubicBezTo>
                  <a:pt x="313" y="10654"/>
                  <a:pt x="-263" y="4056"/>
                  <a:pt x="0" y="0"/>
                </a:cubicBezTo>
                <a:close/>
              </a:path>
              <a:path w="10972800" h="18288" stroke="0" extrusionOk="0">
                <a:moveTo>
                  <a:pt x="0" y="0"/>
                </a:moveTo>
                <a:cubicBezTo>
                  <a:pt x="164017" y="-17675"/>
                  <a:pt x="309425" y="9913"/>
                  <a:pt x="466344" y="0"/>
                </a:cubicBezTo>
                <a:cubicBezTo>
                  <a:pt x="623263" y="-9913"/>
                  <a:pt x="659300" y="-14524"/>
                  <a:pt x="822960" y="0"/>
                </a:cubicBezTo>
                <a:cubicBezTo>
                  <a:pt x="986620" y="14524"/>
                  <a:pt x="1105222" y="-16481"/>
                  <a:pt x="1289304" y="0"/>
                </a:cubicBezTo>
                <a:cubicBezTo>
                  <a:pt x="1473386" y="16481"/>
                  <a:pt x="1693223" y="26161"/>
                  <a:pt x="1975104" y="0"/>
                </a:cubicBezTo>
                <a:cubicBezTo>
                  <a:pt x="2256985" y="-26161"/>
                  <a:pt x="2435781" y="23061"/>
                  <a:pt x="2770632" y="0"/>
                </a:cubicBezTo>
                <a:cubicBezTo>
                  <a:pt x="3105483" y="-23061"/>
                  <a:pt x="3247479" y="-44011"/>
                  <a:pt x="3675888" y="0"/>
                </a:cubicBezTo>
                <a:cubicBezTo>
                  <a:pt x="4104297" y="44011"/>
                  <a:pt x="4280918" y="4017"/>
                  <a:pt x="4581144" y="0"/>
                </a:cubicBezTo>
                <a:cubicBezTo>
                  <a:pt x="4881370" y="-4017"/>
                  <a:pt x="5021699" y="-11889"/>
                  <a:pt x="5157216" y="0"/>
                </a:cubicBezTo>
                <a:cubicBezTo>
                  <a:pt x="5292733" y="11889"/>
                  <a:pt x="5603398" y="-17698"/>
                  <a:pt x="5952744" y="0"/>
                </a:cubicBezTo>
                <a:cubicBezTo>
                  <a:pt x="6302090" y="17698"/>
                  <a:pt x="6353093" y="-11909"/>
                  <a:pt x="6638544" y="0"/>
                </a:cubicBezTo>
                <a:cubicBezTo>
                  <a:pt x="6923995" y="11909"/>
                  <a:pt x="7053404" y="21630"/>
                  <a:pt x="7214616" y="0"/>
                </a:cubicBezTo>
                <a:cubicBezTo>
                  <a:pt x="7375828" y="-21630"/>
                  <a:pt x="7837963" y="3886"/>
                  <a:pt x="8010144" y="0"/>
                </a:cubicBezTo>
                <a:cubicBezTo>
                  <a:pt x="8182325" y="-3886"/>
                  <a:pt x="8224183" y="16009"/>
                  <a:pt x="8366760" y="0"/>
                </a:cubicBezTo>
                <a:cubicBezTo>
                  <a:pt x="8509337" y="-16009"/>
                  <a:pt x="8687920" y="-5720"/>
                  <a:pt x="8942832" y="0"/>
                </a:cubicBezTo>
                <a:cubicBezTo>
                  <a:pt x="9197744" y="5720"/>
                  <a:pt x="9368437" y="20479"/>
                  <a:pt x="9628632" y="0"/>
                </a:cubicBezTo>
                <a:cubicBezTo>
                  <a:pt x="9888827" y="-20479"/>
                  <a:pt x="10560858" y="-20746"/>
                  <a:pt x="10972800" y="0"/>
                </a:cubicBezTo>
                <a:cubicBezTo>
                  <a:pt x="10972186" y="5722"/>
                  <a:pt x="10972980" y="12495"/>
                  <a:pt x="10972800" y="18288"/>
                </a:cubicBezTo>
                <a:cubicBezTo>
                  <a:pt x="10786146" y="12536"/>
                  <a:pt x="10623717" y="14033"/>
                  <a:pt x="10506456" y="18288"/>
                </a:cubicBezTo>
                <a:cubicBezTo>
                  <a:pt x="10389195" y="22543"/>
                  <a:pt x="10296178" y="20107"/>
                  <a:pt x="10149840" y="18288"/>
                </a:cubicBezTo>
                <a:cubicBezTo>
                  <a:pt x="10003502" y="16469"/>
                  <a:pt x="9767530" y="28891"/>
                  <a:pt x="9464040" y="18288"/>
                </a:cubicBezTo>
                <a:cubicBezTo>
                  <a:pt x="9160550" y="7685"/>
                  <a:pt x="9229050" y="2659"/>
                  <a:pt x="8997696" y="18288"/>
                </a:cubicBezTo>
                <a:cubicBezTo>
                  <a:pt x="8766342" y="33917"/>
                  <a:pt x="8340136" y="34864"/>
                  <a:pt x="8092440" y="18288"/>
                </a:cubicBezTo>
                <a:cubicBezTo>
                  <a:pt x="7844744" y="1712"/>
                  <a:pt x="7863720" y="27405"/>
                  <a:pt x="7735824" y="18288"/>
                </a:cubicBezTo>
                <a:cubicBezTo>
                  <a:pt x="7607928" y="9171"/>
                  <a:pt x="7323619" y="461"/>
                  <a:pt x="7050024" y="18288"/>
                </a:cubicBezTo>
                <a:cubicBezTo>
                  <a:pt x="6776429" y="36115"/>
                  <a:pt x="6787899" y="28206"/>
                  <a:pt x="6693408" y="18288"/>
                </a:cubicBezTo>
                <a:cubicBezTo>
                  <a:pt x="6598917" y="8370"/>
                  <a:pt x="6395231" y="19114"/>
                  <a:pt x="6227064" y="18288"/>
                </a:cubicBezTo>
                <a:cubicBezTo>
                  <a:pt x="6058897" y="17462"/>
                  <a:pt x="5618582" y="1091"/>
                  <a:pt x="5431536" y="18288"/>
                </a:cubicBezTo>
                <a:cubicBezTo>
                  <a:pt x="5244490" y="35485"/>
                  <a:pt x="4729797" y="-9650"/>
                  <a:pt x="4526280" y="18288"/>
                </a:cubicBezTo>
                <a:cubicBezTo>
                  <a:pt x="4322763" y="46226"/>
                  <a:pt x="4216797" y="756"/>
                  <a:pt x="4059936" y="18288"/>
                </a:cubicBezTo>
                <a:cubicBezTo>
                  <a:pt x="3903075" y="35820"/>
                  <a:pt x="3537912" y="42098"/>
                  <a:pt x="3374136" y="18288"/>
                </a:cubicBezTo>
                <a:cubicBezTo>
                  <a:pt x="3210360" y="-5522"/>
                  <a:pt x="3126842" y="39135"/>
                  <a:pt x="2907792" y="18288"/>
                </a:cubicBezTo>
                <a:cubicBezTo>
                  <a:pt x="2688742" y="-2559"/>
                  <a:pt x="2490436" y="34100"/>
                  <a:pt x="2112264" y="18288"/>
                </a:cubicBezTo>
                <a:cubicBezTo>
                  <a:pt x="1734092" y="2476"/>
                  <a:pt x="1744622" y="-7274"/>
                  <a:pt x="1536192" y="18288"/>
                </a:cubicBezTo>
                <a:cubicBezTo>
                  <a:pt x="1327762" y="43850"/>
                  <a:pt x="1189025" y="6435"/>
                  <a:pt x="1069848" y="18288"/>
                </a:cubicBezTo>
                <a:cubicBezTo>
                  <a:pt x="950671" y="30141"/>
                  <a:pt x="858345" y="33684"/>
                  <a:pt x="713232" y="18288"/>
                </a:cubicBezTo>
                <a:cubicBezTo>
                  <a:pt x="568119" y="2892"/>
                  <a:pt x="250292" y="5410"/>
                  <a:pt x="0" y="18288"/>
                </a:cubicBezTo>
                <a:cubicBezTo>
                  <a:pt x="465" y="13062"/>
                  <a:pt x="-894" y="9029"/>
                  <a:pt x="0" y="0"/>
                </a:cubicBezTo>
                <a:close/>
              </a:path>
            </a:pathLst>
          </a:custGeom>
          <a:solidFill>
            <a:schemeClr val="accent2">
              <a:alpha val="75000"/>
            </a:schemeClr>
          </a:solidFill>
          <a:ln w="44450" cap="rnd">
            <a:solidFill>
              <a:schemeClr val="accent2">
                <a:alpha val="75000"/>
              </a:schemeClr>
            </a:solidFill>
            <a:round/>
            <a:extLst>
              <a:ext uri="{C807C97D-BFC1-408E-A445-0C87EB9F89A2}">
                <ask:lineSketchStyleProps xmlns:ask="http://schemas.microsoft.com/office/drawing/2018/sketchyshapes" sd="2727557108">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22D5EABD-91C1-E6C7-B640-7432FBDE0FD4}"/>
              </a:ext>
            </a:extLst>
          </p:cNvPr>
          <p:cNvSpPr>
            <a:spLocks noGrp="1"/>
          </p:cNvSpPr>
          <p:nvPr>
            <p:ph idx="1"/>
          </p:nvPr>
        </p:nvSpPr>
        <p:spPr>
          <a:xfrm>
            <a:off x="146739" y="1869011"/>
            <a:ext cx="9376084" cy="4707967"/>
          </a:xfrm>
        </p:spPr>
        <p:txBody>
          <a:bodyPr anchor="t">
            <a:normAutofit fontScale="32500" lnSpcReduction="20000"/>
          </a:bodyPr>
          <a:lstStyle/>
          <a:p>
            <a:pPr algn="just"/>
            <a:r>
              <a:rPr lang="en-US" sz="7400" b="0" i="0" dirty="0">
                <a:effectLst/>
                <a:latin typeface="Times New Roman" panose="02020603050405020304" pitchFamily="18" charset="0"/>
                <a:cs typeface="Times New Roman" panose="02020603050405020304" pitchFamily="18" charset="0"/>
              </a:rPr>
              <a:t>In 2011, three international standardization bodies, the International Standards Organization (ISO), the International Electrotechnical Commission (IEC), and the Institute for Electrical and Electronics Engineers (IEEE) jointly released the ISO/IEC/IEEE Standard 29148 (2011). In 2018, the second edition of ISO/IEC/IEEE Standard was released. The standard is based on a model that produces a document that helps:</a:t>
            </a:r>
          </a:p>
          <a:p>
            <a:pPr lvl="1" algn="just"/>
            <a:r>
              <a:rPr lang="en-US" sz="7400" b="0" i="0" dirty="0">
                <a:effectLst/>
                <a:latin typeface="Times New Roman" panose="02020603050405020304" pitchFamily="18" charset="0"/>
                <a:cs typeface="Times New Roman" panose="02020603050405020304" pitchFamily="18" charset="0"/>
              </a:rPr>
              <a:t>to establish the basis for agreement between the acquirers or suppliers on what the product is to do;</a:t>
            </a:r>
          </a:p>
          <a:p>
            <a:pPr lvl="1" algn="just"/>
            <a:r>
              <a:rPr lang="en-US" sz="7400" b="0" i="0" dirty="0">
                <a:effectLst/>
                <a:latin typeface="Times New Roman" panose="02020603050405020304" pitchFamily="18" charset="0"/>
                <a:cs typeface="Times New Roman" panose="02020603050405020304" pitchFamily="18" charset="0"/>
              </a:rPr>
              <a:t> to force a rigorous assessment of requirements before design can begin and reduce later redesign;</a:t>
            </a:r>
          </a:p>
          <a:p>
            <a:pPr lvl="1" algn="just"/>
            <a:r>
              <a:rPr lang="en-US" sz="7400" b="0" i="0" dirty="0">
                <a:effectLst/>
                <a:latin typeface="Times New Roman" panose="02020603050405020304" pitchFamily="18" charset="0"/>
                <a:cs typeface="Times New Roman" panose="02020603050405020304" pitchFamily="18" charset="0"/>
              </a:rPr>
              <a:t>to provide a realistic basis for estimating product costs and risks, and schedules organizations to develop validation and verification plans;</a:t>
            </a:r>
          </a:p>
          <a:p>
            <a:pPr lvl="1" algn="just"/>
            <a:r>
              <a:rPr lang="en-US" sz="7400" b="0" i="0" dirty="0">
                <a:effectLst/>
                <a:latin typeface="Times New Roman" panose="02020603050405020304" pitchFamily="18" charset="0"/>
                <a:cs typeface="Times New Roman" panose="02020603050405020304" pitchFamily="18" charset="0"/>
              </a:rPr>
              <a:t> to provide an informed basis for deploying a product to new users or new operational environments;</a:t>
            </a:r>
          </a:p>
          <a:p>
            <a:pPr lvl="1" algn="just"/>
            <a:r>
              <a:rPr lang="en-US" sz="7400" b="0" i="0" dirty="0">
                <a:effectLst/>
                <a:latin typeface="Times New Roman" panose="02020603050405020304" pitchFamily="18" charset="0"/>
                <a:cs typeface="Times New Roman" panose="02020603050405020304" pitchFamily="18" charset="0"/>
              </a:rPr>
              <a:t>to provide a basis for product enhancement.</a:t>
            </a:r>
          </a:p>
          <a:p>
            <a:endParaRPr lang="en-US" sz="1000" dirty="0"/>
          </a:p>
        </p:txBody>
      </p:sp>
      <p:pic>
        <p:nvPicPr>
          <p:cNvPr id="5" name="Picture 4" descr="Rolls of blueprints">
            <a:extLst>
              <a:ext uri="{FF2B5EF4-FFF2-40B4-BE49-F238E27FC236}">
                <a16:creationId xmlns:a16="http://schemas.microsoft.com/office/drawing/2014/main" id="{1170B171-0985-6BEF-2ABD-8492AA8C505A}"/>
              </a:ext>
            </a:extLst>
          </p:cNvPr>
          <p:cNvPicPr>
            <a:picLocks noChangeAspect="1"/>
          </p:cNvPicPr>
          <p:nvPr/>
        </p:nvPicPr>
        <p:blipFill rotWithShape="1">
          <a:blip r:embed="rId2"/>
          <a:srcRect l="35782" r="2" b="2"/>
          <a:stretch/>
        </p:blipFill>
        <p:spPr>
          <a:xfrm>
            <a:off x="9640388" y="2071316"/>
            <a:ext cx="2250653" cy="4303358"/>
          </a:xfrm>
          <a:prstGeom prst="rect">
            <a:avLst/>
          </a:prstGeom>
        </p:spPr>
      </p:pic>
      <p:sp>
        <p:nvSpPr>
          <p:cNvPr id="4" name="Slide Number Placeholder 3">
            <a:extLst>
              <a:ext uri="{FF2B5EF4-FFF2-40B4-BE49-F238E27FC236}">
                <a16:creationId xmlns:a16="http://schemas.microsoft.com/office/drawing/2014/main" id="{131D11AC-DD3B-F399-D1C9-43F488C97D60}"/>
              </a:ext>
            </a:extLst>
          </p:cNvPr>
          <p:cNvSpPr>
            <a:spLocks noGrp="1"/>
          </p:cNvSpPr>
          <p:nvPr>
            <p:ph type="sldNum" sz="quarter" idx="12"/>
          </p:nvPr>
        </p:nvSpPr>
        <p:spPr/>
        <p:txBody>
          <a:bodyPr/>
          <a:lstStyle/>
          <a:p>
            <a:fld id="{7DF6DEEC-D04A-4FF0-9A08-7D39859C24F4}" type="slidenum">
              <a:rPr lang="en-US" smtClean="0"/>
              <a:t>21</a:t>
            </a:fld>
            <a:endParaRPr lang="en-US"/>
          </a:p>
        </p:txBody>
      </p:sp>
    </p:spTree>
    <p:extLst>
      <p:ext uri="{BB962C8B-B14F-4D97-AF65-F5344CB8AC3E}">
        <p14:creationId xmlns:p14="http://schemas.microsoft.com/office/powerpoint/2010/main" val="309376848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100EDD19-6802-4EC3-95CE-CFFAB042CF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DE24293F-3AB3-EF70-5595-AD4E13D01095}"/>
              </a:ext>
            </a:extLst>
          </p:cNvPr>
          <p:cNvSpPr>
            <a:spLocks noGrp="1"/>
          </p:cNvSpPr>
          <p:nvPr>
            <p:ph type="title"/>
          </p:nvPr>
        </p:nvSpPr>
        <p:spPr>
          <a:xfrm>
            <a:off x="838200" y="365125"/>
            <a:ext cx="10515600" cy="1325563"/>
          </a:xfrm>
        </p:spPr>
        <p:txBody>
          <a:bodyPr>
            <a:normAutofit/>
          </a:bodyPr>
          <a:lstStyle/>
          <a:p>
            <a:r>
              <a:rPr lang="en-US" sz="5400" dirty="0"/>
              <a:t>ISO/IEC/IEEE Standard 29148</a:t>
            </a:r>
          </a:p>
        </p:txBody>
      </p:sp>
      <p:sp>
        <p:nvSpPr>
          <p:cNvPr id="10" name="sketch line">
            <a:extLst>
              <a:ext uri="{FF2B5EF4-FFF2-40B4-BE49-F238E27FC236}">
                <a16:creationId xmlns:a16="http://schemas.microsoft.com/office/drawing/2014/main" id="{DB17E863-922E-4C26-BD64-E8FD41D286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onnsiteX0" fmla="*/ 0 w 10853928"/>
              <a:gd name="connsiteY0" fmla="*/ 0 h 18288"/>
              <a:gd name="connsiteX1" fmla="*/ 461292 w 10853928"/>
              <a:gd name="connsiteY1" fmla="*/ 0 h 18288"/>
              <a:gd name="connsiteX2" fmla="*/ 1139662 w 10853928"/>
              <a:gd name="connsiteY2" fmla="*/ 0 h 18288"/>
              <a:gd name="connsiteX3" fmla="*/ 1926572 w 10853928"/>
              <a:gd name="connsiteY3" fmla="*/ 0 h 18288"/>
              <a:gd name="connsiteX4" fmla="*/ 2279325 w 10853928"/>
              <a:gd name="connsiteY4" fmla="*/ 0 h 18288"/>
              <a:gd name="connsiteX5" fmla="*/ 2632078 w 10853928"/>
              <a:gd name="connsiteY5" fmla="*/ 0 h 18288"/>
              <a:gd name="connsiteX6" fmla="*/ 3527527 w 10853928"/>
              <a:gd name="connsiteY6" fmla="*/ 0 h 18288"/>
              <a:gd name="connsiteX7" fmla="*/ 4205897 w 10853928"/>
              <a:gd name="connsiteY7" fmla="*/ 0 h 18288"/>
              <a:gd name="connsiteX8" fmla="*/ 4558650 w 10853928"/>
              <a:gd name="connsiteY8" fmla="*/ 0 h 18288"/>
              <a:gd name="connsiteX9" fmla="*/ 5237020 w 10853928"/>
              <a:gd name="connsiteY9" fmla="*/ 0 h 18288"/>
              <a:gd name="connsiteX10" fmla="*/ 6132469 w 10853928"/>
              <a:gd name="connsiteY10" fmla="*/ 0 h 18288"/>
              <a:gd name="connsiteX11" fmla="*/ 6702301 w 10853928"/>
              <a:gd name="connsiteY11" fmla="*/ 0 h 18288"/>
              <a:gd name="connsiteX12" fmla="*/ 7272132 w 10853928"/>
              <a:gd name="connsiteY12" fmla="*/ 0 h 18288"/>
              <a:gd name="connsiteX13" fmla="*/ 7950502 w 10853928"/>
              <a:gd name="connsiteY13" fmla="*/ 0 h 18288"/>
              <a:gd name="connsiteX14" fmla="*/ 8737412 w 10853928"/>
              <a:gd name="connsiteY14" fmla="*/ 0 h 18288"/>
              <a:gd name="connsiteX15" fmla="*/ 9524322 w 10853928"/>
              <a:gd name="connsiteY15" fmla="*/ 0 h 18288"/>
              <a:gd name="connsiteX16" fmla="*/ 10853928 w 10853928"/>
              <a:gd name="connsiteY16" fmla="*/ 0 h 18288"/>
              <a:gd name="connsiteX17" fmla="*/ 10853928 w 10853928"/>
              <a:gd name="connsiteY17" fmla="*/ 18288 h 18288"/>
              <a:gd name="connsiteX18" fmla="*/ 10392636 w 10853928"/>
              <a:gd name="connsiteY18" fmla="*/ 18288 h 18288"/>
              <a:gd name="connsiteX19" fmla="*/ 9497187 w 10853928"/>
              <a:gd name="connsiteY19" fmla="*/ 18288 h 18288"/>
              <a:gd name="connsiteX20" fmla="*/ 8818817 w 10853928"/>
              <a:gd name="connsiteY20" fmla="*/ 18288 h 18288"/>
              <a:gd name="connsiteX21" fmla="*/ 8466064 w 10853928"/>
              <a:gd name="connsiteY21" fmla="*/ 18288 h 18288"/>
              <a:gd name="connsiteX22" fmla="*/ 7787693 w 10853928"/>
              <a:gd name="connsiteY22" fmla="*/ 18288 h 18288"/>
              <a:gd name="connsiteX23" fmla="*/ 7217862 w 10853928"/>
              <a:gd name="connsiteY23" fmla="*/ 18288 h 18288"/>
              <a:gd name="connsiteX24" fmla="*/ 6648031 w 10853928"/>
              <a:gd name="connsiteY24" fmla="*/ 18288 h 18288"/>
              <a:gd name="connsiteX25" fmla="*/ 6078200 w 10853928"/>
              <a:gd name="connsiteY25" fmla="*/ 18288 h 18288"/>
              <a:gd name="connsiteX26" fmla="*/ 5508368 w 10853928"/>
              <a:gd name="connsiteY26" fmla="*/ 18288 h 18288"/>
              <a:gd name="connsiteX27" fmla="*/ 4721459 w 10853928"/>
              <a:gd name="connsiteY27" fmla="*/ 18288 h 18288"/>
              <a:gd name="connsiteX28" fmla="*/ 4043088 w 10853928"/>
              <a:gd name="connsiteY28" fmla="*/ 18288 h 18288"/>
              <a:gd name="connsiteX29" fmla="*/ 3690336 w 10853928"/>
              <a:gd name="connsiteY29" fmla="*/ 18288 h 18288"/>
              <a:gd name="connsiteX30" fmla="*/ 3120504 w 10853928"/>
              <a:gd name="connsiteY30" fmla="*/ 18288 h 18288"/>
              <a:gd name="connsiteX31" fmla="*/ 2333595 w 10853928"/>
              <a:gd name="connsiteY31" fmla="*/ 18288 h 18288"/>
              <a:gd name="connsiteX32" fmla="*/ 1872303 w 10853928"/>
              <a:gd name="connsiteY32" fmla="*/ 18288 h 18288"/>
              <a:gd name="connsiteX33" fmla="*/ 976854 w 10853928"/>
              <a:gd name="connsiteY33" fmla="*/ 18288 h 18288"/>
              <a:gd name="connsiteX34" fmla="*/ 0 w 10853928"/>
              <a:gd name="connsiteY34" fmla="*/ 18288 h 18288"/>
              <a:gd name="connsiteX35" fmla="*/ 0 w 10853928"/>
              <a:gd name="connsiteY35"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F1E6F206-AC28-B351-8C6F-D43D416159CA}"/>
              </a:ext>
            </a:extLst>
          </p:cNvPr>
          <p:cNvSpPr>
            <a:spLocks noGrp="1"/>
          </p:cNvSpPr>
          <p:nvPr>
            <p:ph idx="1"/>
          </p:nvPr>
        </p:nvSpPr>
        <p:spPr>
          <a:xfrm>
            <a:off x="838200" y="1929384"/>
            <a:ext cx="10515600" cy="4251960"/>
          </a:xfrm>
        </p:spPr>
        <p:txBody>
          <a:bodyPr>
            <a:normAutofit/>
          </a:bodyPr>
          <a:lstStyle/>
          <a:p>
            <a:pPr>
              <a:buFont typeface="Arial" panose="020B0604020202020204" pitchFamily="34" charset="0"/>
              <a:buChar char="•"/>
            </a:pPr>
            <a:r>
              <a:rPr lang="en-US" sz="3000" b="0" i="0" dirty="0">
                <a:effectLst/>
                <a:latin typeface="Times New Roman" panose="02020603050405020304" pitchFamily="18" charset="0"/>
                <a:cs typeface="Times New Roman" panose="02020603050405020304" pitchFamily="18" charset="0"/>
              </a:rPr>
              <a:t>The IEEE 29148 outline is particularly beneficial to the requirements engineer because it has been widely deployed across a broad range of application domains</a:t>
            </a:r>
          </a:p>
          <a:p>
            <a:r>
              <a:rPr lang="en-US" sz="3000" b="0" i="0" dirty="0">
                <a:effectLst/>
                <a:latin typeface="Times New Roman" panose="02020603050405020304" pitchFamily="18" charset="0"/>
                <a:cs typeface="Times New Roman" panose="02020603050405020304" pitchFamily="18" charset="0"/>
              </a:rPr>
              <a:t>Because of all the above, our course has adopted the IEEE 29148 standard as a template for your team project. </a:t>
            </a:r>
          </a:p>
          <a:p>
            <a:r>
              <a:rPr lang="en-US" sz="3000" b="0" i="0" dirty="0">
                <a:effectLst/>
                <a:latin typeface="Times New Roman" panose="02020603050405020304" pitchFamily="18" charset="0"/>
                <a:cs typeface="Times New Roman" panose="02020603050405020304" pitchFamily="18" charset="0"/>
              </a:rPr>
              <a:t>In particular, you will need to follow the template for your SRS (Software Requirements Specification) document (Delivery 2). The template is an adaptation of IEEE 29148.</a:t>
            </a:r>
          </a:p>
          <a:p>
            <a:endParaRPr lang="en-US" sz="2200" dirty="0"/>
          </a:p>
        </p:txBody>
      </p:sp>
      <p:sp>
        <p:nvSpPr>
          <p:cNvPr id="4" name="Slide Number Placeholder 3">
            <a:extLst>
              <a:ext uri="{FF2B5EF4-FFF2-40B4-BE49-F238E27FC236}">
                <a16:creationId xmlns:a16="http://schemas.microsoft.com/office/drawing/2014/main" id="{EDF15D4B-A595-6D24-96CA-26F701BA32C8}"/>
              </a:ext>
            </a:extLst>
          </p:cNvPr>
          <p:cNvSpPr>
            <a:spLocks noGrp="1"/>
          </p:cNvSpPr>
          <p:nvPr>
            <p:ph type="sldNum" sz="quarter" idx="12"/>
          </p:nvPr>
        </p:nvSpPr>
        <p:spPr/>
        <p:txBody>
          <a:bodyPr/>
          <a:lstStyle/>
          <a:p>
            <a:fld id="{7DF6DEEC-D04A-4FF0-9A08-7D39859C24F4}" type="slidenum">
              <a:rPr lang="en-US" smtClean="0"/>
              <a:t>22</a:t>
            </a:fld>
            <a:endParaRPr lang="en-US"/>
          </a:p>
        </p:txBody>
      </p:sp>
    </p:spTree>
    <p:extLst>
      <p:ext uri="{BB962C8B-B14F-4D97-AF65-F5344CB8AC3E}">
        <p14:creationId xmlns:p14="http://schemas.microsoft.com/office/powerpoint/2010/main" val="209524654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6" name="Rectangle 32">
            <a:extLst>
              <a:ext uri="{FF2B5EF4-FFF2-40B4-BE49-F238E27FC236}">
                <a16:creationId xmlns:a16="http://schemas.microsoft.com/office/drawing/2014/main" id="{6753252F-4873-4F63-801D-CC719279A7D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rgbClr val="FFF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 name="Rectangle 34">
            <a:extLst>
              <a:ext uri="{FF2B5EF4-FFF2-40B4-BE49-F238E27FC236}">
                <a16:creationId xmlns:a16="http://schemas.microsoft.com/office/drawing/2014/main" id="{047C8CCB-F95D-4249-92DD-651249D3535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2013557" cy="6858000"/>
          </a:xfrm>
          <a:prstGeom prst="rect">
            <a:avLst/>
          </a:prstGeom>
          <a:solidFill>
            <a:srgbClr val="54443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itle 12"/>
          <p:cNvSpPr>
            <a:spLocks noGrp="1"/>
          </p:cNvSpPr>
          <p:nvPr>
            <p:ph type="title"/>
          </p:nvPr>
        </p:nvSpPr>
        <p:spPr>
          <a:xfrm>
            <a:off x="640080" y="2074363"/>
            <a:ext cx="2752354" cy="2709275"/>
          </a:xfrm>
          <a:prstGeom prst="ellipse">
            <a:avLst/>
          </a:prstGeom>
          <a:solidFill>
            <a:srgbClr val="262626"/>
          </a:solidFill>
          <a:ln w="174625" cmpd="thinThick">
            <a:solidFill>
              <a:srgbClr val="262626"/>
            </a:solidFill>
          </a:ln>
        </p:spPr>
        <p:txBody>
          <a:bodyPr anchor="ctr">
            <a:normAutofit/>
          </a:bodyPr>
          <a:lstStyle/>
          <a:p>
            <a:pPr algn="ctr"/>
            <a:r>
              <a:rPr lang="en-US" sz="2600">
                <a:solidFill>
                  <a:srgbClr val="FFFFFF"/>
                </a:solidFill>
              </a:rPr>
              <a:t>Table of Contents for an SRS</a:t>
            </a:r>
          </a:p>
        </p:txBody>
      </p:sp>
      <p:pic>
        <p:nvPicPr>
          <p:cNvPr id="5" name="Picture 4">
            <a:extLst>
              <a:ext uri="{FF2B5EF4-FFF2-40B4-BE49-F238E27FC236}">
                <a16:creationId xmlns:a16="http://schemas.microsoft.com/office/drawing/2014/main" id="{67F8C856-D24F-1E9B-0111-7A1487C511FC}"/>
              </a:ext>
            </a:extLst>
          </p:cNvPr>
          <p:cNvPicPr>
            <a:picLocks noChangeAspect="1"/>
          </p:cNvPicPr>
          <p:nvPr/>
        </p:nvPicPr>
        <p:blipFill>
          <a:blip r:embed="rId2"/>
          <a:stretch>
            <a:fillRect/>
          </a:stretch>
        </p:blipFill>
        <p:spPr>
          <a:xfrm>
            <a:off x="3540642" y="0"/>
            <a:ext cx="8452884" cy="6721475"/>
          </a:xfrm>
          <a:prstGeom prst="rect">
            <a:avLst/>
          </a:prstGeom>
        </p:spPr>
      </p:pic>
      <p:sp>
        <p:nvSpPr>
          <p:cNvPr id="3" name="Slide Number Placeholder 2"/>
          <p:cNvSpPr>
            <a:spLocks noGrp="1"/>
          </p:cNvSpPr>
          <p:nvPr>
            <p:ph type="sldNum" sz="quarter" idx="12"/>
          </p:nvPr>
        </p:nvSpPr>
        <p:spPr>
          <a:xfrm>
            <a:off x="11310257" y="6356350"/>
            <a:ext cx="560009" cy="365125"/>
          </a:xfrm>
        </p:spPr>
        <p:txBody>
          <a:bodyPr>
            <a:normAutofit/>
          </a:bodyPr>
          <a:lstStyle/>
          <a:p>
            <a:pPr>
              <a:spcAft>
                <a:spcPts val="600"/>
              </a:spcAft>
              <a:defRPr/>
            </a:pPr>
            <a:fld id="{45867A58-FDFC-4EB4-BF4C-CC045E6F78D0}" type="slidenum">
              <a:rPr lang="en-US">
                <a:solidFill>
                  <a:srgbClr val="898989"/>
                </a:solidFill>
              </a:rPr>
              <a:pPr>
                <a:spcAft>
                  <a:spcPts val="600"/>
                </a:spcAft>
                <a:defRPr/>
              </a:pPr>
              <a:t>23</a:t>
            </a:fld>
            <a:endParaRPr lang="en-US">
              <a:solidFill>
                <a:srgbClr val="898989"/>
              </a:solidFill>
            </a:endParaRPr>
          </a:p>
        </p:txBody>
      </p:sp>
    </p:spTree>
    <p:extLst>
      <p:ext uri="{BB962C8B-B14F-4D97-AF65-F5344CB8AC3E}">
        <p14:creationId xmlns:p14="http://schemas.microsoft.com/office/powerpoint/2010/main" val="26115329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874E5D-1106-16BB-8A4A-6EBDC709853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8714E3E-0721-1390-0B18-DAECB8F4D17A}"/>
              </a:ext>
            </a:extLst>
          </p:cNvPr>
          <p:cNvSpPr>
            <a:spLocks noGrp="1"/>
          </p:cNvSpPr>
          <p:nvPr>
            <p:ph type="title"/>
          </p:nvPr>
        </p:nvSpPr>
        <p:spPr>
          <a:xfrm>
            <a:off x="838200" y="365125"/>
            <a:ext cx="10515600" cy="1325563"/>
          </a:xfrm>
        </p:spPr>
        <p:txBody>
          <a:bodyPr>
            <a:normAutofit/>
          </a:bodyPr>
          <a:lstStyle/>
          <a:p>
            <a:r>
              <a:rPr lang="en-US" sz="5400" dirty="0"/>
              <a:t>SRS Document</a:t>
            </a:r>
          </a:p>
        </p:txBody>
      </p:sp>
      <p:sp>
        <p:nvSpPr>
          <p:cNvPr id="3" name="Content Placeholder 2">
            <a:extLst>
              <a:ext uri="{FF2B5EF4-FFF2-40B4-BE49-F238E27FC236}">
                <a16:creationId xmlns:a16="http://schemas.microsoft.com/office/drawing/2014/main" id="{034B43F8-51A6-1CE0-1B65-CE874C190AF5}"/>
              </a:ext>
            </a:extLst>
          </p:cNvPr>
          <p:cNvSpPr>
            <a:spLocks noGrp="1"/>
          </p:cNvSpPr>
          <p:nvPr>
            <p:ph idx="1"/>
          </p:nvPr>
        </p:nvSpPr>
        <p:spPr>
          <a:xfrm>
            <a:off x="838200" y="1564259"/>
            <a:ext cx="4648200" cy="5157216"/>
          </a:xfrm>
        </p:spPr>
        <p:txBody>
          <a:bodyPr>
            <a:noAutofit/>
          </a:bodyPr>
          <a:lstStyle/>
          <a:p>
            <a:pPr marL="0" indent="0">
              <a:buNone/>
            </a:pPr>
            <a:r>
              <a:rPr lang="en-US" sz="1200" b="1" dirty="0"/>
              <a:t>1. Introduction</a:t>
            </a:r>
          </a:p>
          <a:p>
            <a:r>
              <a:rPr lang="en-US" sz="1200" b="1" dirty="0"/>
              <a:t>Purpose</a:t>
            </a:r>
            <a:r>
              <a:rPr lang="en-US" sz="1200" dirty="0"/>
              <a:t> – Why this software exists; what problem it solves.</a:t>
            </a:r>
          </a:p>
          <a:p>
            <a:r>
              <a:rPr lang="en-US" sz="1200" b="1" dirty="0"/>
              <a:t>Scope</a:t>
            </a:r>
            <a:r>
              <a:rPr lang="en-US" sz="1200" dirty="0"/>
              <a:t> – What the software will do, and what it won’t do (boundaries).</a:t>
            </a:r>
          </a:p>
          <a:p>
            <a:r>
              <a:rPr lang="en-US" sz="1200" b="1" dirty="0"/>
              <a:t>Definitions, acronyms, abbreviations</a:t>
            </a:r>
            <a:r>
              <a:rPr lang="en-US" sz="1200" dirty="0"/>
              <a:t> – To avoid ambiguity.</a:t>
            </a:r>
          </a:p>
          <a:p>
            <a:r>
              <a:rPr lang="en-US" sz="1200" b="1" dirty="0"/>
              <a:t>References</a:t>
            </a:r>
            <a:r>
              <a:rPr lang="en-US" sz="1200" dirty="0"/>
              <a:t> – Standards, regulations, supporting documents.</a:t>
            </a:r>
          </a:p>
          <a:p>
            <a:r>
              <a:rPr lang="en-US" sz="1200" b="1" dirty="0"/>
              <a:t>Overview</a:t>
            </a:r>
            <a:r>
              <a:rPr lang="en-US" sz="1200" dirty="0"/>
              <a:t> – Short description of the system context.</a:t>
            </a:r>
            <a:br>
              <a:rPr lang="en-US" sz="1200" dirty="0"/>
            </a:br>
            <a:endParaRPr lang="en-US" sz="1200" dirty="0"/>
          </a:p>
          <a:p>
            <a:pPr marL="0" indent="0">
              <a:buNone/>
            </a:pPr>
            <a:r>
              <a:rPr lang="en-US" sz="1200" b="1" dirty="0"/>
              <a:t>2. Overall Description</a:t>
            </a:r>
          </a:p>
          <a:p>
            <a:r>
              <a:rPr lang="en-US" sz="1200" b="1" dirty="0"/>
              <a:t>Product perspective</a:t>
            </a:r>
            <a:r>
              <a:rPr lang="en-US" sz="1200" dirty="0"/>
              <a:t> – Context diagram or explanation of how the system fits into a larger environment.</a:t>
            </a:r>
          </a:p>
          <a:p>
            <a:r>
              <a:rPr lang="en-US" sz="1200" b="1" dirty="0"/>
              <a:t>Product functions</a:t>
            </a:r>
            <a:r>
              <a:rPr lang="en-US" sz="1200" dirty="0"/>
              <a:t> – High-level summary of capabilities.</a:t>
            </a:r>
          </a:p>
          <a:p>
            <a:r>
              <a:rPr lang="en-US" sz="1200" b="1" dirty="0"/>
              <a:t>User characteristics</a:t>
            </a:r>
            <a:r>
              <a:rPr lang="en-US" sz="1200" dirty="0"/>
              <a:t> – Who will use the system, their expertise level.</a:t>
            </a:r>
          </a:p>
          <a:p>
            <a:r>
              <a:rPr lang="en-US" sz="1200" b="1" dirty="0"/>
              <a:t>Constraints</a:t>
            </a:r>
            <a:r>
              <a:rPr lang="en-US" sz="1200" dirty="0"/>
              <a:t> – Regulatory, hardware, network, design limitations.</a:t>
            </a:r>
          </a:p>
          <a:p>
            <a:r>
              <a:rPr lang="en-US" sz="1200" b="1" dirty="0"/>
              <a:t>Assumptions and dependencies</a:t>
            </a:r>
            <a:r>
              <a:rPr lang="en-US" sz="1200" dirty="0"/>
              <a:t> – Conditions taken as true, or external factors.</a:t>
            </a:r>
            <a:br>
              <a:rPr lang="en-US" sz="1200" dirty="0"/>
            </a:br>
            <a:endParaRPr lang="en-US" sz="1200" dirty="0"/>
          </a:p>
          <a:p>
            <a:pPr marL="0" indent="0">
              <a:buNone/>
            </a:pPr>
            <a:r>
              <a:rPr lang="en-US" sz="1200" b="1" dirty="0"/>
              <a:t>3. Specific Requirements</a:t>
            </a:r>
          </a:p>
          <a:p>
            <a:r>
              <a:rPr lang="en-US" sz="1200" dirty="0"/>
              <a:t>This is the </a:t>
            </a:r>
            <a:r>
              <a:rPr lang="en-US" sz="1200" b="1" dirty="0"/>
              <a:t>core of the SRS</a:t>
            </a:r>
            <a:r>
              <a:rPr lang="en-US" sz="1200" dirty="0"/>
              <a:t> — often the longest section.</a:t>
            </a:r>
          </a:p>
          <a:p>
            <a:r>
              <a:rPr lang="en-US" sz="1200" b="1" dirty="0"/>
              <a:t>Functional requirements</a:t>
            </a:r>
            <a:r>
              <a:rPr lang="en-US" sz="1200" dirty="0"/>
              <a:t> (often expressed as </a:t>
            </a:r>
            <a:r>
              <a:rPr lang="en-US" sz="1200" i="1" dirty="0"/>
              <a:t>shall</a:t>
            </a:r>
            <a:r>
              <a:rPr lang="en-US" sz="1200" dirty="0"/>
              <a:t> statements, sometimes grouped by feature/use case).</a:t>
            </a:r>
          </a:p>
        </p:txBody>
      </p:sp>
      <p:sp>
        <p:nvSpPr>
          <p:cNvPr id="4" name="Slide Number Placeholder 3">
            <a:extLst>
              <a:ext uri="{FF2B5EF4-FFF2-40B4-BE49-F238E27FC236}">
                <a16:creationId xmlns:a16="http://schemas.microsoft.com/office/drawing/2014/main" id="{3D2A3A4F-5FEB-9DDE-F4B5-D0823311D1BA}"/>
              </a:ext>
            </a:extLst>
          </p:cNvPr>
          <p:cNvSpPr>
            <a:spLocks noGrp="1"/>
          </p:cNvSpPr>
          <p:nvPr>
            <p:ph type="sldNum" sz="quarter" idx="12"/>
          </p:nvPr>
        </p:nvSpPr>
        <p:spPr/>
        <p:txBody>
          <a:bodyPr/>
          <a:lstStyle/>
          <a:p>
            <a:fld id="{7DF6DEEC-D04A-4FF0-9A08-7D39859C24F4}" type="slidenum">
              <a:rPr lang="en-US" smtClean="0"/>
              <a:t>24</a:t>
            </a:fld>
            <a:endParaRPr lang="en-US"/>
          </a:p>
        </p:txBody>
      </p:sp>
      <p:sp>
        <p:nvSpPr>
          <p:cNvPr id="5" name="Content Placeholder 2">
            <a:extLst>
              <a:ext uri="{FF2B5EF4-FFF2-40B4-BE49-F238E27FC236}">
                <a16:creationId xmlns:a16="http://schemas.microsoft.com/office/drawing/2014/main" id="{7378A1DD-1CB8-2E52-1CB7-6B016B3AF38F}"/>
              </a:ext>
            </a:extLst>
          </p:cNvPr>
          <p:cNvSpPr txBox="1">
            <a:spLocks/>
          </p:cNvSpPr>
          <p:nvPr/>
        </p:nvSpPr>
        <p:spPr>
          <a:xfrm>
            <a:off x="5943600" y="1564259"/>
            <a:ext cx="4648200" cy="5157216"/>
          </a:xfrm>
          <a:prstGeom prst="rect">
            <a:avLst/>
          </a:prstGeom>
        </p:spPr>
        <p:txBody>
          <a:bodyPr vert="horz" lIns="91440" tIns="45720" rIns="91440" bIns="45720" rtlCol="0">
            <a:normAutofit fontScale="250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4800" b="1" dirty="0"/>
              <a:t>3. Cont’d</a:t>
            </a:r>
          </a:p>
          <a:p>
            <a:r>
              <a:rPr lang="en-US" sz="4800" b="1" dirty="0"/>
              <a:t>Interfaces</a:t>
            </a:r>
            <a:r>
              <a:rPr lang="en-US" sz="4800" dirty="0"/>
              <a:t> (user interfaces, hardware interfaces, software interfaces, communication protocols).</a:t>
            </a:r>
          </a:p>
          <a:p>
            <a:r>
              <a:rPr lang="en-US" sz="4800" b="1" dirty="0"/>
              <a:t>Performance requirements</a:t>
            </a:r>
            <a:r>
              <a:rPr lang="en-US" sz="4800" dirty="0"/>
              <a:t> (response time, throughput, scalability).</a:t>
            </a:r>
          </a:p>
          <a:p>
            <a:r>
              <a:rPr lang="en-US" sz="4800" b="1" dirty="0"/>
              <a:t>Logical database requirements</a:t>
            </a:r>
            <a:r>
              <a:rPr lang="en-US" sz="4800" dirty="0"/>
              <a:t> (data models, schemas, consistency rules).</a:t>
            </a:r>
          </a:p>
          <a:p>
            <a:r>
              <a:rPr lang="en-US" sz="4800" b="1" dirty="0"/>
              <a:t>Design constraints</a:t>
            </a:r>
            <a:r>
              <a:rPr lang="en-US" sz="4800" dirty="0"/>
              <a:t> (e.g., must run on Windows, must use Oracle DB).</a:t>
            </a:r>
          </a:p>
          <a:p>
            <a:r>
              <a:rPr lang="en-US" sz="4800" b="1" dirty="0"/>
              <a:t>Standards compliance</a:t>
            </a:r>
            <a:r>
              <a:rPr lang="en-US" sz="4800" dirty="0"/>
              <a:t> (e.g., must comply with ISO 26262).</a:t>
            </a:r>
            <a:endParaRPr lang="en-US" sz="4800" b="1" dirty="0"/>
          </a:p>
          <a:p>
            <a:pPr marL="0" indent="0">
              <a:buNone/>
            </a:pPr>
            <a:r>
              <a:rPr lang="en-US" sz="4800" b="1" dirty="0"/>
              <a:t>4. Non-Functional Requirements (Quality Attributes)</a:t>
            </a:r>
          </a:p>
          <a:p>
            <a:r>
              <a:rPr lang="en-US" sz="4800" dirty="0"/>
              <a:t>Reliability</a:t>
            </a:r>
          </a:p>
          <a:p>
            <a:r>
              <a:rPr lang="en-US" sz="4800" dirty="0"/>
              <a:t>Availability</a:t>
            </a:r>
          </a:p>
          <a:p>
            <a:r>
              <a:rPr lang="en-US" sz="4800" dirty="0"/>
              <a:t>Security</a:t>
            </a:r>
          </a:p>
          <a:p>
            <a:r>
              <a:rPr lang="en-US" sz="4800" dirty="0"/>
              <a:t>Usability</a:t>
            </a:r>
          </a:p>
          <a:p>
            <a:r>
              <a:rPr lang="en-US" sz="4800" dirty="0"/>
              <a:t>Maintainability</a:t>
            </a:r>
          </a:p>
          <a:p>
            <a:r>
              <a:rPr lang="en-US" sz="4800" dirty="0"/>
              <a:t>Portability</a:t>
            </a:r>
            <a:br>
              <a:rPr lang="en-US" sz="4800" dirty="0"/>
            </a:br>
            <a:endParaRPr lang="en-US" sz="4800" dirty="0"/>
          </a:p>
          <a:p>
            <a:pPr marL="0" indent="0">
              <a:buNone/>
            </a:pPr>
            <a:r>
              <a:rPr lang="en-US" sz="4800" b="1" dirty="0"/>
              <a:t>5. Verification and Validation</a:t>
            </a:r>
          </a:p>
          <a:p>
            <a:r>
              <a:rPr lang="en-US" sz="4800" dirty="0"/>
              <a:t>How each requirement will be verified (test, analysis, inspection, demonstration).</a:t>
            </a:r>
            <a:br>
              <a:rPr lang="en-US" sz="4800" dirty="0"/>
            </a:br>
            <a:endParaRPr lang="en-US" sz="4800" dirty="0"/>
          </a:p>
          <a:p>
            <a:pPr marL="0" indent="0">
              <a:buNone/>
            </a:pPr>
            <a:r>
              <a:rPr lang="en-US" sz="4800" b="1" dirty="0"/>
              <a:t>6. Appendices</a:t>
            </a:r>
          </a:p>
          <a:p>
            <a:r>
              <a:rPr lang="en-US" sz="4800" dirty="0"/>
              <a:t>Supporting information, traceability matrix, glossaries, or domain models.</a:t>
            </a:r>
          </a:p>
          <a:p>
            <a:endParaRPr lang="en-US" sz="2200" dirty="0"/>
          </a:p>
        </p:txBody>
      </p:sp>
    </p:spTree>
    <p:extLst>
      <p:ext uri="{BB962C8B-B14F-4D97-AF65-F5344CB8AC3E}">
        <p14:creationId xmlns:p14="http://schemas.microsoft.com/office/powerpoint/2010/main" val="99031882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7" name="Rectangle 16">
            <a:extLst>
              <a:ext uri="{FF2B5EF4-FFF2-40B4-BE49-F238E27FC236}">
                <a16:creationId xmlns:a16="http://schemas.microsoft.com/office/drawing/2014/main" id="{DBF61EA3-B236-439E-9C0B-340980D56BE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p:cNvSpPr>
            <a:spLocks noGrp="1"/>
          </p:cNvSpPr>
          <p:nvPr>
            <p:ph type="title"/>
          </p:nvPr>
        </p:nvSpPr>
        <p:spPr>
          <a:xfrm>
            <a:off x="808638" y="386930"/>
            <a:ext cx="9236700" cy="1188950"/>
          </a:xfrm>
        </p:spPr>
        <p:txBody>
          <a:bodyPr anchor="b">
            <a:normAutofit/>
          </a:bodyPr>
          <a:lstStyle/>
          <a:p>
            <a:r>
              <a:rPr lang="en-US" sz="4600" dirty="0"/>
              <a:t>Organizational Options for </a:t>
            </a:r>
            <a:r>
              <a:rPr lang="en-US" sz="4600" b="1" dirty="0">
                <a:solidFill>
                  <a:schemeClr val="accent2"/>
                </a:solidFill>
              </a:rPr>
              <a:t>section 3.1</a:t>
            </a:r>
          </a:p>
        </p:txBody>
      </p:sp>
      <p:grpSp>
        <p:nvGrpSpPr>
          <p:cNvPr id="19" name="Group 18">
            <a:extLst>
              <a:ext uri="{FF2B5EF4-FFF2-40B4-BE49-F238E27FC236}">
                <a16:creationId xmlns:a16="http://schemas.microsoft.com/office/drawing/2014/main" id="{28FAF094-D087-493F-8DF9-A486C2D6BBAA}"/>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 y="1998368"/>
            <a:ext cx="11695083" cy="782176"/>
            <a:chOff x="-2" y="1998368"/>
            <a:chExt cx="11695083" cy="782176"/>
          </a:xfrm>
        </p:grpSpPr>
        <p:sp>
          <p:nvSpPr>
            <p:cNvPr id="20" name="Rectangle 19">
              <a:extLst>
                <a:ext uri="{FF2B5EF4-FFF2-40B4-BE49-F238E27FC236}">
                  <a16:creationId xmlns:a16="http://schemas.microsoft.com/office/drawing/2014/main" id="{8D7C88D8-5509-4514-925A-9CE148E5CB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1" name="Rectangle 20">
              <a:extLst>
                <a:ext uri="{FF2B5EF4-FFF2-40B4-BE49-F238E27FC236}">
                  <a16:creationId xmlns:a16="http://schemas.microsoft.com/office/drawing/2014/main" id="{7275593D-F75E-4426-AE3E-2CDEFD228D2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2" y="1998845"/>
              <a:ext cx="11454595" cy="78169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sp>
        <p:nvSpPr>
          <p:cNvPr id="23" name="Rectangle 22">
            <a:extLst>
              <a:ext uri="{FF2B5EF4-FFF2-40B4-BE49-F238E27FC236}">
                <a16:creationId xmlns:a16="http://schemas.microsoft.com/office/drawing/2014/main" id="{E659831F-0D9A-4C63-9EBB-8435B85A44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3079"/>
            <a:ext cx="11383362" cy="4147845"/>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 name="Content Placeholder 2"/>
          <p:cNvSpPr>
            <a:spLocks noGrp="1"/>
          </p:cNvSpPr>
          <p:nvPr>
            <p:ph idx="1"/>
          </p:nvPr>
        </p:nvSpPr>
        <p:spPr>
          <a:xfrm>
            <a:off x="793660" y="2599509"/>
            <a:ext cx="10143668" cy="3435531"/>
          </a:xfrm>
        </p:spPr>
        <p:txBody>
          <a:bodyPr anchor="ctr">
            <a:normAutofit/>
          </a:bodyPr>
          <a:lstStyle/>
          <a:p>
            <a:r>
              <a:rPr lang="fr-FR" sz="2400" dirty="0"/>
              <a:t>System mode (e.g., navigation, combat, diagnostic)</a:t>
            </a:r>
          </a:p>
          <a:p>
            <a:r>
              <a:rPr lang="en-US" sz="2400" dirty="0"/>
              <a:t>User class (e.g., user, supervisor, diagnostic)</a:t>
            </a:r>
          </a:p>
          <a:p>
            <a:r>
              <a:rPr lang="en-US" sz="2400" dirty="0"/>
              <a:t>Object (by defining classes/objects, attributes, functions/methods, and</a:t>
            </a:r>
          </a:p>
          <a:p>
            <a:r>
              <a:rPr lang="en-US" sz="2400" dirty="0"/>
              <a:t>messages)</a:t>
            </a:r>
          </a:p>
          <a:p>
            <a:r>
              <a:rPr lang="en-US" sz="2400" dirty="0"/>
              <a:t>Feature (describes what the system provides to the user)</a:t>
            </a:r>
          </a:p>
          <a:p>
            <a:r>
              <a:rPr lang="en-US" sz="2400" dirty="0"/>
              <a:t>Stimulus (e.g., sensor 1, sensor 2, actuator 1, …)</a:t>
            </a:r>
          </a:p>
          <a:p>
            <a:r>
              <a:rPr lang="en-US" sz="2400" dirty="0"/>
              <a:t>Functional hierarchy (e.g., using a top-down decomposition of tasks)</a:t>
            </a:r>
          </a:p>
        </p:txBody>
      </p:sp>
      <p:sp>
        <p:nvSpPr>
          <p:cNvPr id="5" name="Slide Number Placeholder 4"/>
          <p:cNvSpPr>
            <a:spLocks noGrp="1"/>
          </p:cNvSpPr>
          <p:nvPr>
            <p:ph type="sldNum" sz="quarter" idx="12"/>
          </p:nvPr>
        </p:nvSpPr>
        <p:spPr>
          <a:xfrm>
            <a:off x="8610600" y="6492240"/>
            <a:ext cx="2743200" cy="365125"/>
          </a:xfrm>
        </p:spPr>
        <p:txBody>
          <a:bodyPr>
            <a:normAutofit/>
          </a:bodyPr>
          <a:lstStyle/>
          <a:p>
            <a:pPr marL="0" marR="0" lvl="0" indent="0" algn="r" defTabSz="914400" rtl="0" eaLnBrk="1" fontAlgn="auto" latinLnBrk="0" hangingPunct="1">
              <a:lnSpc>
                <a:spcPct val="100000"/>
              </a:lnSpc>
              <a:spcBef>
                <a:spcPts val="0"/>
              </a:spcBef>
              <a:spcAft>
                <a:spcPts val="600"/>
              </a:spcAft>
              <a:buClrTx/>
              <a:buSzTx/>
              <a:buFontTx/>
              <a:buNone/>
              <a:tabLst/>
              <a:defRPr/>
            </a:pPr>
            <a:fld id="{8C3B979E-D810-45CB-BB0A-EDCE524E644E}" type="slidenum">
              <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600"/>
                </a:spcAft>
                <a:buClrTx/>
                <a:buSzTx/>
                <a:buFontTx/>
                <a:buNone/>
                <a:tabLst/>
                <a:defRPr/>
              </a:pPr>
              <a:t>25</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16699933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1" name="Rectangle 10">
            <a:extLst>
              <a:ext uri="{FF2B5EF4-FFF2-40B4-BE49-F238E27FC236}">
                <a16:creationId xmlns:a16="http://schemas.microsoft.com/office/drawing/2014/main" id="{BACC6370-2D7E-4714-9D71-7542949D7D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256B2C21-A230-48C0-8DF1-C46611373C4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3847E18C-932D-4C95-AABA-FEC7C9499AD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3150CB11-0C61-439E-910F-5787759E72A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9" name="Freeform: Shape 18">
            <a:extLst>
              <a:ext uri="{FF2B5EF4-FFF2-40B4-BE49-F238E27FC236}">
                <a16:creationId xmlns:a16="http://schemas.microsoft.com/office/drawing/2014/main" id="{43F8A58B-5155-44CE-A5FF-7647B47D0A7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1" name="Rectangle 20">
            <a:extLst>
              <a:ext uri="{FF2B5EF4-FFF2-40B4-BE49-F238E27FC236}">
                <a16:creationId xmlns:a16="http://schemas.microsoft.com/office/drawing/2014/main" id="{443F2ACA-E6D6-4028-82DD-F03C262D5DE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5" y="1410079"/>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0" y="1683756"/>
            <a:ext cx="3701743" cy="2396359"/>
          </a:xfrm>
        </p:spPr>
        <p:txBody>
          <a:bodyPr anchor="b">
            <a:normAutofit/>
          </a:bodyPr>
          <a:lstStyle/>
          <a:p>
            <a:pPr algn="ctr"/>
            <a:r>
              <a:rPr lang="en-US" sz="4000" b="1" dirty="0">
                <a:solidFill>
                  <a:srgbClr val="FFFFFF"/>
                </a:solidFill>
              </a:rPr>
              <a:t>IEEE Std 29148</a:t>
            </a:r>
            <a:br>
              <a:rPr lang="en-US" sz="4000" b="1" dirty="0">
                <a:solidFill>
                  <a:srgbClr val="FFFFFF"/>
                </a:solidFill>
              </a:rPr>
            </a:br>
            <a:r>
              <a:rPr lang="en-US" sz="4000" b="1" dirty="0">
                <a:solidFill>
                  <a:srgbClr val="FFFFFF"/>
                </a:solidFill>
              </a:rPr>
              <a:t>Considerations for requirements</a:t>
            </a:r>
          </a:p>
        </p:txBody>
      </p:sp>
      <p:sp>
        <p:nvSpPr>
          <p:cNvPr id="4" name="Slide Number Placeholder 3"/>
          <p:cNvSpPr>
            <a:spLocks noGrp="1"/>
          </p:cNvSpPr>
          <p:nvPr>
            <p:ph type="sldNum" sz="quarter" idx="12"/>
          </p:nvPr>
        </p:nvSpPr>
        <p:spPr>
          <a:xfrm>
            <a:off x="11704320" y="6455664"/>
            <a:ext cx="448056" cy="365125"/>
          </a:xfrm>
        </p:spPr>
        <p:txBody>
          <a:bodyPr>
            <a:normAutofit/>
          </a:bodyPr>
          <a:lstStyle/>
          <a:p>
            <a:pPr>
              <a:spcAft>
                <a:spcPts val="600"/>
              </a:spcAft>
              <a:defRPr/>
            </a:pPr>
            <a:fld id="{0A97A682-319C-497E-8CA6-78F96D3139B4}" type="slidenum">
              <a:rPr lang="en-US" sz="1100">
                <a:solidFill>
                  <a:schemeClr val="tx1">
                    <a:lumMod val="50000"/>
                    <a:lumOff val="50000"/>
                  </a:schemeClr>
                </a:solidFill>
              </a:rPr>
              <a:pPr>
                <a:spcAft>
                  <a:spcPts val="600"/>
                </a:spcAft>
                <a:defRPr/>
              </a:pPr>
              <a:t>26</a:t>
            </a:fld>
            <a:endParaRPr lang="en-US" sz="1100">
              <a:solidFill>
                <a:schemeClr val="tx1">
                  <a:lumMod val="50000"/>
                  <a:lumOff val="50000"/>
                </a:schemeClr>
              </a:solidFill>
            </a:endParaRPr>
          </a:p>
        </p:txBody>
      </p:sp>
      <p:graphicFrame>
        <p:nvGraphicFramePr>
          <p:cNvPr id="7" name="Content Placeholder 4">
            <a:extLst>
              <a:ext uri="{FF2B5EF4-FFF2-40B4-BE49-F238E27FC236}">
                <a16:creationId xmlns:a16="http://schemas.microsoft.com/office/drawing/2014/main" id="{5AEE1E27-50C9-8D43-B664-4D40DC24F882}"/>
              </a:ext>
            </a:extLst>
          </p:cNvPr>
          <p:cNvGraphicFramePr>
            <a:graphicFrameLocks noGrp="1"/>
          </p:cNvGraphicFramePr>
          <p:nvPr>
            <p:ph idx="1"/>
            <p:extLst>
              <p:ext uri="{D42A27DB-BD31-4B8C-83A1-F6EECF244321}">
                <p14:modId xmlns:p14="http://schemas.microsoft.com/office/powerpoint/2010/main" val="2029775381"/>
              </p:ext>
            </p:extLst>
          </p:nvPr>
        </p:nvGraphicFramePr>
        <p:xfrm>
          <a:off x="4905052" y="750440"/>
          <a:ext cx="6666833" cy="545392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08879219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09588DA8-065E-4F6F-8EFD-43104AB2E0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12" name="Rectangle 11">
            <a:extLst>
              <a:ext uri="{FF2B5EF4-FFF2-40B4-BE49-F238E27FC236}">
                <a16:creationId xmlns:a16="http://schemas.microsoft.com/office/drawing/2014/main" id="{C4285719-470E-454C-AF62-8323075F1F5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CD9FE4EF-C4D8-49A0-B2FF-81D8DB7D8A2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4300840D-0A0B-4512-BACA-B439D5B9C57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7">
            <a:extLst>
              <a:ext uri="{FF2B5EF4-FFF2-40B4-BE49-F238E27FC236}">
                <a16:creationId xmlns:a16="http://schemas.microsoft.com/office/drawing/2014/main" id="{D2B78728-A580-49A7-84F9-6EF6F583ADE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0" name="Freeform: Shape 19">
            <a:extLst>
              <a:ext uri="{FF2B5EF4-FFF2-40B4-BE49-F238E27FC236}">
                <a16:creationId xmlns:a16="http://schemas.microsoft.com/office/drawing/2014/main" id="{38FAA1A1-D861-433F-88FA-1E9D6FD31D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2" name="Rectangle 21">
            <a:extLst>
              <a:ext uri="{FF2B5EF4-FFF2-40B4-BE49-F238E27FC236}">
                <a16:creationId xmlns:a16="http://schemas.microsoft.com/office/drawing/2014/main" id="{8D71EDA1-87BF-4D5D-AB79-F346FD1927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3" y="1399943"/>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466722" y="586855"/>
            <a:ext cx="3201366" cy="3387497"/>
          </a:xfrm>
        </p:spPr>
        <p:txBody>
          <a:bodyPr anchor="b">
            <a:normAutofit/>
          </a:bodyPr>
          <a:lstStyle/>
          <a:p>
            <a:pPr algn="r"/>
            <a:r>
              <a:rPr lang="en-US" sz="4000">
                <a:solidFill>
                  <a:srgbClr val="FFFFFF"/>
                </a:solidFill>
              </a:rPr>
              <a:t>IEEE Std 29148</a:t>
            </a:r>
          </a:p>
        </p:txBody>
      </p:sp>
      <p:sp>
        <p:nvSpPr>
          <p:cNvPr id="3" name="Content Placeholder 2"/>
          <p:cNvSpPr>
            <a:spLocks noGrp="1"/>
          </p:cNvSpPr>
          <p:nvPr>
            <p:ph idx="1"/>
          </p:nvPr>
        </p:nvSpPr>
        <p:spPr>
          <a:xfrm>
            <a:off x="4810259" y="649480"/>
            <a:ext cx="6555347" cy="5546047"/>
          </a:xfrm>
        </p:spPr>
        <p:txBody>
          <a:bodyPr anchor="ctr">
            <a:normAutofit/>
          </a:bodyPr>
          <a:lstStyle/>
          <a:p>
            <a:r>
              <a:rPr lang="en-US" sz="3600" dirty="0"/>
              <a:t>For a set of requirements</a:t>
            </a:r>
          </a:p>
          <a:p>
            <a:pPr lvl="1"/>
            <a:r>
              <a:rPr lang="en-US" sz="3600" dirty="0"/>
              <a:t>Complete</a:t>
            </a:r>
          </a:p>
          <a:p>
            <a:pPr lvl="1"/>
            <a:r>
              <a:rPr lang="en-US" sz="3600" dirty="0"/>
              <a:t>Consistent</a:t>
            </a:r>
          </a:p>
          <a:p>
            <a:pPr lvl="1"/>
            <a:r>
              <a:rPr lang="en-US" sz="3600" dirty="0"/>
              <a:t>Bounded</a:t>
            </a:r>
          </a:p>
          <a:p>
            <a:pPr lvl="1"/>
            <a:r>
              <a:rPr lang="en-US" sz="3600" dirty="0"/>
              <a:t>Affordable</a:t>
            </a:r>
          </a:p>
          <a:p>
            <a:pPr lvl="1"/>
            <a:endParaRPr lang="en-US" sz="2000" dirty="0"/>
          </a:p>
        </p:txBody>
      </p:sp>
      <p:sp>
        <p:nvSpPr>
          <p:cNvPr id="5" name="Slide Number Placeholder 4"/>
          <p:cNvSpPr>
            <a:spLocks noGrp="1"/>
          </p:cNvSpPr>
          <p:nvPr>
            <p:ph type="sldNum" sz="quarter" idx="12"/>
          </p:nvPr>
        </p:nvSpPr>
        <p:spPr>
          <a:xfrm>
            <a:off x="11704320" y="6455664"/>
            <a:ext cx="448056" cy="365125"/>
          </a:xfrm>
        </p:spPr>
        <p:txBody>
          <a:bodyPr>
            <a:normAutofit/>
          </a:bodyPr>
          <a:lstStyle/>
          <a:p>
            <a:pPr>
              <a:spcAft>
                <a:spcPts val="600"/>
              </a:spcAft>
              <a:defRPr/>
            </a:pPr>
            <a:fld id="{0B90B016-FD2A-45C3-8118-E7F5B434B504}" type="slidenum">
              <a:rPr lang="en-US" sz="1100">
                <a:solidFill>
                  <a:schemeClr val="tx1">
                    <a:lumMod val="50000"/>
                    <a:lumOff val="50000"/>
                  </a:schemeClr>
                </a:solidFill>
              </a:rPr>
              <a:pPr>
                <a:spcAft>
                  <a:spcPts val="600"/>
                </a:spcAft>
                <a:defRPr/>
              </a:pPr>
              <a:t>27</a:t>
            </a:fld>
            <a:endParaRPr lang="en-US" sz="1100">
              <a:solidFill>
                <a:schemeClr val="tx1">
                  <a:lumMod val="50000"/>
                  <a:lumOff val="50000"/>
                </a:schemeClr>
              </a:solidFill>
            </a:endParaRPr>
          </a:p>
        </p:txBody>
      </p:sp>
    </p:spTree>
    <p:extLst>
      <p:ext uri="{BB962C8B-B14F-4D97-AF65-F5344CB8AC3E}">
        <p14:creationId xmlns:p14="http://schemas.microsoft.com/office/powerpoint/2010/main" val="3280631694"/>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488333BA-AE6E-427A-9B16-A39C8073F4E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solidFill>
            <a:schemeClr val="tx1">
              <a:lumMod val="75000"/>
              <a:lumOff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F98ED85F-DCEE-4B50-802E-71A6E3E12B0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ltGray">
          <a:xfrm>
            <a:off x="321564" y="320040"/>
            <a:ext cx="11548872" cy="6217920"/>
          </a:xfrm>
          <a:prstGeom prst="rect">
            <a:avLst/>
          </a:prstGeom>
          <a:solidFill>
            <a:schemeClr val="bg1"/>
          </a:solidFill>
          <a:ln w="127000" cap="sq" cmpd="thinThick">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838200" y="631825"/>
            <a:ext cx="10515600" cy="1325563"/>
          </a:xfrm>
        </p:spPr>
        <p:txBody>
          <a:bodyPr>
            <a:normAutofit/>
          </a:bodyPr>
          <a:lstStyle/>
          <a:p>
            <a:r>
              <a:rPr lang="en-US" dirty="0"/>
              <a:t>Singular</a:t>
            </a:r>
          </a:p>
        </p:txBody>
      </p:sp>
      <p:sp>
        <p:nvSpPr>
          <p:cNvPr id="3" name="Content Placeholder 2"/>
          <p:cNvSpPr>
            <a:spLocks noGrp="1"/>
          </p:cNvSpPr>
          <p:nvPr>
            <p:ph idx="1"/>
          </p:nvPr>
        </p:nvSpPr>
        <p:spPr>
          <a:xfrm>
            <a:off x="838200" y="2057400"/>
            <a:ext cx="10515600" cy="3871762"/>
          </a:xfrm>
        </p:spPr>
        <p:txBody>
          <a:bodyPr>
            <a:normAutofit/>
          </a:bodyPr>
          <a:lstStyle/>
          <a:p>
            <a:r>
              <a:rPr lang="en-US" sz="2200"/>
              <a:t>Each requirement specifies a single and have no conjunctions. </a:t>
            </a:r>
          </a:p>
          <a:p>
            <a:pPr lvl="1"/>
            <a:r>
              <a:rPr lang="en-US" sz="2200"/>
              <a:t>3.1.1 The pump control unit shall start the submersible pump motors to prevent the wet well from running over and stop the pump motors before the wet well runs dry.</a:t>
            </a:r>
          </a:p>
          <a:p>
            <a:r>
              <a:rPr lang="en-US" sz="2200"/>
              <a:t>versus:</a:t>
            </a:r>
          </a:p>
          <a:p>
            <a:pPr lvl="1"/>
            <a:r>
              <a:rPr lang="en-US" sz="2200"/>
              <a:t>3.1.1.1 The pump control unit shall start the submersible pump motors to prevent the wet well from running over.</a:t>
            </a:r>
          </a:p>
          <a:p>
            <a:pPr lvl="1"/>
            <a:r>
              <a:rPr lang="en-US" sz="2200"/>
              <a:t>3.1.1.2 The pump control unit shall stop the pump motors before the wet well runs dry.</a:t>
            </a:r>
          </a:p>
          <a:p>
            <a:r>
              <a:rPr lang="en-US" sz="2200"/>
              <a:t>Conjunctions can be used if they describe a single behavior</a:t>
            </a:r>
          </a:p>
          <a:p>
            <a:pPr lvl="1"/>
            <a:r>
              <a:rPr lang="en-US" sz="2200"/>
              <a:t>3.2.6  The light emitted by the display shall be either red or yellow.</a:t>
            </a:r>
          </a:p>
        </p:txBody>
      </p:sp>
      <p:sp>
        <p:nvSpPr>
          <p:cNvPr id="5" name="Slide Number Placeholder 4"/>
          <p:cNvSpPr>
            <a:spLocks noGrp="1"/>
          </p:cNvSpPr>
          <p:nvPr>
            <p:ph type="sldNum" sz="quarter" idx="12"/>
          </p:nvPr>
        </p:nvSpPr>
        <p:spPr>
          <a:xfrm>
            <a:off x="8610600" y="6077585"/>
            <a:ext cx="2743200" cy="365125"/>
          </a:xfrm>
        </p:spPr>
        <p:txBody>
          <a:bodyPr>
            <a:normAutofit/>
          </a:bodyPr>
          <a:lstStyle/>
          <a:p>
            <a:pPr>
              <a:spcAft>
                <a:spcPts val="600"/>
              </a:spcAft>
              <a:defRPr/>
            </a:pPr>
            <a:fld id="{0B90B016-FD2A-45C3-8118-E7F5B434B504}" type="slidenum">
              <a:rPr lang="en-US">
                <a:solidFill>
                  <a:schemeClr val="tx1">
                    <a:lumMod val="75000"/>
                    <a:lumOff val="25000"/>
                  </a:schemeClr>
                </a:solidFill>
              </a:rPr>
              <a:pPr>
                <a:spcAft>
                  <a:spcPts val="600"/>
                </a:spcAft>
                <a:defRPr/>
              </a:pPr>
              <a:t>28</a:t>
            </a:fld>
            <a:endParaRPr lang="en-US">
              <a:solidFill>
                <a:schemeClr val="tx1">
                  <a:lumMod val="75000"/>
                  <a:lumOff val="25000"/>
                </a:schemeClr>
              </a:solidFill>
            </a:endParaRPr>
          </a:p>
        </p:txBody>
      </p:sp>
    </p:spTree>
    <p:extLst>
      <p:ext uri="{BB962C8B-B14F-4D97-AF65-F5344CB8AC3E}">
        <p14:creationId xmlns:p14="http://schemas.microsoft.com/office/powerpoint/2010/main" val="422471070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488333BA-AE6E-427A-9B16-A39C8073F4E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solidFill>
            <a:schemeClr val="tx1">
              <a:lumMod val="75000"/>
              <a:lumOff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F98ED85F-DCEE-4B50-802E-71A6E3E12B0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ltGray">
          <a:xfrm>
            <a:off x="321564" y="320040"/>
            <a:ext cx="11548872" cy="6217920"/>
          </a:xfrm>
          <a:prstGeom prst="rect">
            <a:avLst/>
          </a:prstGeom>
          <a:solidFill>
            <a:schemeClr val="bg1"/>
          </a:solidFill>
          <a:ln w="127000" cap="sq" cmpd="thinThick">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838200" y="631825"/>
            <a:ext cx="10515600" cy="1325563"/>
          </a:xfrm>
        </p:spPr>
        <p:txBody>
          <a:bodyPr>
            <a:normAutofit/>
          </a:bodyPr>
          <a:lstStyle/>
          <a:p>
            <a:r>
              <a:rPr lang="en-US" dirty="0"/>
              <a:t>Feasible</a:t>
            </a:r>
          </a:p>
        </p:txBody>
      </p:sp>
      <p:sp>
        <p:nvSpPr>
          <p:cNvPr id="3" name="Content Placeholder 2"/>
          <p:cNvSpPr>
            <a:spLocks noGrp="1"/>
          </p:cNvSpPr>
          <p:nvPr>
            <p:ph idx="1"/>
          </p:nvPr>
        </p:nvSpPr>
        <p:spPr>
          <a:xfrm>
            <a:off x="838200" y="2057400"/>
            <a:ext cx="10515600" cy="3871762"/>
          </a:xfrm>
        </p:spPr>
        <p:txBody>
          <a:bodyPr>
            <a:normAutofit/>
          </a:bodyPr>
          <a:lstStyle/>
          <a:p>
            <a:r>
              <a:rPr lang="en-US" sz="2400"/>
              <a:t>A requirement that can be satisfied with current technology and cost constraints, </a:t>
            </a:r>
          </a:p>
          <a:p>
            <a:r>
              <a:rPr lang="en-US" sz="2400"/>
              <a:t>Not a ridiculous requirement.</a:t>
            </a:r>
          </a:p>
          <a:p>
            <a:r>
              <a:rPr lang="en-US" sz="2400"/>
              <a:t>Examples</a:t>
            </a:r>
          </a:p>
          <a:p>
            <a:pPr lvl="1"/>
            <a:r>
              <a:rPr lang="en-US" dirty="0"/>
              <a:t>The system shall consume no power.</a:t>
            </a:r>
          </a:p>
          <a:p>
            <a:pPr lvl="1"/>
            <a:r>
              <a:rPr lang="en-US" dirty="0"/>
              <a:t>The length of the beam shall be less than 0 feet. </a:t>
            </a:r>
          </a:p>
        </p:txBody>
      </p:sp>
      <p:sp>
        <p:nvSpPr>
          <p:cNvPr id="5" name="Slide Number Placeholder 4"/>
          <p:cNvSpPr>
            <a:spLocks noGrp="1"/>
          </p:cNvSpPr>
          <p:nvPr>
            <p:ph type="sldNum" sz="quarter" idx="12"/>
          </p:nvPr>
        </p:nvSpPr>
        <p:spPr>
          <a:xfrm>
            <a:off x="8610600" y="6077585"/>
            <a:ext cx="2743200" cy="365125"/>
          </a:xfrm>
        </p:spPr>
        <p:txBody>
          <a:bodyPr>
            <a:normAutofit/>
          </a:bodyPr>
          <a:lstStyle/>
          <a:p>
            <a:pPr>
              <a:spcAft>
                <a:spcPts val="600"/>
              </a:spcAft>
              <a:defRPr/>
            </a:pPr>
            <a:fld id="{0B90B016-FD2A-45C3-8118-E7F5B434B504}" type="slidenum">
              <a:rPr lang="en-US">
                <a:solidFill>
                  <a:schemeClr val="tx1">
                    <a:lumMod val="75000"/>
                    <a:lumOff val="25000"/>
                  </a:schemeClr>
                </a:solidFill>
              </a:rPr>
              <a:pPr>
                <a:spcAft>
                  <a:spcPts val="600"/>
                </a:spcAft>
                <a:defRPr/>
              </a:pPr>
              <a:t>29</a:t>
            </a:fld>
            <a:endParaRPr lang="en-US">
              <a:solidFill>
                <a:schemeClr val="tx1">
                  <a:lumMod val="75000"/>
                  <a:lumOff val="25000"/>
                </a:schemeClr>
              </a:solidFill>
            </a:endParaRPr>
          </a:p>
        </p:txBody>
      </p:sp>
    </p:spTree>
    <p:extLst>
      <p:ext uri="{BB962C8B-B14F-4D97-AF65-F5344CB8AC3E}">
        <p14:creationId xmlns:p14="http://schemas.microsoft.com/office/powerpoint/2010/main" val="82624146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488333BA-AE6E-427A-9B16-A39C8073F4E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solidFill>
            <a:schemeClr val="tx1">
              <a:lumMod val="75000"/>
              <a:lumOff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F98ED85F-DCEE-4B50-802E-71A6E3E12B0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ltGray">
          <a:xfrm>
            <a:off x="321564" y="320040"/>
            <a:ext cx="11548872" cy="6217920"/>
          </a:xfrm>
          <a:prstGeom prst="rect">
            <a:avLst/>
          </a:prstGeom>
          <a:solidFill>
            <a:schemeClr val="bg1"/>
          </a:solidFill>
          <a:ln w="127000" cap="sq" cmpd="thinThick">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838200" y="631825"/>
            <a:ext cx="10515600" cy="1325563"/>
          </a:xfrm>
        </p:spPr>
        <p:txBody>
          <a:bodyPr>
            <a:normAutofit/>
          </a:bodyPr>
          <a:lstStyle/>
          <a:p>
            <a:r>
              <a:rPr lang="en-US" dirty="0"/>
              <a:t>Unambiguous</a:t>
            </a:r>
          </a:p>
        </p:txBody>
      </p:sp>
      <p:sp>
        <p:nvSpPr>
          <p:cNvPr id="3" name="Content Placeholder 2"/>
          <p:cNvSpPr>
            <a:spLocks noGrp="1"/>
          </p:cNvSpPr>
          <p:nvPr>
            <p:ph idx="1"/>
          </p:nvPr>
        </p:nvSpPr>
        <p:spPr>
          <a:xfrm>
            <a:off x="838200" y="2057400"/>
            <a:ext cx="10515600" cy="3871762"/>
          </a:xfrm>
        </p:spPr>
        <p:txBody>
          <a:bodyPr>
            <a:normAutofit/>
          </a:bodyPr>
          <a:lstStyle/>
          <a:p>
            <a:r>
              <a:rPr lang="en-US" sz="2400"/>
              <a:t>A requirement is unambiguous if it can have only one interpretation.</a:t>
            </a:r>
          </a:p>
          <a:p>
            <a:r>
              <a:rPr lang="en-US" sz="2400"/>
              <a:t>Example</a:t>
            </a:r>
          </a:p>
          <a:p>
            <a:pPr lvl="1"/>
            <a:r>
              <a:rPr lang="en-US" dirty="0"/>
              <a:t>If the valve is open and the drain is open, then it should be closed.</a:t>
            </a:r>
          </a:p>
          <a:p>
            <a:r>
              <a:rPr lang="en-US" sz="2400"/>
              <a:t>Conjunctions can cause ambiguity and that is why they should be avoided.</a:t>
            </a:r>
          </a:p>
        </p:txBody>
      </p:sp>
      <p:sp>
        <p:nvSpPr>
          <p:cNvPr id="5" name="Slide Number Placeholder 4"/>
          <p:cNvSpPr>
            <a:spLocks noGrp="1"/>
          </p:cNvSpPr>
          <p:nvPr>
            <p:ph type="sldNum" sz="quarter" idx="12"/>
          </p:nvPr>
        </p:nvSpPr>
        <p:spPr>
          <a:xfrm>
            <a:off x="8610600" y="6077585"/>
            <a:ext cx="2743200" cy="365125"/>
          </a:xfrm>
        </p:spPr>
        <p:txBody>
          <a:bodyPr>
            <a:normAutofit/>
          </a:bodyPr>
          <a:lstStyle/>
          <a:p>
            <a:pPr>
              <a:spcAft>
                <a:spcPts val="600"/>
              </a:spcAft>
              <a:defRPr/>
            </a:pPr>
            <a:fld id="{0B90B016-FD2A-45C3-8118-E7F5B434B504}" type="slidenum">
              <a:rPr lang="en-US">
                <a:solidFill>
                  <a:schemeClr val="tx1">
                    <a:lumMod val="75000"/>
                    <a:lumOff val="25000"/>
                  </a:schemeClr>
                </a:solidFill>
              </a:rPr>
              <a:pPr>
                <a:spcAft>
                  <a:spcPts val="600"/>
                </a:spcAft>
                <a:defRPr/>
              </a:pPr>
              <a:t>30</a:t>
            </a:fld>
            <a:endParaRPr lang="en-US">
              <a:solidFill>
                <a:schemeClr val="tx1">
                  <a:lumMod val="75000"/>
                  <a:lumOff val="25000"/>
                </a:schemeClr>
              </a:solidFill>
            </a:endParaRPr>
          </a:p>
        </p:txBody>
      </p:sp>
    </p:spTree>
    <p:extLst>
      <p:ext uri="{BB962C8B-B14F-4D97-AF65-F5344CB8AC3E}">
        <p14:creationId xmlns:p14="http://schemas.microsoft.com/office/powerpoint/2010/main" val="1062254762"/>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488333BA-AE6E-427A-9B16-A39C8073F4E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solidFill>
            <a:schemeClr val="tx1">
              <a:lumMod val="75000"/>
              <a:lumOff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F98ED85F-DCEE-4B50-802E-71A6E3E12B0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ltGray">
          <a:xfrm>
            <a:off x="321564" y="320040"/>
            <a:ext cx="11548872" cy="6217920"/>
          </a:xfrm>
          <a:prstGeom prst="rect">
            <a:avLst/>
          </a:prstGeom>
          <a:solidFill>
            <a:schemeClr val="bg1"/>
          </a:solidFill>
          <a:ln w="127000" cap="sq" cmpd="thinThick">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838200" y="631825"/>
            <a:ext cx="10515600" cy="1325563"/>
          </a:xfrm>
        </p:spPr>
        <p:txBody>
          <a:bodyPr>
            <a:normAutofit/>
          </a:bodyPr>
          <a:lstStyle/>
          <a:p>
            <a:r>
              <a:rPr lang="en-US" dirty="0"/>
              <a:t>Complete</a:t>
            </a:r>
          </a:p>
        </p:txBody>
      </p:sp>
      <p:sp>
        <p:nvSpPr>
          <p:cNvPr id="3" name="Content Placeholder 2"/>
          <p:cNvSpPr>
            <a:spLocks noGrp="1"/>
          </p:cNvSpPr>
          <p:nvPr>
            <p:ph idx="1"/>
          </p:nvPr>
        </p:nvSpPr>
        <p:spPr>
          <a:xfrm>
            <a:off x="838200" y="2057400"/>
            <a:ext cx="10515600" cy="3871762"/>
          </a:xfrm>
        </p:spPr>
        <p:txBody>
          <a:bodyPr>
            <a:normAutofit/>
          </a:bodyPr>
          <a:lstStyle/>
          <a:p>
            <a:r>
              <a:rPr lang="en-US" sz="2400" dirty="0"/>
              <a:t>A requirement is complete “to the extent that all of its parts are present and each part is fully developed.”</a:t>
            </a:r>
          </a:p>
          <a:p>
            <a:pPr lvl="1"/>
            <a:r>
              <a:rPr lang="en-US" dirty="0"/>
              <a:t>Switch 1 shall have two positions, one position is “on”.</a:t>
            </a:r>
          </a:p>
          <a:p>
            <a:r>
              <a:rPr lang="en-US" sz="2400" dirty="0"/>
              <a:t>Same property for a set of requirements</a:t>
            </a:r>
          </a:p>
          <a:p>
            <a:pPr lvl="1"/>
            <a:r>
              <a:rPr lang="en-US" dirty="0"/>
              <a:t>E.g. no “TBD”</a:t>
            </a:r>
          </a:p>
        </p:txBody>
      </p:sp>
      <p:sp>
        <p:nvSpPr>
          <p:cNvPr id="5" name="Slide Number Placeholder 4"/>
          <p:cNvSpPr>
            <a:spLocks noGrp="1"/>
          </p:cNvSpPr>
          <p:nvPr>
            <p:ph type="sldNum" sz="quarter" idx="12"/>
          </p:nvPr>
        </p:nvSpPr>
        <p:spPr>
          <a:xfrm>
            <a:off x="8610600" y="6077585"/>
            <a:ext cx="2743200" cy="365125"/>
          </a:xfrm>
        </p:spPr>
        <p:txBody>
          <a:bodyPr>
            <a:normAutofit/>
          </a:bodyPr>
          <a:lstStyle/>
          <a:p>
            <a:pPr>
              <a:spcAft>
                <a:spcPts val="600"/>
              </a:spcAft>
              <a:defRPr/>
            </a:pPr>
            <a:fld id="{0B90B016-FD2A-45C3-8118-E7F5B434B504}" type="slidenum">
              <a:rPr lang="en-US">
                <a:solidFill>
                  <a:schemeClr val="tx1">
                    <a:lumMod val="75000"/>
                    <a:lumOff val="25000"/>
                  </a:schemeClr>
                </a:solidFill>
              </a:rPr>
              <a:pPr>
                <a:spcAft>
                  <a:spcPts val="600"/>
                </a:spcAft>
                <a:defRPr/>
              </a:pPr>
              <a:t>31</a:t>
            </a:fld>
            <a:endParaRPr lang="en-US">
              <a:solidFill>
                <a:schemeClr val="tx1">
                  <a:lumMod val="75000"/>
                  <a:lumOff val="25000"/>
                </a:schemeClr>
              </a:solidFill>
            </a:endParaRPr>
          </a:p>
        </p:txBody>
      </p:sp>
    </p:spTree>
    <p:extLst>
      <p:ext uri="{BB962C8B-B14F-4D97-AF65-F5344CB8AC3E}">
        <p14:creationId xmlns:p14="http://schemas.microsoft.com/office/powerpoint/2010/main" val="2194121017"/>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488333BA-AE6E-427A-9B16-A39C8073F4E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solidFill>
            <a:schemeClr val="tx1">
              <a:lumMod val="75000"/>
              <a:lumOff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F98ED85F-DCEE-4B50-802E-71A6E3E12B0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ltGray">
          <a:xfrm>
            <a:off x="321564" y="320040"/>
            <a:ext cx="11548872" cy="6217920"/>
          </a:xfrm>
          <a:prstGeom prst="rect">
            <a:avLst/>
          </a:prstGeom>
          <a:solidFill>
            <a:schemeClr val="bg1"/>
          </a:solidFill>
          <a:ln w="127000" cap="sq" cmpd="thinThick">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838200" y="631825"/>
            <a:ext cx="10515600" cy="1325563"/>
          </a:xfrm>
        </p:spPr>
        <p:txBody>
          <a:bodyPr>
            <a:normAutofit/>
          </a:bodyPr>
          <a:lstStyle/>
          <a:p>
            <a:r>
              <a:rPr lang="en-US" dirty="0"/>
              <a:t>Consistent</a:t>
            </a:r>
          </a:p>
        </p:txBody>
      </p:sp>
      <p:sp>
        <p:nvSpPr>
          <p:cNvPr id="3" name="Content Placeholder 2"/>
          <p:cNvSpPr>
            <a:spLocks noGrp="1"/>
          </p:cNvSpPr>
          <p:nvPr>
            <p:ph idx="1"/>
          </p:nvPr>
        </p:nvSpPr>
        <p:spPr>
          <a:xfrm>
            <a:off x="838200" y="2057400"/>
            <a:ext cx="10515600" cy="3871762"/>
          </a:xfrm>
        </p:spPr>
        <p:txBody>
          <a:bodyPr>
            <a:normAutofit/>
          </a:bodyPr>
          <a:lstStyle/>
          <a:p>
            <a:r>
              <a:rPr lang="en-US" sz="2400"/>
              <a:t>A requirement is consistent if it does not contradict itself (internal) or a prevailing standard or law (external).</a:t>
            </a:r>
          </a:p>
          <a:p>
            <a:pPr lvl="1"/>
            <a:r>
              <a:rPr lang="en-US" dirty="0"/>
              <a:t>If the lever is in position 1 then it shall open and close the valve.</a:t>
            </a:r>
          </a:p>
          <a:p>
            <a:r>
              <a:rPr lang="en-US" sz="2400"/>
              <a:t>Same for a set of requirements (e.g.)</a:t>
            </a:r>
          </a:p>
          <a:p>
            <a:pPr lvl="1"/>
            <a:r>
              <a:rPr lang="en-US" dirty="0"/>
              <a:t>3.1 If the lever is in position 1, then valve 1 is opened.</a:t>
            </a:r>
          </a:p>
          <a:p>
            <a:pPr lvl="1"/>
            <a:r>
              <a:rPr lang="en-US" dirty="0"/>
              <a:t>3.2 If the lever is in position 1, then valve 1 is closed.</a:t>
            </a:r>
          </a:p>
        </p:txBody>
      </p:sp>
      <p:sp>
        <p:nvSpPr>
          <p:cNvPr id="5" name="Slide Number Placeholder 4"/>
          <p:cNvSpPr>
            <a:spLocks noGrp="1"/>
          </p:cNvSpPr>
          <p:nvPr>
            <p:ph type="sldNum" sz="quarter" idx="12"/>
          </p:nvPr>
        </p:nvSpPr>
        <p:spPr>
          <a:xfrm>
            <a:off x="8610600" y="6077585"/>
            <a:ext cx="2743200" cy="365125"/>
          </a:xfrm>
        </p:spPr>
        <p:txBody>
          <a:bodyPr>
            <a:normAutofit/>
          </a:bodyPr>
          <a:lstStyle/>
          <a:p>
            <a:pPr>
              <a:spcAft>
                <a:spcPts val="600"/>
              </a:spcAft>
              <a:defRPr/>
            </a:pPr>
            <a:fld id="{0B90B016-FD2A-45C3-8118-E7F5B434B504}" type="slidenum">
              <a:rPr lang="en-US">
                <a:solidFill>
                  <a:schemeClr val="tx1">
                    <a:lumMod val="75000"/>
                    <a:lumOff val="25000"/>
                  </a:schemeClr>
                </a:solidFill>
              </a:rPr>
              <a:pPr>
                <a:spcAft>
                  <a:spcPts val="600"/>
                </a:spcAft>
                <a:defRPr/>
              </a:pPr>
              <a:t>32</a:t>
            </a:fld>
            <a:endParaRPr lang="en-US">
              <a:solidFill>
                <a:schemeClr val="tx1">
                  <a:lumMod val="75000"/>
                  <a:lumOff val="25000"/>
                </a:schemeClr>
              </a:solidFill>
            </a:endParaRPr>
          </a:p>
        </p:txBody>
      </p:sp>
    </p:spTree>
    <p:extLst>
      <p:ext uri="{BB962C8B-B14F-4D97-AF65-F5344CB8AC3E}">
        <p14:creationId xmlns:p14="http://schemas.microsoft.com/office/powerpoint/2010/main" val="1363626981"/>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488333BA-AE6E-427A-9B16-A39C8073F4E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solidFill>
            <a:schemeClr val="tx1">
              <a:lumMod val="75000"/>
              <a:lumOff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F98ED85F-DCEE-4B50-802E-71A6E3E12B0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ltGray">
          <a:xfrm>
            <a:off x="321564" y="320040"/>
            <a:ext cx="11548872" cy="6217920"/>
          </a:xfrm>
          <a:prstGeom prst="rect">
            <a:avLst/>
          </a:prstGeom>
          <a:solidFill>
            <a:schemeClr val="bg1"/>
          </a:solidFill>
          <a:ln w="127000" cap="sq" cmpd="thinThick">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838200" y="631825"/>
            <a:ext cx="10515600" cy="1325563"/>
          </a:xfrm>
        </p:spPr>
        <p:txBody>
          <a:bodyPr>
            <a:normAutofit/>
          </a:bodyPr>
          <a:lstStyle/>
          <a:p>
            <a:r>
              <a:rPr lang="en-US" dirty="0"/>
              <a:t>Verifiable</a:t>
            </a:r>
          </a:p>
        </p:txBody>
      </p:sp>
      <p:sp>
        <p:nvSpPr>
          <p:cNvPr id="3" name="Content Placeholder 2"/>
          <p:cNvSpPr>
            <a:spLocks noGrp="1"/>
          </p:cNvSpPr>
          <p:nvPr>
            <p:ph idx="1"/>
          </p:nvPr>
        </p:nvSpPr>
        <p:spPr>
          <a:xfrm>
            <a:off x="838200" y="2057400"/>
            <a:ext cx="10515600" cy="3871762"/>
          </a:xfrm>
        </p:spPr>
        <p:txBody>
          <a:bodyPr>
            <a:normAutofit/>
          </a:bodyPr>
          <a:lstStyle/>
          <a:p>
            <a:r>
              <a:rPr lang="en-US" sz="2400"/>
              <a:t>Satisfaction of the requirement can be demonstrated</a:t>
            </a:r>
          </a:p>
          <a:p>
            <a:pPr lvl="1"/>
            <a:r>
              <a:rPr lang="en-US" dirty="0"/>
              <a:t>The system shall be user friendly </a:t>
            </a:r>
          </a:p>
          <a:p>
            <a:r>
              <a:rPr lang="en-US" sz="2400"/>
              <a:t>Usually needs metrics associated with the requirement</a:t>
            </a:r>
          </a:p>
          <a:p>
            <a:r>
              <a:rPr lang="en-US" sz="2400"/>
              <a:t>Important to always envision the acceptance test along with the requirement</a:t>
            </a:r>
          </a:p>
          <a:p>
            <a:r>
              <a:rPr lang="en-US" sz="2400"/>
              <a:t>Goal-question-metric paradigm useful</a:t>
            </a:r>
          </a:p>
          <a:p>
            <a:endParaRPr lang="en-US" sz="2400"/>
          </a:p>
        </p:txBody>
      </p:sp>
      <p:sp>
        <p:nvSpPr>
          <p:cNvPr id="5" name="Slide Number Placeholder 4"/>
          <p:cNvSpPr>
            <a:spLocks noGrp="1"/>
          </p:cNvSpPr>
          <p:nvPr>
            <p:ph type="sldNum" sz="quarter" idx="12"/>
          </p:nvPr>
        </p:nvSpPr>
        <p:spPr>
          <a:xfrm>
            <a:off x="8610600" y="6077585"/>
            <a:ext cx="2743200" cy="365125"/>
          </a:xfrm>
        </p:spPr>
        <p:txBody>
          <a:bodyPr>
            <a:normAutofit/>
          </a:bodyPr>
          <a:lstStyle/>
          <a:p>
            <a:pPr>
              <a:spcAft>
                <a:spcPts val="600"/>
              </a:spcAft>
              <a:defRPr/>
            </a:pPr>
            <a:fld id="{0B90B016-FD2A-45C3-8118-E7F5B434B504}" type="slidenum">
              <a:rPr lang="en-US">
                <a:solidFill>
                  <a:schemeClr val="tx1">
                    <a:lumMod val="75000"/>
                    <a:lumOff val="25000"/>
                  </a:schemeClr>
                </a:solidFill>
              </a:rPr>
              <a:pPr>
                <a:spcAft>
                  <a:spcPts val="600"/>
                </a:spcAft>
                <a:defRPr/>
              </a:pPr>
              <a:t>33</a:t>
            </a:fld>
            <a:endParaRPr lang="en-US">
              <a:solidFill>
                <a:schemeClr val="tx1">
                  <a:lumMod val="75000"/>
                  <a:lumOff val="25000"/>
                </a:schemeClr>
              </a:solidFill>
            </a:endParaRPr>
          </a:p>
        </p:txBody>
      </p:sp>
    </p:spTree>
    <p:extLst>
      <p:ext uri="{BB962C8B-B14F-4D97-AF65-F5344CB8AC3E}">
        <p14:creationId xmlns:p14="http://schemas.microsoft.com/office/powerpoint/2010/main" val="4017132937"/>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488333BA-AE6E-427A-9B16-A39C8073F4E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solidFill>
            <a:schemeClr val="tx1">
              <a:lumMod val="75000"/>
              <a:lumOff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F98ED85F-DCEE-4B50-802E-71A6E3E12B0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ltGray">
          <a:xfrm>
            <a:off x="321564" y="320040"/>
            <a:ext cx="11548872" cy="6217920"/>
          </a:xfrm>
          <a:prstGeom prst="rect">
            <a:avLst/>
          </a:prstGeom>
          <a:solidFill>
            <a:schemeClr val="bg1"/>
          </a:solidFill>
          <a:ln w="127000" cap="sq" cmpd="thinThick">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838200" y="631825"/>
            <a:ext cx="10515600" cy="1325563"/>
          </a:xfrm>
        </p:spPr>
        <p:txBody>
          <a:bodyPr>
            <a:normAutofit/>
          </a:bodyPr>
          <a:lstStyle/>
          <a:p>
            <a:r>
              <a:rPr lang="en-US" dirty="0"/>
              <a:t>Traceable</a:t>
            </a:r>
          </a:p>
        </p:txBody>
      </p:sp>
      <p:sp>
        <p:nvSpPr>
          <p:cNvPr id="3" name="Content Placeholder 2"/>
          <p:cNvSpPr>
            <a:spLocks noGrp="1"/>
          </p:cNvSpPr>
          <p:nvPr>
            <p:ph idx="1"/>
          </p:nvPr>
        </p:nvSpPr>
        <p:spPr>
          <a:xfrm>
            <a:off x="838200" y="2057400"/>
            <a:ext cx="10515600" cy="3871762"/>
          </a:xfrm>
        </p:spPr>
        <p:txBody>
          <a:bodyPr>
            <a:normAutofit/>
          </a:bodyPr>
          <a:lstStyle/>
          <a:p>
            <a:r>
              <a:rPr lang="en-US" sz="2400" dirty="0"/>
              <a:t>Numbered or indexed somehow</a:t>
            </a:r>
          </a:p>
          <a:p>
            <a:r>
              <a:rPr lang="en-US" sz="2400" dirty="0"/>
              <a:t>Essential quality for effective communications ease of modification, and legal considerations.</a:t>
            </a:r>
          </a:p>
          <a:p>
            <a:r>
              <a:rPr lang="en-US" sz="2400" dirty="0"/>
              <a:t>Stored in a requirements management tool</a:t>
            </a:r>
          </a:p>
        </p:txBody>
      </p:sp>
      <p:sp>
        <p:nvSpPr>
          <p:cNvPr id="5" name="Slide Number Placeholder 4"/>
          <p:cNvSpPr>
            <a:spLocks noGrp="1"/>
          </p:cNvSpPr>
          <p:nvPr>
            <p:ph type="sldNum" sz="quarter" idx="12"/>
          </p:nvPr>
        </p:nvSpPr>
        <p:spPr>
          <a:xfrm>
            <a:off x="8610600" y="6077585"/>
            <a:ext cx="2743200" cy="365125"/>
          </a:xfrm>
        </p:spPr>
        <p:txBody>
          <a:bodyPr>
            <a:normAutofit/>
          </a:bodyPr>
          <a:lstStyle/>
          <a:p>
            <a:pPr>
              <a:spcAft>
                <a:spcPts val="600"/>
              </a:spcAft>
              <a:defRPr/>
            </a:pPr>
            <a:fld id="{0B90B016-FD2A-45C3-8118-E7F5B434B504}" type="slidenum">
              <a:rPr lang="en-US">
                <a:solidFill>
                  <a:schemeClr val="tx1">
                    <a:lumMod val="75000"/>
                    <a:lumOff val="25000"/>
                  </a:schemeClr>
                </a:solidFill>
              </a:rPr>
              <a:pPr>
                <a:spcAft>
                  <a:spcPts val="600"/>
                </a:spcAft>
                <a:defRPr/>
              </a:pPr>
              <a:t>34</a:t>
            </a:fld>
            <a:endParaRPr lang="en-US">
              <a:solidFill>
                <a:schemeClr val="tx1">
                  <a:lumMod val="75000"/>
                  <a:lumOff val="25000"/>
                </a:schemeClr>
              </a:solidFill>
            </a:endParaRPr>
          </a:p>
        </p:txBody>
      </p:sp>
    </p:spTree>
    <p:extLst>
      <p:ext uri="{BB962C8B-B14F-4D97-AF65-F5344CB8AC3E}">
        <p14:creationId xmlns:p14="http://schemas.microsoft.com/office/powerpoint/2010/main" val="228611902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D14A34-875E-9B3A-713A-415B3DE6A4D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2EAC294-B2C5-3ACE-D8D0-AD3CA0691A5B}"/>
              </a:ext>
            </a:extLst>
          </p:cNvPr>
          <p:cNvSpPr>
            <a:spLocks noGrp="1"/>
          </p:cNvSpPr>
          <p:nvPr>
            <p:ph type="title"/>
          </p:nvPr>
        </p:nvSpPr>
        <p:spPr>
          <a:xfrm>
            <a:off x="838200" y="631825"/>
            <a:ext cx="10515600" cy="1325563"/>
          </a:xfrm>
        </p:spPr>
        <p:txBody>
          <a:bodyPr>
            <a:normAutofit/>
          </a:bodyPr>
          <a:lstStyle/>
          <a:p>
            <a:r>
              <a:rPr lang="en-US" dirty="0"/>
              <a:t>Traceability Matrix</a:t>
            </a:r>
          </a:p>
        </p:txBody>
      </p:sp>
      <p:graphicFrame>
        <p:nvGraphicFramePr>
          <p:cNvPr id="4" name="Content Placeholder 3">
            <a:extLst>
              <a:ext uri="{FF2B5EF4-FFF2-40B4-BE49-F238E27FC236}">
                <a16:creationId xmlns:a16="http://schemas.microsoft.com/office/drawing/2014/main" id="{FCF5A784-DE16-3A8A-6C9F-384524E63993}"/>
              </a:ext>
            </a:extLst>
          </p:cNvPr>
          <p:cNvGraphicFramePr>
            <a:graphicFrameLocks noGrp="1"/>
          </p:cNvGraphicFramePr>
          <p:nvPr>
            <p:ph idx="1"/>
            <p:extLst>
              <p:ext uri="{D42A27DB-BD31-4B8C-83A1-F6EECF244321}">
                <p14:modId xmlns:p14="http://schemas.microsoft.com/office/powerpoint/2010/main" val="1507750247"/>
              </p:ext>
            </p:extLst>
          </p:nvPr>
        </p:nvGraphicFramePr>
        <p:xfrm>
          <a:off x="462987" y="1770928"/>
          <a:ext cx="11331618" cy="4548852"/>
        </p:xfrm>
        <a:graphic>
          <a:graphicData uri="http://schemas.openxmlformats.org/drawingml/2006/table">
            <a:tbl>
              <a:tblPr/>
              <a:tblGrid>
                <a:gridCol w="1888603">
                  <a:extLst>
                    <a:ext uri="{9D8B030D-6E8A-4147-A177-3AD203B41FA5}">
                      <a16:colId xmlns:a16="http://schemas.microsoft.com/office/drawing/2014/main" val="3097849325"/>
                    </a:ext>
                  </a:extLst>
                </a:gridCol>
                <a:gridCol w="1888603">
                  <a:extLst>
                    <a:ext uri="{9D8B030D-6E8A-4147-A177-3AD203B41FA5}">
                      <a16:colId xmlns:a16="http://schemas.microsoft.com/office/drawing/2014/main" val="1946519584"/>
                    </a:ext>
                  </a:extLst>
                </a:gridCol>
                <a:gridCol w="1888603">
                  <a:extLst>
                    <a:ext uri="{9D8B030D-6E8A-4147-A177-3AD203B41FA5}">
                      <a16:colId xmlns:a16="http://schemas.microsoft.com/office/drawing/2014/main" val="1151457417"/>
                    </a:ext>
                  </a:extLst>
                </a:gridCol>
                <a:gridCol w="1888603">
                  <a:extLst>
                    <a:ext uri="{9D8B030D-6E8A-4147-A177-3AD203B41FA5}">
                      <a16:colId xmlns:a16="http://schemas.microsoft.com/office/drawing/2014/main" val="2277336564"/>
                    </a:ext>
                  </a:extLst>
                </a:gridCol>
                <a:gridCol w="1888603">
                  <a:extLst>
                    <a:ext uri="{9D8B030D-6E8A-4147-A177-3AD203B41FA5}">
                      <a16:colId xmlns:a16="http://schemas.microsoft.com/office/drawing/2014/main" val="755826071"/>
                    </a:ext>
                  </a:extLst>
                </a:gridCol>
                <a:gridCol w="1888603">
                  <a:extLst>
                    <a:ext uri="{9D8B030D-6E8A-4147-A177-3AD203B41FA5}">
                      <a16:colId xmlns:a16="http://schemas.microsoft.com/office/drawing/2014/main" val="1973319715"/>
                    </a:ext>
                  </a:extLst>
                </a:gridCol>
              </a:tblGrid>
              <a:tr h="407614">
                <a:tc>
                  <a:txBody>
                    <a:bodyPr/>
                    <a:lstStyle/>
                    <a:p>
                      <a:pPr>
                        <a:buNone/>
                      </a:pPr>
                      <a:r>
                        <a:rPr lang="en-US" sz="1400" b="1"/>
                        <a:t>Req ID</a:t>
                      </a:r>
                      <a:endParaRPr lang="en-US" sz="1400"/>
                    </a:p>
                  </a:txBody>
                  <a:tcPr marL="49640" marR="49640" marT="24820" marB="24820" anchor="ctr">
                    <a:lnL>
                      <a:noFill/>
                    </a:lnL>
                    <a:lnR>
                      <a:noFill/>
                    </a:lnR>
                    <a:lnT>
                      <a:noFill/>
                    </a:lnT>
                    <a:lnB>
                      <a:noFill/>
                    </a:lnB>
                    <a:noFill/>
                  </a:tcPr>
                </a:tc>
                <a:tc>
                  <a:txBody>
                    <a:bodyPr/>
                    <a:lstStyle/>
                    <a:p>
                      <a:pPr>
                        <a:buNone/>
                      </a:pPr>
                      <a:r>
                        <a:rPr lang="en-US" sz="1400" b="1"/>
                        <a:t>Requirement Statement</a:t>
                      </a:r>
                      <a:endParaRPr lang="en-US" sz="1400"/>
                    </a:p>
                  </a:txBody>
                  <a:tcPr marL="49640" marR="49640" marT="24820" marB="24820" anchor="ctr">
                    <a:lnL>
                      <a:noFill/>
                    </a:lnL>
                    <a:lnR>
                      <a:noFill/>
                    </a:lnR>
                    <a:lnT>
                      <a:noFill/>
                    </a:lnT>
                    <a:lnB>
                      <a:noFill/>
                    </a:lnB>
                    <a:noFill/>
                  </a:tcPr>
                </a:tc>
                <a:tc>
                  <a:txBody>
                    <a:bodyPr/>
                    <a:lstStyle/>
                    <a:p>
                      <a:pPr>
                        <a:buNone/>
                      </a:pPr>
                      <a:r>
                        <a:rPr lang="en-US" sz="1400" b="1"/>
                        <a:t>Source</a:t>
                      </a:r>
                      <a:endParaRPr lang="en-US" sz="1400"/>
                    </a:p>
                  </a:txBody>
                  <a:tcPr marL="49640" marR="49640" marT="24820" marB="24820" anchor="ctr">
                    <a:lnL>
                      <a:noFill/>
                    </a:lnL>
                    <a:lnR>
                      <a:noFill/>
                    </a:lnR>
                    <a:lnT>
                      <a:noFill/>
                    </a:lnT>
                    <a:lnB>
                      <a:noFill/>
                    </a:lnB>
                    <a:noFill/>
                  </a:tcPr>
                </a:tc>
                <a:tc>
                  <a:txBody>
                    <a:bodyPr/>
                    <a:lstStyle/>
                    <a:p>
                      <a:pPr>
                        <a:buNone/>
                      </a:pPr>
                      <a:r>
                        <a:rPr lang="en-US" sz="1400" b="1"/>
                        <a:t>Design Element</a:t>
                      </a:r>
                      <a:endParaRPr lang="en-US" sz="1400"/>
                    </a:p>
                  </a:txBody>
                  <a:tcPr marL="49640" marR="49640" marT="24820" marB="24820" anchor="ctr">
                    <a:lnL>
                      <a:noFill/>
                    </a:lnL>
                    <a:lnR>
                      <a:noFill/>
                    </a:lnR>
                    <a:lnT>
                      <a:noFill/>
                    </a:lnT>
                    <a:lnB>
                      <a:noFill/>
                    </a:lnB>
                    <a:noFill/>
                  </a:tcPr>
                </a:tc>
                <a:tc>
                  <a:txBody>
                    <a:bodyPr/>
                    <a:lstStyle/>
                    <a:p>
                      <a:pPr>
                        <a:buNone/>
                      </a:pPr>
                      <a:r>
                        <a:rPr lang="en-US" sz="1400" b="1"/>
                        <a:t>Code Module</a:t>
                      </a:r>
                      <a:endParaRPr lang="en-US" sz="1400"/>
                    </a:p>
                  </a:txBody>
                  <a:tcPr marL="49640" marR="49640" marT="24820" marB="24820" anchor="ctr">
                    <a:lnL>
                      <a:noFill/>
                    </a:lnL>
                    <a:lnR>
                      <a:noFill/>
                    </a:lnR>
                    <a:lnT>
                      <a:noFill/>
                    </a:lnT>
                    <a:lnB>
                      <a:noFill/>
                    </a:lnB>
                    <a:noFill/>
                  </a:tcPr>
                </a:tc>
                <a:tc>
                  <a:txBody>
                    <a:bodyPr/>
                    <a:lstStyle/>
                    <a:p>
                      <a:pPr>
                        <a:buNone/>
                      </a:pPr>
                      <a:r>
                        <a:rPr lang="en-US" sz="1400" b="1"/>
                        <a:t>Test Case(s)</a:t>
                      </a:r>
                      <a:endParaRPr lang="en-US" sz="1400"/>
                    </a:p>
                  </a:txBody>
                  <a:tcPr marL="49640" marR="49640" marT="24820" marB="24820" anchor="ctr">
                    <a:lnL>
                      <a:noFill/>
                    </a:lnL>
                    <a:lnR>
                      <a:noFill/>
                    </a:lnR>
                    <a:lnT>
                      <a:noFill/>
                    </a:lnT>
                    <a:lnB>
                      <a:noFill/>
                    </a:lnB>
                    <a:noFill/>
                  </a:tcPr>
                </a:tc>
                <a:extLst>
                  <a:ext uri="{0D108BD9-81ED-4DB2-BD59-A6C34878D82A}">
                    <a16:rowId xmlns:a16="http://schemas.microsoft.com/office/drawing/2014/main" val="496585324"/>
                  </a:ext>
                </a:extLst>
              </a:tr>
              <a:tr h="933406">
                <a:tc>
                  <a:txBody>
                    <a:bodyPr/>
                    <a:lstStyle/>
                    <a:p>
                      <a:pPr>
                        <a:buNone/>
                      </a:pPr>
                      <a:r>
                        <a:rPr lang="en-US" sz="1400" dirty="0"/>
                        <a:t>REQ-001</a:t>
                      </a:r>
                    </a:p>
                  </a:txBody>
                  <a:tcPr marL="49640" marR="49640" marT="24820" marB="24820" anchor="ctr">
                    <a:lnL>
                      <a:noFill/>
                    </a:lnL>
                    <a:lnR>
                      <a:noFill/>
                    </a:lnR>
                    <a:lnT>
                      <a:noFill/>
                    </a:lnT>
                    <a:lnB>
                      <a:noFill/>
                    </a:lnB>
                    <a:noFill/>
                  </a:tcPr>
                </a:tc>
                <a:tc>
                  <a:txBody>
                    <a:bodyPr/>
                    <a:lstStyle/>
                    <a:p>
                      <a:pPr>
                        <a:buNone/>
                      </a:pPr>
                      <a:r>
                        <a:rPr lang="en-US" sz="1400" dirty="0"/>
                        <a:t>The system shall require login with username/password.</a:t>
                      </a:r>
                    </a:p>
                  </a:txBody>
                  <a:tcPr marL="49640" marR="49640" marT="24820" marB="24820" anchor="ctr">
                    <a:lnL>
                      <a:noFill/>
                    </a:lnL>
                    <a:lnR>
                      <a:noFill/>
                    </a:lnR>
                    <a:lnT>
                      <a:noFill/>
                    </a:lnT>
                    <a:lnB>
                      <a:noFill/>
                    </a:lnB>
                    <a:noFill/>
                  </a:tcPr>
                </a:tc>
                <a:tc>
                  <a:txBody>
                    <a:bodyPr/>
                    <a:lstStyle/>
                    <a:p>
                      <a:pPr>
                        <a:buNone/>
                      </a:pPr>
                      <a:r>
                        <a:rPr lang="en-US" sz="1400" dirty="0"/>
                        <a:t>Stakeholder Need #12</a:t>
                      </a:r>
                    </a:p>
                  </a:txBody>
                  <a:tcPr marL="49640" marR="49640" marT="24820" marB="24820" anchor="ctr">
                    <a:lnL>
                      <a:noFill/>
                    </a:lnL>
                    <a:lnR>
                      <a:noFill/>
                    </a:lnR>
                    <a:lnT>
                      <a:noFill/>
                    </a:lnT>
                    <a:lnB>
                      <a:noFill/>
                    </a:lnB>
                    <a:noFill/>
                  </a:tcPr>
                </a:tc>
                <a:tc>
                  <a:txBody>
                    <a:bodyPr/>
                    <a:lstStyle/>
                    <a:p>
                      <a:pPr>
                        <a:buNone/>
                      </a:pPr>
                      <a:r>
                        <a:rPr lang="en-US" sz="1400" dirty="0"/>
                        <a:t>Authentication Screen</a:t>
                      </a:r>
                    </a:p>
                  </a:txBody>
                  <a:tcPr marL="49640" marR="49640" marT="24820" marB="24820" anchor="ctr">
                    <a:lnL>
                      <a:noFill/>
                    </a:lnL>
                    <a:lnR>
                      <a:noFill/>
                    </a:lnR>
                    <a:lnT>
                      <a:noFill/>
                    </a:lnT>
                    <a:lnB>
                      <a:noFill/>
                    </a:lnB>
                    <a:noFill/>
                  </a:tcPr>
                </a:tc>
                <a:tc>
                  <a:txBody>
                    <a:bodyPr/>
                    <a:lstStyle/>
                    <a:p>
                      <a:pPr>
                        <a:buNone/>
                      </a:pPr>
                      <a:r>
                        <a:rPr lang="en-US" sz="1400" dirty="0" err="1">
                          <a:latin typeface="Courier New" panose="02070309020205020404" pitchFamily="49" charset="0"/>
                        </a:rPr>
                        <a:t>auth_controller.py</a:t>
                      </a:r>
                      <a:endParaRPr lang="en-US" sz="1400" dirty="0"/>
                    </a:p>
                  </a:txBody>
                  <a:tcPr marL="49640" marR="49640" marT="24820" marB="24820" anchor="ctr">
                    <a:lnL>
                      <a:noFill/>
                    </a:lnL>
                    <a:lnR>
                      <a:noFill/>
                    </a:lnR>
                    <a:lnT>
                      <a:noFill/>
                    </a:lnT>
                    <a:lnB>
                      <a:noFill/>
                    </a:lnB>
                    <a:noFill/>
                  </a:tcPr>
                </a:tc>
                <a:tc>
                  <a:txBody>
                    <a:bodyPr/>
                    <a:lstStyle/>
                    <a:p>
                      <a:pPr>
                        <a:buNone/>
                      </a:pPr>
                      <a:r>
                        <a:rPr lang="en-US" sz="1400" dirty="0"/>
                        <a:t>TC-01: Valid login </a:t>
                      </a:r>
                      <a:br>
                        <a:rPr lang="en-US" sz="1400" dirty="0"/>
                      </a:br>
                      <a:r>
                        <a:rPr lang="en-US" sz="1400" dirty="0"/>
                        <a:t>TC-02: Invalid login</a:t>
                      </a:r>
                    </a:p>
                  </a:txBody>
                  <a:tcPr marL="49640" marR="49640" marT="24820" marB="24820" anchor="ctr">
                    <a:lnL>
                      <a:noFill/>
                    </a:lnL>
                    <a:lnR>
                      <a:noFill/>
                    </a:lnR>
                    <a:lnT>
                      <a:noFill/>
                    </a:lnT>
                    <a:lnB>
                      <a:noFill/>
                    </a:lnB>
                    <a:noFill/>
                  </a:tcPr>
                </a:tc>
                <a:extLst>
                  <a:ext uri="{0D108BD9-81ED-4DB2-BD59-A6C34878D82A}">
                    <a16:rowId xmlns:a16="http://schemas.microsoft.com/office/drawing/2014/main" val="4047362851"/>
                  </a:ext>
                </a:extLst>
              </a:tr>
              <a:tr h="758142">
                <a:tc>
                  <a:txBody>
                    <a:bodyPr/>
                    <a:lstStyle/>
                    <a:p>
                      <a:pPr>
                        <a:buNone/>
                      </a:pPr>
                      <a:r>
                        <a:rPr lang="en-US" sz="1400"/>
                        <a:t>REQ-002</a:t>
                      </a:r>
                    </a:p>
                  </a:txBody>
                  <a:tcPr marL="49640" marR="49640" marT="24820" marB="24820" anchor="ctr">
                    <a:lnL>
                      <a:noFill/>
                    </a:lnL>
                    <a:lnR>
                      <a:noFill/>
                    </a:lnR>
                    <a:lnT>
                      <a:noFill/>
                    </a:lnT>
                    <a:lnB>
                      <a:noFill/>
                    </a:lnB>
                    <a:noFill/>
                  </a:tcPr>
                </a:tc>
                <a:tc>
                  <a:txBody>
                    <a:bodyPr/>
                    <a:lstStyle/>
                    <a:p>
                      <a:pPr>
                        <a:buNone/>
                      </a:pPr>
                      <a:r>
                        <a:rPr lang="en-US" sz="1400"/>
                        <a:t>The system shall lock an account after 5 failed attempts.</a:t>
                      </a:r>
                    </a:p>
                  </a:txBody>
                  <a:tcPr marL="49640" marR="49640" marT="24820" marB="24820" anchor="ctr">
                    <a:lnL>
                      <a:noFill/>
                    </a:lnL>
                    <a:lnR>
                      <a:noFill/>
                    </a:lnR>
                    <a:lnT>
                      <a:noFill/>
                    </a:lnT>
                    <a:lnB>
                      <a:noFill/>
                    </a:lnB>
                    <a:noFill/>
                  </a:tcPr>
                </a:tc>
                <a:tc>
                  <a:txBody>
                    <a:bodyPr/>
                    <a:lstStyle/>
                    <a:p>
                      <a:pPr>
                        <a:buNone/>
                      </a:pPr>
                      <a:r>
                        <a:rPr lang="en-US" sz="1400"/>
                        <a:t>Security Policy SP-03</a:t>
                      </a:r>
                    </a:p>
                  </a:txBody>
                  <a:tcPr marL="49640" marR="49640" marT="24820" marB="24820" anchor="ctr">
                    <a:lnL>
                      <a:noFill/>
                    </a:lnL>
                    <a:lnR>
                      <a:noFill/>
                    </a:lnR>
                    <a:lnT>
                      <a:noFill/>
                    </a:lnT>
                    <a:lnB>
                      <a:noFill/>
                    </a:lnB>
                    <a:noFill/>
                  </a:tcPr>
                </a:tc>
                <a:tc>
                  <a:txBody>
                    <a:bodyPr/>
                    <a:lstStyle/>
                    <a:p>
                      <a:pPr>
                        <a:buNone/>
                      </a:pPr>
                      <a:r>
                        <a:rPr lang="en-US" sz="1400"/>
                        <a:t>User Account Manager</a:t>
                      </a:r>
                    </a:p>
                  </a:txBody>
                  <a:tcPr marL="49640" marR="49640" marT="24820" marB="24820" anchor="ctr">
                    <a:lnL>
                      <a:noFill/>
                    </a:lnL>
                    <a:lnR>
                      <a:noFill/>
                    </a:lnR>
                    <a:lnT>
                      <a:noFill/>
                    </a:lnT>
                    <a:lnB>
                      <a:noFill/>
                    </a:lnB>
                    <a:noFill/>
                  </a:tcPr>
                </a:tc>
                <a:tc>
                  <a:txBody>
                    <a:bodyPr/>
                    <a:lstStyle/>
                    <a:p>
                      <a:pPr>
                        <a:buNone/>
                      </a:pPr>
                      <a:r>
                        <a:rPr lang="en-US" sz="1400">
                          <a:latin typeface="Courier New" panose="02070309020205020404" pitchFamily="49" charset="0"/>
                        </a:rPr>
                        <a:t>user_service.py</a:t>
                      </a:r>
                      <a:endParaRPr lang="en-US" sz="1400"/>
                    </a:p>
                  </a:txBody>
                  <a:tcPr marL="49640" marR="49640" marT="24820" marB="24820" anchor="ctr">
                    <a:lnL>
                      <a:noFill/>
                    </a:lnL>
                    <a:lnR>
                      <a:noFill/>
                    </a:lnR>
                    <a:lnT>
                      <a:noFill/>
                    </a:lnT>
                    <a:lnB>
                      <a:noFill/>
                    </a:lnB>
                    <a:noFill/>
                  </a:tcPr>
                </a:tc>
                <a:tc>
                  <a:txBody>
                    <a:bodyPr/>
                    <a:lstStyle/>
                    <a:p>
                      <a:pPr>
                        <a:buNone/>
                      </a:pPr>
                      <a:r>
                        <a:rPr lang="en-US" sz="1400"/>
                        <a:t>TC-03: Lock after 5 failures</a:t>
                      </a:r>
                    </a:p>
                  </a:txBody>
                  <a:tcPr marL="49640" marR="49640" marT="24820" marB="24820" anchor="ctr">
                    <a:lnL>
                      <a:noFill/>
                    </a:lnL>
                    <a:lnR>
                      <a:noFill/>
                    </a:lnR>
                    <a:lnT>
                      <a:noFill/>
                    </a:lnT>
                    <a:lnB>
                      <a:noFill/>
                    </a:lnB>
                    <a:noFill/>
                  </a:tcPr>
                </a:tc>
                <a:extLst>
                  <a:ext uri="{0D108BD9-81ED-4DB2-BD59-A6C34878D82A}">
                    <a16:rowId xmlns:a16="http://schemas.microsoft.com/office/drawing/2014/main" val="703684152"/>
                  </a:ext>
                </a:extLst>
              </a:tr>
              <a:tr h="758142">
                <a:tc>
                  <a:txBody>
                    <a:bodyPr/>
                    <a:lstStyle/>
                    <a:p>
                      <a:pPr>
                        <a:buNone/>
                      </a:pPr>
                      <a:r>
                        <a:rPr lang="en-US" sz="1400"/>
                        <a:t>REQ-003</a:t>
                      </a:r>
                    </a:p>
                  </a:txBody>
                  <a:tcPr marL="49640" marR="49640" marT="24820" marB="24820" anchor="ctr">
                    <a:lnL>
                      <a:noFill/>
                    </a:lnL>
                    <a:lnR>
                      <a:noFill/>
                    </a:lnR>
                    <a:lnT>
                      <a:noFill/>
                    </a:lnT>
                    <a:lnB>
                      <a:noFill/>
                    </a:lnB>
                    <a:noFill/>
                  </a:tcPr>
                </a:tc>
                <a:tc>
                  <a:txBody>
                    <a:bodyPr/>
                    <a:lstStyle/>
                    <a:p>
                      <a:pPr>
                        <a:buNone/>
                      </a:pPr>
                      <a:r>
                        <a:rPr lang="en-US" sz="1400"/>
                        <a:t>The system shall encrypt all user passwords using AES-256.</a:t>
                      </a:r>
                    </a:p>
                  </a:txBody>
                  <a:tcPr marL="49640" marR="49640" marT="24820" marB="24820" anchor="ctr">
                    <a:lnL>
                      <a:noFill/>
                    </a:lnL>
                    <a:lnR>
                      <a:noFill/>
                    </a:lnR>
                    <a:lnT>
                      <a:noFill/>
                    </a:lnT>
                    <a:lnB>
                      <a:noFill/>
                    </a:lnB>
                    <a:noFill/>
                  </a:tcPr>
                </a:tc>
                <a:tc>
                  <a:txBody>
                    <a:bodyPr/>
                    <a:lstStyle/>
                    <a:p>
                      <a:pPr>
                        <a:buNone/>
                      </a:pPr>
                      <a:r>
                        <a:rPr lang="en-US" sz="1400"/>
                        <a:t>GDPR, NIST 800-63</a:t>
                      </a:r>
                    </a:p>
                  </a:txBody>
                  <a:tcPr marL="49640" marR="49640" marT="24820" marB="24820" anchor="ctr">
                    <a:lnL>
                      <a:noFill/>
                    </a:lnL>
                    <a:lnR>
                      <a:noFill/>
                    </a:lnR>
                    <a:lnT>
                      <a:noFill/>
                    </a:lnT>
                    <a:lnB>
                      <a:noFill/>
                    </a:lnB>
                    <a:noFill/>
                  </a:tcPr>
                </a:tc>
                <a:tc>
                  <a:txBody>
                    <a:bodyPr/>
                    <a:lstStyle/>
                    <a:p>
                      <a:pPr>
                        <a:buNone/>
                      </a:pPr>
                      <a:r>
                        <a:rPr lang="en-US" sz="1400"/>
                        <a:t>Encryption Module</a:t>
                      </a:r>
                    </a:p>
                  </a:txBody>
                  <a:tcPr marL="49640" marR="49640" marT="24820" marB="24820" anchor="ctr">
                    <a:lnL>
                      <a:noFill/>
                    </a:lnL>
                    <a:lnR>
                      <a:noFill/>
                    </a:lnR>
                    <a:lnT>
                      <a:noFill/>
                    </a:lnT>
                    <a:lnB>
                      <a:noFill/>
                    </a:lnB>
                    <a:noFill/>
                  </a:tcPr>
                </a:tc>
                <a:tc>
                  <a:txBody>
                    <a:bodyPr/>
                    <a:lstStyle/>
                    <a:p>
                      <a:pPr>
                        <a:buNone/>
                      </a:pPr>
                      <a:r>
                        <a:rPr lang="en-US" sz="1400">
                          <a:latin typeface="Courier New" panose="02070309020205020404" pitchFamily="49" charset="0"/>
                        </a:rPr>
                        <a:t>crypto_utils.py</a:t>
                      </a:r>
                      <a:endParaRPr lang="en-US" sz="1400"/>
                    </a:p>
                  </a:txBody>
                  <a:tcPr marL="49640" marR="49640" marT="24820" marB="24820" anchor="ctr">
                    <a:lnL>
                      <a:noFill/>
                    </a:lnL>
                    <a:lnR>
                      <a:noFill/>
                    </a:lnR>
                    <a:lnT>
                      <a:noFill/>
                    </a:lnT>
                    <a:lnB>
                      <a:noFill/>
                    </a:lnB>
                    <a:noFill/>
                  </a:tcPr>
                </a:tc>
                <a:tc>
                  <a:txBody>
                    <a:bodyPr/>
                    <a:lstStyle/>
                    <a:p>
                      <a:pPr>
                        <a:buNone/>
                      </a:pPr>
                      <a:r>
                        <a:rPr lang="en-US" sz="1400"/>
                        <a:t>TC-04: Verify AES-256 hash</a:t>
                      </a:r>
                    </a:p>
                  </a:txBody>
                  <a:tcPr marL="49640" marR="49640" marT="24820" marB="24820" anchor="ctr">
                    <a:lnL>
                      <a:noFill/>
                    </a:lnL>
                    <a:lnR>
                      <a:noFill/>
                    </a:lnR>
                    <a:lnT>
                      <a:noFill/>
                    </a:lnT>
                    <a:lnB>
                      <a:noFill/>
                    </a:lnB>
                    <a:noFill/>
                  </a:tcPr>
                </a:tc>
                <a:extLst>
                  <a:ext uri="{0D108BD9-81ED-4DB2-BD59-A6C34878D82A}">
                    <a16:rowId xmlns:a16="http://schemas.microsoft.com/office/drawing/2014/main" val="4096056627"/>
                  </a:ext>
                </a:extLst>
              </a:tr>
              <a:tr h="758142">
                <a:tc>
                  <a:txBody>
                    <a:bodyPr/>
                    <a:lstStyle/>
                    <a:p>
                      <a:pPr>
                        <a:buNone/>
                      </a:pPr>
                      <a:r>
                        <a:rPr lang="en-US" sz="1400"/>
                        <a:t>REQ-004</a:t>
                      </a:r>
                    </a:p>
                  </a:txBody>
                  <a:tcPr marL="49640" marR="49640" marT="24820" marB="24820" anchor="ctr">
                    <a:lnL>
                      <a:noFill/>
                    </a:lnL>
                    <a:lnR>
                      <a:noFill/>
                    </a:lnR>
                    <a:lnT>
                      <a:noFill/>
                    </a:lnT>
                    <a:lnB>
                      <a:noFill/>
                    </a:lnB>
                    <a:noFill/>
                  </a:tcPr>
                </a:tc>
                <a:tc>
                  <a:txBody>
                    <a:bodyPr/>
                    <a:lstStyle/>
                    <a:p>
                      <a:pPr>
                        <a:buNone/>
                      </a:pPr>
                      <a:r>
                        <a:rPr lang="en-US" sz="1400"/>
                        <a:t>The system shall support password reset via email.</a:t>
                      </a:r>
                    </a:p>
                  </a:txBody>
                  <a:tcPr marL="49640" marR="49640" marT="24820" marB="24820" anchor="ctr">
                    <a:lnL>
                      <a:noFill/>
                    </a:lnL>
                    <a:lnR>
                      <a:noFill/>
                    </a:lnR>
                    <a:lnT>
                      <a:noFill/>
                    </a:lnT>
                    <a:lnB>
                      <a:noFill/>
                    </a:lnB>
                    <a:noFill/>
                  </a:tcPr>
                </a:tc>
                <a:tc>
                  <a:txBody>
                    <a:bodyPr/>
                    <a:lstStyle/>
                    <a:p>
                      <a:pPr>
                        <a:buNone/>
                      </a:pPr>
                      <a:r>
                        <a:rPr lang="en-US" sz="1400"/>
                        <a:t>Stakeholder Need #15</a:t>
                      </a:r>
                    </a:p>
                  </a:txBody>
                  <a:tcPr marL="49640" marR="49640" marT="24820" marB="24820" anchor="ctr">
                    <a:lnL>
                      <a:noFill/>
                    </a:lnL>
                    <a:lnR>
                      <a:noFill/>
                    </a:lnR>
                    <a:lnT>
                      <a:noFill/>
                    </a:lnT>
                    <a:lnB>
                      <a:noFill/>
                    </a:lnB>
                    <a:noFill/>
                  </a:tcPr>
                </a:tc>
                <a:tc>
                  <a:txBody>
                    <a:bodyPr/>
                    <a:lstStyle/>
                    <a:p>
                      <a:pPr>
                        <a:buNone/>
                      </a:pPr>
                      <a:r>
                        <a:rPr lang="en-US" sz="1400"/>
                        <a:t>Password Reset Service</a:t>
                      </a:r>
                    </a:p>
                  </a:txBody>
                  <a:tcPr marL="49640" marR="49640" marT="24820" marB="24820" anchor="ctr">
                    <a:lnL>
                      <a:noFill/>
                    </a:lnL>
                    <a:lnR>
                      <a:noFill/>
                    </a:lnR>
                    <a:lnT>
                      <a:noFill/>
                    </a:lnT>
                    <a:lnB>
                      <a:noFill/>
                    </a:lnB>
                    <a:noFill/>
                  </a:tcPr>
                </a:tc>
                <a:tc>
                  <a:txBody>
                    <a:bodyPr/>
                    <a:lstStyle/>
                    <a:p>
                      <a:pPr>
                        <a:buNone/>
                      </a:pPr>
                      <a:r>
                        <a:rPr lang="en-US" sz="1400">
                          <a:latin typeface="Courier New" panose="02070309020205020404" pitchFamily="49" charset="0"/>
                        </a:rPr>
                        <a:t>reset_handler.py</a:t>
                      </a:r>
                      <a:endParaRPr lang="en-US" sz="1400"/>
                    </a:p>
                  </a:txBody>
                  <a:tcPr marL="49640" marR="49640" marT="24820" marB="24820" anchor="ctr">
                    <a:lnL>
                      <a:noFill/>
                    </a:lnL>
                    <a:lnR>
                      <a:noFill/>
                    </a:lnR>
                    <a:lnT>
                      <a:noFill/>
                    </a:lnT>
                    <a:lnB>
                      <a:noFill/>
                    </a:lnB>
                    <a:noFill/>
                  </a:tcPr>
                </a:tc>
                <a:tc>
                  <a:txBody>
                    <a:bodyPr/>
                    <a:lstStyle/>
                    <a:p>
                      <a:pPr>
                        <a:buNone/>
                      </a:pPr>
                      <a:r>
                        <a:rPr lang="en-US" sz="1400"/>
                        <a:t>TC-05: Reset email sent </a:t>
                      </a:r>
                      <a:br>
                        <a:rPr lang="en-US" sz="1400"/>
                      </a:br>
                      <a:r>
                        <a:rPr lang="en-US" sz="1400"/>
                        <a:t>TC-06: Reset success</a:t>
                      </a:r>
                    </a:p>
                  </a:txBody>
                  <a:tcPr marL="49640" marR="49640" marT="24820" marB="24820" anchor="ctr">
                    <a:lnL>
                      <a:noFill/>
                    </a:lnL>
                    <a:lnR>
                      <a:noFill/>
                    </a:lnR>
                    <a:lnT>
                      <a:noFill/>
                    </a:lnT>
                    <a:lnB>
                      <a:noFill/>
                    </a:lnB>
                    <a:noFill/>
                  </a:tcPr>
                </a:tc>
                <a:extLst>
                  <a:ext uri="{0D108BD9-81ED-4DB2-BD59-A6C34878D82A}">
                    <a16:rowId xmlns:a16="http://schemas.microsoft.com/office/drawing/2014/main" val="1913262861"/>
                  </a:ext>
                </a:extLst>
              </a:tr>
              <a:tr h="933406">
                <a:tc>
                  <a:txBody>
                    <a:bodyPr/>
                    <a:lstStyle/>
                    <a:p>
                      <a:pPr>
                        <a:buNone/>
                      </a:pPr>
                      <a:r>
                        <a:rPr lang="en-US" sz="1400"/>
                        <a:t>REQ-005</a:t>
                      </a:r>
                    </a:p>
                  </a:txBody>
                  <a:tcPr marL="49640" marR="49640" marT="24820" marB="24820" anchor="ctr">
                    <a:lnL>
                      <a:noFill/>
                    </a:lnL>
                    <a:lnR>
                      <a:noFill/>
                    </a:lnR>
                    <a:lnT>
                      <a:noFill/>
                    </a:lnT>
                    <a:lnB>
                      <a:noFill/>
                    </a:lnB>
                    <a:noFill/>
                  </a:tcPr>
                </a:tc>
                <a:tc>
                  <a:txBody>
                    <a:bodyPr/>
                    <a:lstStyle/>
                    <a:p>
                      <a:pPr>
                        <a:buNone/>
                      </a:pPr>
                      <a:r>
                        <a:rPr lang="en-US" sz="1400"/>
                        <a:t>The system shall provide response times &lt; 200 ms for queries.</a:t>
                      </a:r>
                    </a:p>
                  </a:txBody>
                  <a:tcPr marL="49640" marR="49640" marT="24820" marB="24820" anchor="ctr">
                    <a:lnL>
                      <a:noFill/>
                    </a:lnL>
                    <a:lnR>
                      <a:noFill/>
                    </a:lnR>
                    <a:lnT>
                      <a:noFill/>
                    </a:lnT>
                    <a:lnB>
                      <a:noFill/>
                    </a:lnB>
                    <a:noFill/>
                  </a:tcPr>
                </a:tc>
                <a:tc>
                  <a:txBody>
                    <a:bodyPr/>
                    <a:lstStyle/>
                    <a:p>
                      <a:pPr>
                        <a:buNone/>
                      </a:pPr>
                      <a:r>
                        <a:rPr lang="en-US" sz="1400"/>
                        <a:t>Performance Req PR-01</a:t>
                      </a:r>
                    </a:p>
                  </a:txBody>
                  <a:tcPr marL="49640" marR="49640" marT="24820" marB="24820" anchor="ctr">
                    <a:lnL>
                      <a:noFill/>
                    </a:lnL>
                    <a:lnR>
                      <a:noFill/>
                    </a:lnR>
                    <a:lnT>
                      <a:noFill/>
                    </a:lnT>
                    <a:lnB>
                      <a:noFill/>
                    </a:lnB>
                    <a:noFill/>
                  </a:tcPr>
                </a:tc>
                <a:tc>
                  <a:txBody>
                    <a:bodyPr/>
                    <a:lstStyle/>
                    <a:p>
                      <a:pPr>
                        <a:buNone/>
                      </a:pPr>
                      <a:r>
                        <a:rPr lang="en-US" sz="1400"/>
                        <a:t>Database Query Layer</a:t>
                      </a:r>
                    </a:p>
                  </a:txBody>
                  <a:tcPr marL="49640" marR="49640" marT="24820" marB="24820" anchor="ctr">
                    <a:lnL>
                      <a:noFill/>
                    </a:lnL>
                    <a:lnR>
                      <a:noFill/>
                    </a:lnR>
                    <a:lnT>
                      <a:noFill/>
                    </a:lnT>
                    <a:lnB>
                      <a:noFill/>
                    </a:lnB>
                    <a:noFill/>
                  </a:tcPr>
                </a:tc>
                <a:tc>
                  <a:txBody>
                    <a:bodyPr/>
                    <a:lstStyle/>
                    <a:p>
                      <a:pPr>
                        <a:buNone/>
                      </a:pPr>
                      <a:r>
                        <a:rPr lang="en-US" sz="1400">
                          <a:latin typeface="Courier New" panose="02070309020205020404" pitchFamily="49" charset="0"/>
                        </a:rPr>
                        <a:t>db_query.py</a:t>
                      </a:r>
                      <a:endParaRPr lang="en-US" sz="1400"/>
                    </a:p>
                  </a:txBody>
                  <a:tcPr marL="49640" marR="49640" marT="24820" marB="24820" anchor="ctr">
                    <a:lnL>
                      <a:noFill/>
                    </a:lnL>
                    <a:lnR>
                      <a:noFill/>
                    </a:lnR>
                    <a:lnT>
                      <a:noFill/>
                    </a:lnT>
                    <a:lnB>
                      <a:noFill/>
                    </a:lnB>
                    <a:noFill/>
                  </a:tcPr>
                </a:tc>
                <a:tc>
                  <a:txBody>
                    <a:bodyPr/>
                    <a:lstStyle/>
                    <a:p>
                      <a:pPr>
                        <a:buNone/>
                      </a:pPr>
                      <a:r>
                        <a:rPr lang="en-US" sz="1400" dirty="0"/>
                        <a:t>TC-07: Response time test</a:t>
                      </a:r>
                    </a:p>
                  </a:txBody>
                  <a:tcPr marL="49640" marR="49640" marT="24820" marB="24820" anchor="ctr">
                    <a:lnL>
                      <a:noFill/>
                    </a:lnL>
                    <a:lnR>
                      <a:noFill/>
                    </a:lnR>
                    <a:lnT>
                      <a:noFill/>
                    </a:lnT>
                    <a:lnB>
                      <a:noFill/>
                    </a:lnB>
                    <a:noFill/>
                  </a:tcPr>
                </a:tc>
                <a:extLst>
                  <a:ext uri="{0D108BD9-81ED-4DB2-BD59-A6C34878D82A}">
                    <a16:rowId xmlns:a16="http://schemas.microsoft.com/office/drawing/2014/main" val="3378133230"/>
                  </a:ext>
                </a:extLst>
              </a:tr>
            </a:tbl>
          </a:graphicData>
        </a:graphic>
      </p:graphicFrame>
      <p:sp>
        <p:nvSpPr>
          <p:cNvPr id="5" name="Slide Number Placeholder 4">
            <a:extLst>
              <a:ext uri="{FF2B5EF4-FFF2-40B4-BE49-F238E27FC236}">
                <a16:creationId xmlns:a16="http://schemas.microsoft.com/office/drawing/2014/main" id="{A5825B9E-D4AA-0B12-37F2-D54504AC4D8A}"/>
              </a:ext>
            </a:extLst>
          </p:cNvPr>
          <p:cNvSpPr>
            <a:spLocks noGrp="1"/>
          </p:cNvSpPr>
          <p:nvPr>
            <p:ph type="sldNum" sz="quarter" idx="12"/>
          </p:nvPr>
        </p:nvSpPr>
        <p:spPr>
          <a:xfrm>
            <a:off x="8610600" y="6077585"/>
            <a:ext cx="2743200" cy="365125"/>
          </a:xfrm>
        </p:spPr>
        <p:txBody>
          <a:bodyPr>
            <a:normAutofit/>
          </a:bodyPr>
          <a:lstStyle/>
          <a:p>
            <a:pPr>
              <a:spcAft>
                <a:spcPts val="600"/>
              </a:spcAft>
              <a:defRPr/>
            </a:pPr>
            <a:fld id="{0B90B016-FD2A-45C3-8118-E7F5B434B504}" type="slidenum">
              <a:rPr lang="en-US">
                <a:solidFill>
                  <a:schemeClr val="tx1">
                    <a:lumMod val="75000"/>
                    <a:lumOff val="25000"/>
                  </a:schemeClr>
                </a:solidFill>
              </a:rPr>
              <a:pPr>
                <a:spcAft>
                  <a:spcPts val="600"/>
                </a:spcAft>
                <a:defRPr/>
              </a:pPr>
              <a:t>35</a:t>
            </a:fld>
            <a:endParaRPr lang="en-US">
              <a:solidFill>
                <a:schemeClr val="tx1">
                  <a:lumMod val="75000"/>
                  <a:lumOff val="25000"/>
                </a:schemeClr>
              </a:solidFill>
            </a:endParaRPr>
          </a:p>
        </p:txBody>
      </p:sp>
    </p:spTree>
    <p:extLst>
      <p:ext uri="{BB962C8B-B14F-4D97-AF65-F5344CB8AC3E}">
        <p14:creationId xmlns:p14="http://schemas.microsoft.com/office/powerpoint/2010/main" val="283387614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488333BA-AE6E-427A-9B16-A39C8073F4E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solidFill>
            <a:schemeClr val="tx1">
              <a:lumMod val="75000"/>
              <a:lumOff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F98ED85F-DCEE-4B50-802E-71A6E3E12B0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ltGray">
          <a:xfrm>
            <a:off x="321564" y="320040"/>
            <a:ext cx="11548872" cy="6217920"/>
          </a:xfrm>
          <a:prstGeom prst="rect">
            <a:avLst/>
          </a:prstGeom>
          <a:solidFill>
            <a:schemeClr val="bg1"/>
          </a:solidFill>
          <a:ln w="127000" cap="sq" cmpd="thinThick">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838200" y="631825"/>
            <a:ext cx="10515600" cy="1325563"/>
          </a:xfrm>
        </p:spPr>
        <p:txBody>
          <a:bodyPr>
            <a:normAutofit/>
          </a:bodyPr>
          <a:lstStyle/>
          <a:p>
            <a:r>
              <a:rPr lang="en-US" dirty="0"/>
              <a:t>Bounded</a:t>
            </a:r>
          </a:p>
        </p:txBody>
      </p:sp>
      <p:sp>
        <p:nvSpPr>
          <p:cNvPr id="3" name="Content Placeholder 2"/>
          <p:cNvSpPr>
            <a:spLocks noGrp="1"/>
          </p:cNvSpPr>
          <p:nvPr>
            <p:ph idx="1"/>
          </p:nvPr>
        </p:nvSpPr>
        <p:spPr>
          <a:xfrm>
            <a:off x="838200" y="2057400"/>
            <a:ext cx="10515600" cy="3871762"/>
          </a:xfrm>
        </p:spPr>
        <p:txBody>
          <a:bodyPr>
            <a:normAutofit/>
          </a:bodyPr>
          <a:lstStyle/>
          <a:p>
            <a:r>
              <a:rPr lang="en-US" sz="2400"/>
              <a:t>A set of requirements is bounded if it does not exceed the scope of the system intent.</a:t>
            </a:r>
          </a:p>
          <a:p>
            <a:r>
              <a:rPr lang="en-US" sz="2400"/>
              <a:t>Important to avoid scope creep.</a:t>
            </a:r>
          </a:p>
          <a:p>
            <a:r>
              <a:rPr lang="en-US" sz="2400"/>
              <a:t>Refer to mission statement (or conops) to avoid scope creep;</a:t>
            </a:r>
          </a:p>
          <a:p>
            <a:pPr lvl="1"/>
            <a:r>
              <a:rPr lang="en-US" dirty="0"/>
              <a:t>e.g. does this requirement fit the mission?</a:t>
            </a:r>
          </a:p>
        </p:txBody>
      </p:sp>
      <p:sp>
        <p:nvSpPr>
          <p:cNvPr id="5" name="Slide Number Placeholder 4"/>
          <p:cNvSpPr>
            <a:spLocks noGrp="1"/>
          </p:cNvSpPr>
          <p:nvPr>
            <p:ph type="sldNum" sz="quarter" idx="12"/>
          </p:nvPr>
        </p:nvSpPr>
        <p:spPr>
          <a:xfrm>
            <a:off x="8610600" y="6077585"/>
            <a:ext cx="2743200" cy="365125"/>
          </a:xfrm>
        </p:spPr>
        <p:txBody>
          <a:bodyPr>
            <a:normAutofit/>
          </a:bodyPr>
          <a:lstStyle/>
          <a:p>
            <a:pPr>
              <a:spcAft>
                <a:spcPts val="600"/>
              </a:spcAft>
              <a:defRPr/>
            </a:pPr>
            <a:fld id="{0B90B016-FD2A-45C3-8118-E7F5B434B504}" type="slidenum">
              <a:rPr lang="en-US">
                <a:solidFill>
                  <a:schemeClr val="tx1">
                    <a:lumMod val="75000"/>
                    <a:lumOff val="25000"/>
                  </a:schemeClr>
                </a:solidFill>
              </a:rPr>
              <a:pPr>
                <a:spcAft>
                  <a:spcPts val="600"/>
                </a:spcAft>
                <a:defRPr/>
              </a:pPr>
              <a:t>36</a:t>
            </a:fld>
            <a:endParaRPr lang="en-US">
              <a:solidFill>
                <a:schemeClr val="tx1">
                  <a:lumMod val="75000"/>
                  <a:lumOff val="25000"/>
                </a:schemeClr>
              </a:solidFill>
            </a:endParaRPr>
          </a:p>
        </p:txBody>
      </p:sp>
    </p:spTree>
    <p:extLst>
      <p:ext uri="{BB962C8B-B14F-4D97-AF65-F5344CB8AC3E}">
        <p14:creationId xmlns:p14="http://schemas.microsoft.com/office/powerpoint/2010/main" val="2574109658"/>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488333BA-AE6E-427A-9B16-A39C8073F4E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solidFill>
            <a:schemeClr val="tx1">
              <a:lumMod val="75000"/>
              <a:lumOff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F98ED85F-DCEE-4B50-802E-71A6E3E12B0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ltGray">
          <a:xfrm>
            <a:off x="321564" y="320040"/>
            <a:ext cx="11548872" cy="6217920"/>
          </a:xfrm>
          <a:prstGeom prst="rect">
            <a:avLst/>
          </a:prstGeom>
          <a:solidFill>
            <a:schemeClr val="bg1"/>
          </a:solidFill>
          <a:ln w="127000" cap="sq" cmpd="thinThick">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838200" y="631825"/>
            <a:ext cx="10515600" cy="1325563"/>
          </a:xfrm>
        </p:spPr>
        <p:txBody>
          <a:bodyPr>
            <a:normAutofit/>
          </a:bodyPr>
          <a:lstStyle/>
          <a:p>
            <a:r>
              <a:rPr lang="en-US" dirty="0"/>
              <a:t>Affordable</a:t>
            </a:r>
          </a:p>
        </p:txBody>
      </p:sp>
      <p:sp>
        <p:nvSpPr>
          <p:cNvPr id="3" name="Content Placeholder 2"/>
          <p:cNvSpPr>
            <a:spLocks noGrp="1"/>
          </p:cNvSpPr>
          <p:nvPr>
            <p:ph idx="1"/>
          </p:nvPr>
        </p:nvSpPr>
        <p:spPr>
          <a:xfrm>
            <a:off x="838200" y="2057400"/>
            <a:ext cx="10515600" cy="3871762"/>
          </a:xfrm>
        </p:spPr>
        <p:txBody>
          <a:bodyPr>
            <a:normAutofit/>
          </a:bodyPr>
          <a:lstStyle/>
          <a:p>
            <a:r>
              <a:rPr lang="en-US" sz="2400"/>
              <a:t>For a set of requirements meets budgetary constraints.</a:t>
            </a:r>
          </a:p>
          <a:p>
            <a:r>
              <a:rPr lang="en-US" sz="2400"/>
              <a:t>Affordability analysis discussed later</a:t>
            </a:r>
          </a:p>
        </p:txBody>
      </p:sp>
      <p:sp>
        <p:nvSpPr>
          <p:cNvPr id="5" name="Slide Number Placeholder 4"/>
          <p:cNvSpPr>
            <a:spLocks noGrp="1"/>
          </p:cNvSpPr>
          <p:nvPr>
            <p:ph type="sldNum" sz="quarter" idx="12"/>
          </p:nvPr>
        </p:nvSpPr>
        <p:spPr>
          <a:xfrm>
            <a:off x="8610600" y="6077585"/>
            <a:ext cx="2743200" cy="365125"/>
          </a:xfrm>
        </p:spPr>
        <p:txBody>
          <a:bodyPr>
            <a:normAutofit/>
          </a:bodyPr>
          <a:lstStyle/>
          <a:p>
            <a:pPr>
              <a:spcAft>
                <a:spcPts val="600"/>
              </a:spcAft>
              <a:defRPr/>
            </a:pPr>
            <a:fld id="{0B90B016-FD2A-45C3-8118-E7F5B434B504}" type="slidenum">
              <a:rPr lang="en-US">
                <a:solidFill>
                  <a:schemeClr val="tx1">
                    <a:lumMod val="75000"/>
                    <a:lumOff val="25000"/>
                  </a:schemeClr>
                </a:solidFill>
              </a:rPr>
              <a:pPr>
                <a:spcAft>
                  <a:spcPts val="600"/>
                </a:spcAft>
                <a:defRPr/>
              </a:pPr>
              <a:t>37</a:t>
            </a:fld>
            <a:endParaRPr lang="en-US">
              <a:solidFill>
                <a:schemeClr val="tx1">
                  <a:lumMod val="75000"/>
                  <a:lumOff val="25000"/>
                </a:schemeClr>
              </a:solidFill>
            </a:endParaRPr>
          </a:p>
        </p:txBody>
      </p:sp>
    </p:spTree>
    <p:extLst>
      <p:ext uri="{BB962C8B-B14F-4D97-AF65-F5344CB8AC3E}">
        <p14:creationId xmlns:p14="http://schemas.microsoft.com/office/powerpoint/2010/main" val="482056692"/>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488333BA-AE6E-427A-9B16-A39C8073F4E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solidFill>
            <a:schemeClr val="tx1">
              <a:lumMod val="75000"/>
              <a:lumOff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F98ED85F-DCEE-4B50-802E-71A6E3E12B0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ltGray">
          <a:xfrm>
            <a:off x="321564" y="320040"/>
            <a:ext cx="11548872" cy="6217920"/>
          </a:xfrm>
          <a:prstGeom prst="rect">
            <a:avLst/>
          </a:prstGeom>
          <a:solidFill>
            <a:schemeClr val="bg1"/>
          </a:solidFill>
          <a:ln w="127000" cap="sq" cmpd="thinThick">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838200" y="631825"/>
            <a:ext cx="10515600" cy="1325563"/>
          </a:xfrm>
        </p:spPr>
        <p:txBody>
          <a:bodyPr>
            <a:normAutofit/>
          </a:bodyPr>
          <a:lstStyle/>
          <a:p>
            <a:r>
              <a:rPr lang="en-US" dirty="0"/>
              <a:t>Ranked</a:t>
            </a:r>
          </a:p>
        </p:txBody>
      </p:sp>
      <p:sp>
        <p:nvSpPr>
          <p:cNvPr id="3" name="Content Placeholder 2"/>
          <p:cNvSpPr>
            <a:spLocks noGrp="1"/>
          </p:cNvSpPr>
          <p:nvPr>
            <p:ph idx="1"/>
          </p:nvPr>
        </p:nvSpPr>
        <p:spPr>
          <a:xfrm>
            <a:off x="838200" y="2057400"/>
            <a:ext cx="10515600" cy="3871762"/>
          </a:xfrm>
        </p:spPr>
        <p:txBody>
          <a:bodyPr>
            <a:normAutofit/>
          </a:bodyPr>
          <a:lstStyle/>
          <a:p>
            <a:r>
              <a:rPr lang="en-US" sz="2400"/>
              <a:t>Not a 29148 mandated quality, but…</a:t>
            </a:r>
          </a:p>
          <a:p>
            <a:r>
              <a:rPr lang="en-US" sz="2400"/>
              <a:t>Important for design decisions, tradeoff analysis, budget negotiations and more</a:t>
            </a:r>
          </a:p>
          <a:p>
            <a:r>
              <a:rPr lang="en-US" sz="2400"/>
              <a:t>Rank can be ordinal (1, 2, 3, …) or subjective (high, medium, low), or based on need (mandatory, desirable, optional)</a:t>
            </a:r>
          </a:p>
          <a:p>
            <a:r>
              <a:rPr lang="en-US" sz="2400"/>
              <a:t>Two requirements can hold the same rank</a:t>
            </a:r>
          </a:p>
          <a:p>
            <a:r>
              <a:rPr lang="en-US" sz="2400"/>
              <a:t>Ranking is part of the requirements agreement process</a:t>
            </a:r>
          </a:p>
        </p:txBody>
      </p:sp>
      <p:sp>
        <p:nvSpPr>
          <p:cNvPr id="5" name="Slide Number Placeholder 4"/>
          <p:cNvSpPr>
            <a:spLocks noGrp="1"/>
          </p:cNvSpPr>
          <p:nvPr>
            <p:ph type="sldNum" sz="quarter" idx="12"/>
          </p:nvPr>
        </p:nvSpPr>
        <p:spPr>
          <a:xfrm>
            <a:off x="8610600" y="6077585"/>
            <a:ext cx="2743200" cy="365125"/>
          </a:xfrm>
        </p:spPr>
        <p:txBody>
          <a:bodyPr>
            <a:normAutofit/>
          </a:bodyPr>
          <a:lstStyle/>
          <a:p>
            <a:pPr>
              <a:spcAft>
                <a:spcPts val="600"/>
              </a:spcAft>
              <a:defRPr/>
            </a:pPr>
            <a:fld id="{0B90B016-FD2A-45C3-8118-E7F5B434B504}" type="slidenum">
              <a:rPr lang="en-US">
                <a:solidFill>
                  <a:schemeClr val="tx1">
                    <a:lumMod val="75000"/>
                    <a:lumOff val="25000"/>
                  </a:schemeClr>
                </a:solidFill>
              </a:rPr>
              <a:pPr>
                <a:spcAft>
                  <a:spcPts val="600"/>
                </a:spcAft>
                <a:defRPr/>
              </a:pPr>
              <a:t>38</a:t>
            </a:fld>
            <a:endParaRPr lang="en-US">
              <a:solidFill>
                <a:schemeClr val="tx1">
                  <a:lumMod val="75000"/>
                  <a:lumOff val="25000"/>
                </a:schemeClr>
              </a:solidFill>
            </a:endParaRPr>
          </a:p>
        </p:txBody>
      </p:sp>
    </p:spTree>
    <p:extLst>
      <p:ext uri="{BB962C8B-B14F-4D97-AF65-F5344CB8AC3E}">
        <p14:creationId xmlns:p14="http://schemas.microsoft.com/office/powerpoint/2010/main" val="3397386804"/>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pic>
        <p:nvPicPr>
          <p:cNvPr id="4" name="Picture 3" descr="View from top of a car speeding along a bridge">
            <a:extLst>
              <a:ext uri="{FF2B5EF4-FFF2-40B4-BE49-F238E27FC236}">
                <a16:creationId xmlns:a16="http://schemas.microsoft.com/office/drawing/2014/main" id="{1EE352E5-2F83-4672-A766-F5C7E317BAD0}"/>
              </a:ext>
            </a:extLst>
          </p:cNvPr>
          <p:cNvPicPr>
            <a:picLocks noChangeAspect="1"/>
          </p:cNvPicPr>
          <p:nvPr/>
        </p:nvPicPr>
        <p:blipFill rotWithShape="1">
          <a:blip r:embed="rId2">
            <a:grayscl/>
          </a:blip>
          <a:srcRect t="12819" b="12182"/>
          <a:stretch/>
        </p:blipFill>
        <p:spPr>
          <a:xfrm>
            <a:off x="20" y="10"/>
            <a:ext cx="12191980" cy="6857990"/>
          </a:xfrm>
          <a:prstGeom prst="rect">
            <a:avLst/>
          </a:prstGeom>
        </p:spPr>
      </p:pic>
      <p:sp>
        <p:nvSpPr>
          <p:cNvPr id="8" name="Freeform 12">
            <a:extLst>
              <a:ext uri="{FF2B5EF4-FFF2-40B4-BE49-F238E27FC236}">
                <a16:creationId xmlns:a16="http://schemas.microsoft.com/office/drawing/2014/main" id="{5625EBD2-B0F5-41AE-B3A7-8EC46826420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581594" y="2311110"/>
            <a:ext cx="7028812" cy="2235780"/>
          </a:xfrm>
          <a:custGeom>
            <a:avLst/>
            <a:gdLst>
              <a:gd name="connsiteX0" fmla="*/ 0 w 8935452"/>
              <a:gd name="connsiteY0" fmla="*/ 0 h 3735526"/>
              <a:gd name="connsiteX1" fmla="*/ 8935452 w 8935452"/>
              <a:gd name="connsiteY1" fmla="*/ 0 h 3735526"/>
              <a:gd name="connsiteX2" fmla="*/ 8935452 w 8935452"/>
              <a:gd name="connsiteY2" fmla="*/ 3384463 h 3735526"/>
              <a:gd name="connsiteX3" fmla="*/ 4674433 w 8935452"/>
              <a:gd name="connsiteY3" fmla="*/ 3384463 h 3735526"/>
              <a:gd name="connsiteX4" fmla="*/ 4470816 w 8935452"/>
              <a:gd name="connsiteY4" fmla="*/ 3735526 h 3735526"/>
              <a:gd name="connsiteX5" fmla="*/ 4267200 w 8935452"/>
              <a:gd name="connsiteY5" fmla="*/ 3384463 h 3735526"/>
              <a:gd name="connsiteX6" fmla="*/ 0 w 8935452"/>
              <a:gd name="connsiteY6" fmla="*/ 3384463 h 37355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935452" h="3735526">
                <a:moveTo>
                  <a:pt x="0" y="0"/>
                </a:moveTo>
                <a:lnTo>
                  <a:pt x="8935452" y="0"/>
                </a:lnTo>
                <a:lnTo>
                  <a:pt x="8935452" y="3384463"/>
                </a:lnTo>
                <a:lnTo>
                  <a:pt x="4674433" y="3384463"/>
                </a:lnTo>
                <a:lnTo>
                  <a:pt x="4470816" y="3735526"/>
                </a:lnTo>
                <a:lnTo>
                  <a:pt x="4267200" y="3384463"/>
                </a:lnTo>
                <a:lnTo>
                  <a:pt x="0" y="3384463"/>
                </a:lnTo>
                <a:close/>
              </a:path>
            </a:pathLst>
          </a:custGeom>
          <a:solidFill>
            <a:schemeClr val="bg2"/>
          </a:solidFill>
          <a:ln w="190500" cap="sq" cmpd="thinThick">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D6A91DC7-4916-43E8-EC18-091C7D9A9262}"/>
              </a:ext>
            </a:extLst>
          </p:cNvPr>
          <p:cNvSpPr>
            <a:spLocks noGrp="1"/>
          </p:cNvSpPr>
          <p:nvPr>
            <p:ph type="title"/>
          </p:nvPr>
        </p:nvSpPr>
        <p:spPr>
          <a:xfrm>
            <a:off x="3167062" y="2486025"/>
            <a:ext cx="5857875" cy="1676400"/>
          </a:xfrm>
        </p:spPr>
        <p:txBody>
          <a:bodyPr vert="horz" lIns="91440" tIns="45720" rIns="91440" bIns="45720" rtlCol="0" anchor="ctr">
            <a:normAutofit/>
          </a:bodyPr>
          <a:lstStyle/>
          <a:p>
            <a:pPr algn="ctr"/>
            <a:r>
              <a:rPr lang="en-US">
                <a:solidFill>
                  <a:schemeClr val="tx2"/>
                </a:solidFill>
              </a:rPr>
              <a:t>Best Practices</a:t>
            </a:r>
          </a:p>
        </p:txBody>
      </p:sp>
      <p:sp>
        <p:nvSpPr>
          <p:cNvPr id="3" name="Slide Number Placeholder 2">
            <a:extLst>
              <a:ext uri="{FF2B5EF4-FFF2-40B4-BE49-F238E27FC236}">
                <a16:creationId xmlns:a16="http://schemas.microsoft.com/office/drawing/2014/main" id="{9725E2B3-9A53-6C21-33AC-CF765A1734D9}"/>
              </a:ext>
            </a:extLst>
          </p:cNvPr>
          <p:cNvSpPr>
            <a:spLocks noGrp="1"/>
          </p:cNvSpPr>
          <p:nvPr>
            <p:ph type="sldNum" sz="quarter" idx="12"/>
          </p:nvPr>
        </p:nvSpPr>
        <p:spPr/>
        <p:txBody>
          <a:bodyPr/>
          <a:lstStyle/>
          <a:p>
            <a:fld id="{7DF6DEEC-D04A-4FF0-9A08-7D39859C24F4}" type="slidenum">
              <a:rPr lang="en-US" smtClean="0"/>
              <a:t>39</a:t>
            </a:fld>
            <a:endParaRPr lang="en-US"/>
          </a:p>
        </p:txBody>
      </p:sp>
    </p:spTree>
    <p:extLst>
      <p:ext uri="{BB962C8B-B14F-4D97-AF65-F5344CB8AC3E}">
        <p14:creationId xmlns:p14="http://schemas.microsoft.com/office/powerpoint/2010/main" val="1584176830"/>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6" name="Rectangle 15">
            <a:extLst>
              <a:ext uri="{FF2B5EF4-FFF2-40B4-BE49-F238E27FC236}">
                <a16:creationId xmlns:a16="http://schemas.microsoft.com/office/drawing/2014/main" id="{A8384FB5-9ADC-4DDC-881B-597D56F5B1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8" name="Rectangle 17">
            <a:extLst>
              <a:ext uri="{FF2B5EF4-FFF2-40B4-BE49-F238E27FC236}">
                <a16:creationId xmlns:a16="http://schemas.microsoft.com/office/drawing/2014/main" id="{91E5A9A7-95C6-4F4F-B00E-C82E07FE62E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7539" y="1417538"/>
            <a:ext cx="6875818" cy="4040744"/>
          </a:xfrm>
          <a:prstGeom prst="rect">
            <a:avLst/>
          </a:prstGeom>
          <a:gradFill>
            <a:gsLst>
              <a:gs pos="0">
                <a:srgbClr val="000000"/>
              </a:gs>
              <a:gs pos="100000">
                <a:schemeClr val="accent1">
                  <a:lumMod val="75000"/>
                </a:schemeClr>
              </a:gs>
            </a:gsLst>
            <a:lin ang="18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20" name="Rectangle 19">
            <a:extLst>
              <a:ext uri="{FF2B5EF4-FFF2-40B4-BE49-F238E27FC236}">
                <a16:creationId xmlns:a16="http://schemas.microsoft.com/office/drawing/2014/main" id="{D07DD2DE-F619-49DD-B5E7-03A290FF4ED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158495" y="2660473"/>
            <a:ext cx="4355594" cy="4038603"/>
          </a:xfrm>
          <a:prstGeom prst="rect">
            <a:avLst/>
          </a:prstGeom>
          <a:gradFill>
            <a:gsLst>
              <a:gs pos="0">
                <a:schemeClr val="accent1">
                  <a:alpha val="50000"/>
                </a:schemeClr>
              </a:gs>
              <a:gs pos="100000">
                <a:schemeClr val="accent1">
                  <a:lumMod val="50000"/>
                  <a:alpha val="0"/>
                </a:schemeClr>
              </a:gs>
            </a:gsLst>
            <a:lin ang="11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2" name="Rectangle 21">
            <a:extLst>
              <a:ext uri="{FF2B5EF4-FFF2-40B4-BE49-F238E27FC236}">
                <a16:creationId xmlns:a16="http://schemas.microsoft.com/office/drawing/2014/main" id="{85149191-5F60-4A28-AAFF-039F96B0F3E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flipH="1">
            <a:off x="-1180882" y="1638085"/>
            <a:ext cx="6857572" cy="3581401"/>
          </a:xfrm>
          <a:prstGeom prst="rect">
            <a:avLst/>
          </a:prstGeom>
          <a:gradFill>
            <a:gsLst>
              <a:gs pos="0">
                <a:srgbClr val="000000">
                  <a:alpha val="59000"/>
                </a:srgbClr>
              </a:gs>
              <a:gs pos="69000">
                <a:schemeClr val="accent1">
                  <a:alpha val="0"/>
                </a:scheme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24" name="Freeform: Shape 23">
            <a:extLst>
              <a:ext uri="{FF2B5EF4-FFF2-40B4-BE49-F238E27FC236}">
                <a16:creationId xmlns:a16="http://schemas.microsoft.com/office/drawing/2014/main" id="{F8260ED5-17F7-4158-B241-D51DD4CF1B7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6097846">
            <a:off x="-747355" y="1201312"/>
            <a:ext cx="4808302" cy="4088666"/>
          </a:xfrm>
          <a:custGeom>
            <a:avLst/>
            <a:gdLst>
              <a:gd name="connsiteX0" fmla="*/ 48844 w 4808302"/>
              <a:gd name="connsiteY0" fmla="*/ 2888671 h 4088666"/>
              <a:gd name="connsiteX1" fmla="*/ 0 w 4808302"/>
              <a:gd name="connsiteY1" fmla="*/ 2404151 h 4088666"/>
              <a:gd name="connsiteX2" fmla="*/ 2404151 w 4808302"/>
              <a:gd name="connsiteY2" fmla="*/ 0 h 4088666"/>
              <a:gd name="connsiteX3" fmla="*/ 4808302 w 4808302"/>
              <a:gd name="connsiteY3" fmla="*/ 2404151 h 4088666"/>
              <a:gd name="connsiteX4" fmla="*/ 4700216 w 4808302"/>
              <a:gd name="connsiteY4" fmla="*/ 3119072 h 4088666"/>
              <a:gd name="connsiteX5" fmla="*/ 4643143 w 4808302"/>
              <a:gd name="connsiteY5" fmla="*/ 3275009 h 4088666"/>
              <a:gd name="connsiteX6" fmla="*/ 690093 w 4808302"/>
              <a:gd name="connsiteY6" fmla="*/ 4088666 h 4088666"/>
              <a:gd name="connsiteX7" fmla="*/ 548991 w 4808302"/>
              <a:gd name="connsiteY7" fmla="*/ 3933414 h 4088666"/>
              <a:gd name="connsiteX8" fmla="*/ 48844 w 4808302"/>
              <a:gd name="connsiteY8" fmla="*/ 2888671 h 40886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808302" h="4088666">
                <a:moveTo>
                  <a:pt x="48844" y="2888671"/>
                </a:moveTo>
                <a:cubicBezTo>
                  <a:pt x="16818" y="2732167"/>
                  <a:pt x="0" y="2570123"/>
                  <a:pt x="0" y="2404151"/>
                </a:cubicBezTo>
                <a:cubicBezTo>
                  <a:pt x="0" y="1076375"/>
                  <a:pt x="1076375" y="0"/>
                  <a:pt x="2404151" y="0"/>
                </a:cubicBezTo>
                <a:cubicBezTo>
                  <a:pt x="3731927" y="0"/>
                  <a:pt x="4808302" y="1076375"/>
                  <a:pt x="4808302" y="2404151"/>
                </a:cubicBezTo>
                <a:cubicBezTo>
                  <a:pt x="4808302" y="2653109"/>
                  <a:pt x="4770461" y="2893229"/>
                  <a:pt x="4700216" y="3119072"/>
                </a:cubicBezTo>
                <a:lnTo>
                  <a:pt x="4643143" y="3275009"/>
                </a:lnTo>
                <a:lnTo>
                  <a:pt x="690093" y="4088666"/>
                </a:lnTo>
                <a:lnTo>
                  <a:pt x="548991" y="3933414"/>
                </a:lnTo>
                <a:cubicBezTo>
                  <a:pt x="304015" y="3636572"/>
                  <a:pt x="128908" y="3279932"/>
                  <a:pt x="48844" y="2888671"/>
                </a:cubicBezTo>
                <a:close/>
              </a:path>
            </a:pathLst>
          </a:custGeom>
          <a:gradFill>
            <a:gsLst>
              <a:gs pos="39000">
                <a:schemeClr val="accent1">
                  <a:lumMod val="60000"/>
                  <a:lumOff val="40000"/>
                  <a:alpha val="0"/>
                </a:schemeClr>
              </a:gs>
              <a:gs pos="100000">
                <a:schemeClr val="accent1">
                  <a:lumMod val="75000"/>
                  <a:alpha val="26000"/>
                </a:schemeClr>
              </a:gs>
            </a:gsLst>
            <a:lin ang="18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2" name="Title 1"/>
          <p:cNvSpPr>
            <a:spLocks noGrp="1"/>
          </p:cNvSpPr>
          <p:nvPr>
            <p:ph type="title"/>
          </p:nvPr>
        </p:nvSpPr>
        <p:spPr>
          <a:xfrm>
            <a:off x="660041" y="2767106"/>
            <a:ext cx="2880828" cy="3071906"/>
          </a:xfrm>
        </p:spPr>
        <p:txBody>
          <a:bodyPr vert="horz" lIns="91440" tIns="45720" rIns="91440" bIns="45720" rtlCol="0" anchor="t">
            <a:normAutofit/>
          </a:bodyPr>
          <a:lstStyle/>
          <a:p>
            <a:r>
              <a:rPr lang="en-US" sz="4000" kern="1200">
                <a:solidFill>
                  <a:srgbClr val="FFFFFF"/>
                </a:solidFill>
                <a:latin typeface="+mj-lt"/>
                <a:ea typeface="+mj-ea"/>
                <a:cs typeface="+mj-cs"/>
              </a:rPr>
              <a:t>Shall or Must?</a:t>
            </a:r>
          </a:p>
        </p:txBody>
      </p:sp>
      <p:pic>
        <p:nvPicPr>
          <p:cNvPr id="5" name="Picture 4"/>
          <p:cNvPicPr>
            <a:picLocks noChangeAspect="1"/>
          </p:cNvPicPr>
          <p:nvPr/>
        </p:nvPicPr>
        <p:blipFill>
          <a:blip r:embed="rId3"/>
          <a:stretch>
            <a:fillRect/>
          </a:stretch>
        </p:blipFill>
        <p:spPr>
          <a:xfrm>
            <a:off x="4545963" y="467208"/>
            <a:ext cx="7138678" cy="5923584"/>
          </a:xfrm>
          <a:prstGeom prst="rect">
            <a:avLst/>
          </a:prstGeom>
        </p:spPr>
      </p:pic>
      <p:sp>
        <p:nvSpPr>
          <p:cNvPr id="4" name="Slide Number Placeholder 3"/>
          <p:cNvSpPr>
            <a:spLocks noGrp="1"/>
          </p:cNvSpPr>
          <p:nvPr>
            <p:ph type="sldNum" sz="quarter" idx="12"/>
          </p:nvPr>
        </p:nvSpPr>
        <p:spPr>
          <a:xfrm>
            <a:off x="11704319" y="6455664"/>
            <a:ext cx="448056" cy="365125"/>
          </a:xfrm>
        </p:spPr>
        <p:txBody>
          <a:bodyPr vert="horz" lIns="91440" tIns="45720" rIns="91440" bIns="45720" rtlCol="0" anchor="ctr">
            <a:normAutofit/>
          </a:bodyPr>
          <a:lstStyle/>
          <a:p>
            <a:pPr marL="0" marR="0" lvl="0" indent="0" algn="r" defTabSz="914400" rtl="0" eaLnBrk="1" fontAlgn="auto" latinLnBrk="0" hangingPunct="1">
              <a:lnSpc>
                <a:spcPct val="100000"/>
              </a:lnSpc>
              <a:spcBef>
                <a:spcPts val="0"/>
              </a:spcBef>
              <a:spcAft>
                <a:spcPts val="600"/>
              </a:spcAft>
              <a:buClrTx/>
              <a:buSzTx/>
              <a:buFontTx/>
              <a:buNone/>
              <a:tabLst/>
              <a:defRPr/>
            </a:pPr>
            <a:fld id="{32D7D2C2-707B-4A46-9555-1B03A5CE72A9}" type="slidenum">
              <a:rPr kumimoji="0" lang="en-US" sz="1100" b="0" i="0" u="none" strike="noStrike" kern="1200" cap="none" spc="0" normalizeH="0" baseline="0" noProof="0">
                <a:ln>
                  <a:noFill/>
                </a:ln>
                <a:solidFill>
                  <a:prstClr val="black">
                    <a:lumMod val="50000"/>
                    <a:lumOff val="50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600"/>
                </a:spcAft>
                <a:buClrTx/>
                <a:buSzTx/>
                <a:buFontTx/>
                <a:buNone/>
                <a:tabLst/>
                <a:defRPr/>
              </a:pPr>
              <a:t>40</a:t>
            </a:fld>
            <a:endParaRPr kumimoji="0" lang="en-US" sz="1100" b="0" i="0" u="none" strike="noStrike" kern="1200" cap="none" spc="0" normalizeH="0" baseline="0" noProof="0">
              <a:ln>
                <a:noFill/>
              </a:ln>
              <a:solidFill>
                <a:prstClr val="black">
                  <a:lumMod val="50000"/>
                  <a:lumOff val="50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382184463"/>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26984" name="Rectangle 126983">
            <a:extLst>
              <a:ext uri="{FF2B5EF4-FFF2-40B4-BE49-F238E27FC236}">
                <a16:creationId xmlns:a16="http://schemas.microsoft.com/office/drawing/2014/main" id="{87A57295-2710-4920-B99A-4D1FA03A62B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solidFill>
            <a:schemeClr val="tx1">
              <a:lumMod val="75000"/>
              <a:lumOff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useBgFill="1">
        <p:nvSpPr>
          <p:cNvPr id="126986" name="Rectangle 126985">
            <a:extLst>
              <a:ext uri="{FF2B5EF4-FFF2-40B4-BE49-F238E27FC236}">
                <a16:creationId xmlns:a16="http://schemas.microsoft.com/office/drawing/2014/main" id="{78067929-4D33-4306-9E2F-67C49CDDB5D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33400" y="465745"/>
            <a:ext cx="11125200" cy="563943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26978" name="Rectangle 2"/>
          <p:cNvSpPr>
            <a:spLocks noGrp="1" noChangeArrowheads="1"/>
          </p:cNvSpPr>
          <p:nvPr>
            <p:ph type="title"/>
          </p:nvPr>
        </p:nvSpPr>
        <p:spPr>
          <a:xfrm>
            <a:off x="838200" y="894027"/>
            <a:ext cx="3494362" cy="4782873"/>
          </a:xfrm>
        </p:spPr>
        <p:txBody>
          <a:bodyPr>
            <a:normAutofit/>
          </a:bodyPr>
          <a:lstStyle/>
          <a:p>
            <a:pPr algn="r" eaLnBrk="1" hangingPunct="1">
              <a:defRPr/>
            </a:pPr>
            <a:r>
              <a:rPr lang="en-US" dirty="0"/>
              <a:t>Best Practices</a:t>
            </a:r>
          </a:p>
        </p:txBody>
      </p:sp>
      <p:cxnSp>
        <p:nvCxnSpPr>
          <p:cNvPr id="126988" name="Straight Connector 126987">
            <a:extLst>
              <a:ext uri="{FF2B5EF4-FFF2-40B4-BE49-F238E27FC236}">
                <a16:creationId xmlns:a16="http://schemas.microsoft.com/office/drawing/2014/main" id="{2D72A2C9-F3CA-4216-8BAD-FA4C970C3C4E}"/>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4654296" y="2057400"/>
            <a:ext cx="0" cy="2743200"/>
          </a:xfrm>
          <a:prstGeom prst="line">
            <a:avLst/>
          </a:prstGeom>
          <a:ln w="19050">
            <a:solidFill>
              <a:schemeClr val="tx1">
                <a:alpha val="80000"/>
              </a:schemeClr>
            </a:solidFill>
          </a:ln>
        </p:spPr>
        <p:style>
          <a:lnRef idx="1">
            <a:schemeClr val="accent1"/>
          </a:lnRef>
          <a:fillRef idx="0">
            <a:schemeClr val="accent1"/>
          </a:fillRef>
          <a:effectRef idx="0">
            <a:schemeClr val="accent1"/>
          </a:effectRef>
          <a:fontRef idx="minor">
            <a:schemeClr val="tx1"/>
          </a:fontRef>
        </p:style>
      </p:cxnSp>
      <p:sp>
        <p:nvSpPr>
          <p:cNvPr id="126979" name="Rectangle 3"/>
          <p:cNvSpPr>
            <a:spLocks noGrp="1" noChangeArrowheads="1"/>
          </p:cNvSpPr>
          <p:nvPr>
            <p:ph type="body" idx="1"/>
          </p:nvPr>
        </p:nvSpPr>
        <p:spPr>
          <a:xfrm>
            <a:off x="4976032" y="894027"/>
            <a:ext cx="6377768" cy="4782873"/>
          </a:xfrm>
        </p:spPr>
        <p:txBody>
          <a:bodyPr anchor="ctr">
            <a:normAutofit/>
          </a:bodyPr>
          <a:lstStyle/>
          <a:p>
            <a:pPr eaLnBrk="1" hangingPunct="1">
              <a:defRPr/>
            </a:pPr>
            <a:r>
              <a:rPr lang="en-GB" sz="2400" dirty="0"/>
              <a:t>Use language in a consistent way. </a:t>
            </a:r>
            <a:endParaRPr lang="en-US" sz="2400" dirty="0"/>
          </a:p>
          <a:p>
            <a:pPr eaLnBrk="1" hangingPunct="1">
              <a:defRPr/>
            </a:pPr>
            <a:r>
              <a:rPr lang="en-GB" sz="2400" dirty="0"/>
              <a:t>Use “shall” for mandatory requirements,</a:t>
            </a:r>
            <a:endParaRPr lang="en-US" sz="2400" dirty="0"/>
          </a:p>
          <a:p>
            <a:pPr eaLnBrk="1" hangingPunct="1">
              <a:defRPr/>
            </a:pPr>
            <a:r>
              <a:rPr lang="en-GB" sz="2400" dirty="0"/>
              <a:t>Use “should”</a:t>
            </a:r>
            <a:r>
              <a:rPr lang="en-GB" sz="2400" b="1" dirty="0"/>
              <a:t> </a:t>
            </a:r>
            <a:r>
              <a:rPr lang="en-GB" sz="2400" dirty="0"/>
              <a:t>for desirable requirements</a:t>
            </a:r>
            <a:endParaRPr lang="en-US" sz="2400" dirty="0"/>
          </a:p>
          <a:p>
            <a:pPr eaLnBrk="1" hangingPunct="1">
              <a:defRPr/>
            </a:pPr>
            <a:r>
              <a:rPr lang="en-GB" sz="2400" dirty="0"/>
              <a:t>Use text highlighting to identify key parts of the requirement.</a:t>
            </a:r>
            <a:endParaRPr lang="en-US" sz="2400" dirty="0"/>
          </a:p>
          <a:p>
            <a:pPr eaLnBrk="1" hangingPunct="1">
              <a:defRPr/>
            </a:pPr>
            <a:r>
              <a:rPr lang="en-GB" sz="2400" dirty="0"/>
              <a:t>Avoid the use of technical language unless it is warranted.</a:t>
            </a:r>
            <a:endParaRPr lang="en-US" sz="2400" dirty="0"/>
          </a:p>
          <a:p>
            <a:pPr eaLnBrk="1" hangingPunct="1">
              <a:defRPr/>
            </a:pPr>
            <a:endParaRPr lang="en-US" sz="2400" dirty="0"/>
          </a:p>
        </p:txBody>
      </p:sp>
      <p:sp>
        <p:nvSpPr>
          <p:cNvPr id="6" name="Slide Number Placeholder 5"/>
          <p:cNvSpPr>
            <a:spLocks noGrp="1"/>
          </p:cNvSpPr>
          <p:nvPr>
            <p:ph type="sldNum" sz="quarter" idx="12"/>
          </p:nvPr>
        </p:nvSpPr>
        <p:spPr>
          <a:xfrm>
            <a:off x="10571516" y="6355080"/>
            <a:ext cx="782283" cy="365125"/>
          </a:xfrm>
        </p:spPr>
        <p:txBody>
          <a:bodyPr>
            <a:normAutofit/>
          </a:bodyPr>
          <a:lstStyle/>
          <a:p>
            <a:pPr marL="0" marR="0" lvl="0" indent="0" algn="r" defTabSz="914400" rtl="0" eaLnBrk="1" fontAlgn="auto" latinLnBrk="0" hangingPunct="1">
              <a:lnSpc>
                <a:spcPct val="100000"/>
              </a:lnSpc>
              <a:spcBef>
                <a:spcPts val="0"/>
              </a:spcBef>
              <a:spcAft>
                <a:spcPts val="600"/>
              </a:spcAft>
              <a:buClrTx/>
              <a:buSzTx/>
              <a:buFontTx/>
              <a:buNone/>
              <a:tabLst/>
              <a:defRPr/>
            </a:pPr>
            <a:fld id="{2D9D07D5-A15E-4949-8925-8B135B572750}" type="slidenum">
              <a:rPr kumimoji="0" lang="en-US" sz="1050" b="0" i="0" u="none" strike="noStrike" kern="1200" cap="none" spc="0" normalizeH="0" baseline="0" noProof="0">
                <a:ln>
                  <a:noFill/>
                </a:ln>
                <a:solidFill>
                  <a:prstClr val="white">
                    <a:alpha val="80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600"/>
                </a:spcAft>
                <a:buClrTx/>
                <a:buSzTx/>
                <a:buFontTx/>
                <a:buNone/>
                <a:tabLst/>
                <a:defRPr/>
              </a:pPr>
              <a:t>41</a:t>
            </a:fld>
            <a:endParaRPr kumimoji="0" lang="en-US" sz="1050" b="0" i="0" u="none" strike="noStrike" kern="1200" cap="none" spc="0" normalizeH="0" baseline="0" noProof="0">
              <a:ln>
                <a:noFill/>
              </a:ln>
              <a:solidFill>
                <a:prstClr val="white">
                  <a:alpha val="80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748759523"/>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B819A166-7571-4003-A6B8-B62034C3ED3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5093209"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2" name="Title 1"/>
          <p:cNvSpPr>
            <a:spLocks noGrp="1"/>
          </p:cNvSpPr>
          <p:nvPr>
            <p:ph type="title"/>
          </p:nvPr>
        </p:nvSpPr>
        <p:spPr>
          <a:xfrm>
            <a:off x="524741" y="620392"/>
            <a:ext cx="3808268" cy="5504688"/>
          </a:xfrm>
        </p:spPr>
        <p:txBody>
          <a:bodyPr>
            <a:normAutofit/>
          </a:bodyPr>
          <a:lstStyle/>
          <a:p>
            <a:r>
              <a:rPr lang="en-US" sz="4700">
                <a:solidFill>
                  <a:schemeClr val="bg1"/>
                </a:solidFill>
              </a:rPr>
              <a:t>Shall Not Requirements</a:t>
            </a:r>
          </a:p>
        </p:txBody>
      </p:sp>
      <p:sp>
        <p:nvSpPr>
          <p:cNvPr id="5" name="Slide Number Placeholder 4"/>
          <p:cNvSpPr>
            <a:spLocks noGrp="1"/>
          </p:cNvSpPr>
          <p:nvPr>
            <p:ph type="sldNum" sz="quarter" idx="12"/>
          </p:nvPr>
        </p:nvSpPr>
        <p:spPr>
          <a:xfrm>
            <a:off x="8610600" y="6356350"/>
            <a:ext cx="2743200" cy="365125"/>
          </a:xfrm>
        </p:spPr>
        <p:txBody>
          <a:bodyPr>
            <a:normAutofit/>
          </a:bodyPr>
          <a:lstStyle/>
          <a:p>
            <a:pPr marL="0" marR="0" lvl="0" indent="0" algn="r" defTabSz="914400" rtl="0" eaLnBrk="1" fontAlgn="auto" latinLnBrk="0" hangingPunct="1">
              <a:lnSpc>
                <a:spcPct val="100000"/>
              </a:lnSpc>
              <a:spcBef>
                <a:spcPts val="0"/>
              </a:spcBef>
              <a:spcAft>
                <a:spcPts val="600"/>
              </a:spcAft>
              <a:buClrTx/>
              <a:buSzTx/>
              <a:buFontTx/>
              <a:buNone/>
              <a:tabLst/>
              <a:defRPr/>
            </a:pPr>
            <a:fld id="{8C3B979E-D810-45CB-BB0A-EDCE524E644E}"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600"/>
                </a:spcAft>
                <a:buClrTx/>
                <a:buSzTx/>
                <a:buFontTx/>
                <a:buNone/>
                <a:tabLst/>
                <a:defRPr/>
              </a:pPr>
              <a:t>42</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graphicFrame>
        <p:nvGraphicFramePr>
          <p:cNvPr id="7" name="Content Placeholder 2">
            <a:extLst>
              <a:ext uri="{FF2B5EF4-FFF2-40B4-BE49-F238E27FC236}">
                <a16:creationId xmlns:a16="http://schemas.microsoft.com/office/drawing/2014/main" id="{73D8126F-EC41-AA46-A7A0-44C65964B0DA}"/>
              </a:ext>
            </a:extLst>
          </p:cNvPr>
          <p:cNvGraphicFramePr>
            <a:graphicFrameLocks noGrp="1"/>
          </p:cNvGraphicFramePr>
          <p:nvPr>
            <p:ph idx="1"/>
          </p:nvPr>
        </p:nvGraphicFramePr>
        <p:xfrm>
          <a:off x="5468389" y="620392"/>
          <a:ext cx="6263640" cy="550468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737607617"/>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Avoid The Following</a:t>
            </a:r>
            <a:endParaRPr lang="en-US" dirty="0"/>
          </a:p>
        </p:txBody>
      </p:sp>
      <p:graphicFrame>
        <p:nvGraphicFramePr>
          <p:cNvPr id="13" name="Content Placeholder 2">
            <a:extLst>
              <a:ext uri="{FF2B5EF4-FFF2-40B4-BE49-F238E27FC236}">
                <a16:creationId xmlns:a16="http://schemas.microsoft.com/office/drawing/2014/main" id="{F571BC93-90F4-06E8-8C06-F8EBD309AA92}"/>
              </a:ext>
            </a:extLst>
          </p:cNvPr>
          <p:cNvGraphicFramePr>
            <a:graphicFrameLocks noGrp="1"/>
          </p:cNvGraphicFramePr>
          <p:nvPr>
            <p:ph idx="1"/>
          </p:nvPr>
        </p:nvGraphicFramePr>
        <p:xfrm>
          <a:off x="838200" y="1825625"/>
          <a:ext cx="10515600" cy="435133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5" name="Slide Number Placeholder 4"/>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rPr>
              <a:t> </a:t>
            </a:r>
            <a:fld id="{8C3B979E-D810-45CB-BB0A-EDCE524E644E}"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43</a:t>
            </a:fld>
            <a:endParaRPr kumimoji="0" lang="en-US" sz="1200" b="0" i="0" u="none" strike="noStrike" kern="1200" cap="none" spc="0" normalizeH="0" baseline="0" noProof="0" dirty="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976265387"/>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25960" name="Rectangle 125959">
            <a:extLst>
              <a:ext uri="{FF2B5EF4-FFF2-40B4-BE49-F238E27FC236}">
                <a16:creationId xmlns:a16="http://schemas.microsoft.com/office/drawing/2014/main" id="{87A57295-2710-4920-B99A-4D1FA03A62B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solidFill>
            <a:schemeClr val="tx1">
              <a:lumMod val="75000"/>
              <a:lumOff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useBgFill="1">
        <p:nvSpPr>
          <p:cNvPr id="125962" name="Rectangle 125961">
            <a:extLst>
              <a:ext uri="{FF2B5EF4-FFF2-40B4-BE49-F238E27FC236}">
                <a16:creationId xmlns:a16="http://schemas.microsoft.com/office/drawing/2014/main" id="{78067929-4D33-4306-9E2F-67C49CDDB5D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33400" y="465745"/>
            <a:ext cx="11125200" cy="563943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25954" name="Rectangle 2"/>
          <p:cNvSpPr>
            <a:spLocks noGrp="1" noChangeArrowheads="1"/>
          </p:cNvSpPr>
          <p:nvPr>
            <p:ph type="title"/>
          </p:nvPr>
        </p:nvSpPr>
        <p:spPr>
          <a:xfrm>
            <a:off x="838200" y="894027"/>
            <a:ext cx="3494362" cy="4782873"/>
          </a:xfrm>
        </p:spPr>
        <p:txBody>
          <a:bodyPr>
            <a:normAutofit/>
          </a:bodyPr>
          <a:lstStyle/>
          <a:p>
            <a:pPr algn="r" eaLnBrk="1" hangingPunct="1">
              <a:defRPr/>
            </a:pPr>
            <a:r>
              <a:rPr lang="en-US"/>
              <a:t>Bad Habits in Requirements Specification</a:t>
            </a:r>
          </a:p>
        </p:txBody>
      </p:sp>
      <p:cxnSp>
        <p:nvCxnSpPr>
          <p:cNvPr id="125964" name="Straight Connector 125963">
            <a:extLst>
              <a:ext uri="{FF2B5EF4-FFF2-40B4-BE49-F238E27FC236}">
                <a16:creationId xmlns:a16="http://schemas.microsoft.com/office/drawing/2014/main" id="{2D72A2C9-F3CA-4216-8BAD-FA4C970C3C4E}"/>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4654296" y="2057400"/>
            <a:ext cx="0" cy="2743200"/>
          </a:xfrm>
          <a:prstGeom prst="line">
            <a:avLst/>
          </a:prstGeom>
          <a:ln w="19050">
            <a:solidFill>
              <a:schemeClr val="tx1">
                <a:alpha val="80000"/>
              </a:schemeClr>
            </a:solidFill>
          </a:ln>
        </p:spPr>
        <p:style>
          <a:lnRef idx="1">
            <a:schemeClr val="accent1"/>
          </a:lnRef>
          <a:fillRef idx="0">
            <a:schemeClr val="accent1"/>
          </a:fillRef>
          <a:effectRef idx="0">
            <a:schemeClr val="accent1"/>
          </a:effectRef>
          <a:fontRef idx="minor">
            <a:schemeClr val="tx1"/>
          </a:fontRef>
        </p:style>
      </p:cxnSp>
      <p:sp>
        <p:nvSpPr>
          <p:cNvPr id="125955" name="Rectangle 3"/>
          <p:cNvSpPr>
            <a:spLocks noGrp="1" noChangeArrowheads="1"/>
          </p:cNvSpPr>
          <p:nvPr>
            <p:ph type="body" idx="1"/>
          </p:nvPr>
        </p:nvSpPr>
        <p:spPr>
          <a:xfrm>
            <a:off x="4976032" y="894027"/>
            <a:ext cx="6377768" cy="4782873"/>
          </a:xfrm>
        </p:spPr>
        <p:txBody>
          <a:bodyPr anchor="ctr">
            <a:normAutofit/>
          </a:bodyPr>
          <a:lstStyle/>
          <a:p>
            <a:pPr algn="just" eaLnBrk="1" hangingPunct="1">
              <a:defRPr/>
            </a:pPr>
            <a:r>
              <a:rPr lang="en-US" sz="2400" dirty="0"/>
              <a:t>Mixing of operational and descriptive specifications.</a:t>
            </a:r>
          </a:p>
          <a:p>
            <a:pPr algn="just" eaLnBrk="1" hangingPunct="1">
              <a:defRPr/>
            </a:pPr>
            <a:r>
              <a:rPr lang="en-US" sz="2400" dirty="0"/>
              <a:t>Combining low-level hardware functionality and high level systems and software functionality in the same functional level.</a:t>
            </a:r>
          </a:p>
          <a:p>
            <a:pPr algn="just" eaLnBrk="1" hangingPunct="1">
              <a:defRPr/>
            </a:pPr>
            <a:r>
              <a:rPr lang="en-US" sz="2400" dirty="0"/>
              <a:t>Omission of timing information.</a:t>
            </a:r>
          </a:p>
        </p:txBody>
      </p:sp>
      <p:sp>
        <p:nvSpPr>
          <p:cNvPr id="6" name="Slide Number Placeholder 5"/>
          <p:cNvSpPr>
            <a:spLocks noGrp="1"/>
          </p:cNvSpPr>
          <p:nvPr>
            <p:ph type="sldNum" sz="quarter" idx="12"/>
          </p:nvPr>
        </p:nvSpPr>
        <p:spPr>
          <a:xfrm>
            <a:off x="10571516" y="6355080"/>
            <a:ext cx="782283" cy="365125"/>
          </a:xfrm>
        </p:spPr>
        <p:txBody>
          <a:bodyPr>
            <a:normAutofit/>
          </a:bodyPr>
          <a:lstStyle/>
          <a:p>
            <a:pPr marL="0" marR="0" lvl="0" indent="0" algn="r" defTabSz="914400" rtl="0" eaLnBrk="1" fontAlgn="auto" latinLnBrk="0" hangingPunct="1">
              <a:lnSpc>
                <a:spcPct val="100000"/>
              </a:lnSpc>
              <a:spcBef>
                <a:spcPts val="0"/>
              </a:spcBef>
              <a:spcAft>
                <a:spcPts val="600"/>
              </a:spcAft>
              <a:buClrTx/>
              <a:buSzTx/>
              <a:buFontTx/>
              <a:buNone/>
              <a:tabLst/>
              <a:defRPr/>
            </a:pPr>
            <a:fld id="{788C250B-0CCE-4170-90C6-F0FD4194410B}" type="slidenum">
              <a:rPr kumimoji="0" lang="en-US" sz="1050" b="0" i="0" u="none" strike="noStrike" kern="1200" cap="none" spc="0" normalizeH="0" baseline="0" noProof="0">
                <a:ln>
                  <a:noFill/>
                </a:ln>
                <a:solidFill>
                  <a:prstClr val="white">
                    <a:alpha val="80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600"/>
                </a:spcAft>
                <a:buClrTx/>
                <a:buSzTx/>
                <a:buFontTx/>
                <a:buNone/>
                <a:tabLst/>
                <a:defRPr/>
              </a:pPr>
              <a:t>44</a:t>
            </a:fld>
            <a:endParaRPr kumimoji="0" lang="en-US" sz="1050" b="0" i="0" u="none" strike="noStrike" kern="1200" cap="none" spc="0" normalizeH="0" baseline="0" noProof="0">
              <a:ln>
                <a:noFill/>
              </a:ln>
              <a:solidFill>
                <a:prstClr val="white">
                  <a:alpha val="80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722429231"/>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28009" name="Rectangle 128008">
            <a:extLst>
              <a:ext uri="{FF2B5EF4-FFF2-40B4-BE49-F238E27FC236}">
                <a16:creationId xmlns:a16="http://schemas.microsoft.com/office/drawing/2014/main" id="{B819A166-7571-4003-A6B8-B62034C3ED3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5093209"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128002" name="Rectangle 2"/>
          <p:cNvSpPr>
            <a:spLocks noGrp="1" noChangeArrowheads="1"/>
          </p:cNvSpPr>
          <p:nvPr>
            <p:ph type="title"/>
          </p:nvPr>
        </p:nvSpPr>
        <p:spPr>
          <a:xfrm>
            <a:off x="524741" y="620392"/>
            <a:ext cx="3808268" cy="5504688"/>
          </a:xfrm>
        </p:spPr>
        <p:txBody>
          <a:bodyPr>
            <a:normAutofit/>
          </a:bodyPr>
          <a:lstStyle/>
          <a:p>
            <a:pPr eaLnBrk="1" hangingPunct="1">
              <a:defRPr/>
            </a:pPr>
            <a:r>
              <a:rPr lang="en-US" sz="6000">
                <a:solidFill>
                  <a:schemeClr val="bg1"/>
                </a:solidFill>
              </a:rPr>
              <a:t>Best Practices</a:t>
            </a:r>
          </a:p>
        </p:txBody>
      </p:sp>
      <p:sp>
        <p:nvSpPr>
          <p:cNvPr id="6" name="Slide Number Placeholder 5"/>
          <p:cNvSpPr>
            <a:spLocks noGrp="1"/>
          </p:cNvSpPr>
          <p:nvPr>
            <p:ph type="sldNum" sz="quarter" idx="12"/>
          </p:nvPr>
        </p:nvSpPr>
        <p:spPr>
          <a:xfrm>
            <a:off x="8610600" y="6356350"/>
            <a:ext cx="2743200" cy="365125"/>
          </a:xfrm>
        </p:spPr>
        <p:txBody>
          <a:bodyPr>
            <a:normAutofit/>
          </a:bodyPr>
          <a:lstStyle/>
          <a:p>
            <a:pPr marL="0" marR="0" lvl="0" indent="0" algn="r" defTabSz="914400" rtl="0" eaLnBrk="1" fontAlgn="auto" latinLnBrk="0" hangingPunct="1">
              <a:lnSpc>
                <a:spcPct val="100000"/>
              </a:lnSpc>
              <a:spcBef>
                <a:spcPts val="0"/>
              </a:spcBef>
              <a:spcAft>
                <a:spcPts val="600"/>
              </a:spcAft>
              <a:buClrTx/>
              <a:buSzTx/>
              <a:buFontTx/>
              <a:buNone/>
              <a:tabLst/>
              <a:defRPr/>
            </a:pPr>
            <a:fld id="{4526AC5B-49FE-4D8D-B234-8A940BCD8592}" type="slidenum">
              <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600"/>
                </a:spcAft>
                <a:buClrTx/>
                <a:buSzTx/>
                <a:buFontTx/>
                <a:buNone/>
                <a:tabLst/>
                <a:defRPr/>
              </a:pPr>
              <a:t>45</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graphicFrame>
        <p:nvGraphicFramePr>
          <p:cNvPr id="128005" name="Rectangle 3">
            <a:extLst>
              <a:ext uri="{FF2B5EF4-FFF2-40B4-BE49-F238E27FC236}">
                <a16:creationId xmlns:a16="http://schemas.microsoft.com/office/drawing/2014/main" id="{90FD3994-2F45-E6D3-1C96-660FB5236F30}"/>
              </a:ext>
            </a:extLst>
          </p:cNvPr>
          <p:cNvGraphicFramePr/>
          <p:nvPr/>
        </p:nvGraphicFramePr>
        <p:xfrm>
          <a:off x="5468389" y="620392"/>
          <a:ext cx="6263640" cy="550468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937876620"/>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Slide Number Placeholder 6"/>
          <p:cNvSpPr>
            <a:spLocks noGrp="1"/>
          </p:cNvSpPr>
          <p:nvPr>
            <p:ph type="sldNum" sz="quarter" idx="12"/>
          </p:nvPr>
        </p:nvSpPr>
        <p:spPr/>
        <p:txBody>
          <a:bodyPr/>
          <a:lstStyle/>
          <a:p>
            <a:pPr>
              <a:defRPr/>
            </a:pPr>
            <a:fld id="{66B7DD10-6D56-4B91-8E98-3D2B0F61A923}" type="slidenum">
              <a:rPr lang="en-US"/>
              <a:pPr>
                <a:defRPr/>
              </a:pPr>
              <a:t>46</a:t>
            </a:fld>
            <a:endParaRPr lang="en-US"/>
          </a:p>
        </p:txBody>
      </p:sp>
      <p:sp>
        <p:nvSpPr>
          <p:cNvPr id="115714" name="Rectangle 2"/>
          <p:cNvSpPr>
            <a:spLocks noGrp="1" noChangeArrowheads="1"/>
          </p:cNvSpPr>
          <p:nvPr>
            <p:ph type="title"/>
          </p:nvPr>
        </p:nvSpPr>
        <p:spPr/>
        <p:txBody>
          <a:bodyPr/>
          <a:lstStyle/>
          <a:p>
            <a:pPr eaLnBrk="1" hangingPunct="1">
              <a:defRPr/>
            </a:pPr>
            <a:r>
              <a:rPr lang="en-US" dirty="0"/>
              <a:t>Weak Phrases</a:t>
            </a:r>
          </a:p>
        </p:txBody>
      </p:sp>
      <p:sp>
        <p:nvSpPr>
          <p:cNvPr id="115715" name="Rectangle 3"/>
          <p:cNvSpPr>
            <a:spLocks noGrp="1" noChangeArrowheads="1"/>
          </p:cNvSpPr>
          <p:nvPr>
            <p:ph type="body" sz="half" idx="1"/>
          </p:nvPr>
        </p:nvSpPr>
        <p:spPr>
          <a:xfrm>
            <a:off x="1981200" y="2332038"/>
            <a:ext cx="4038600" cy="4525962"/>
          </a:xfrm>
        </p:spPr>
        <p:txBody>
          <a:bodyPr/>
          <a:lstStyle/>
          <a:p>
            <a:pPr eaLnBrk="1" hangingPunct="1">
              <a:buClr>
                <a:schemeClr val="tx1"/>
              </a:buClr>
              <a:defRPr/>
            </a:pPr>
            <a:r>
              <a:rPr lang="en-US" dirty="0"/>
              <a:t>Adequate</a:t>
            </a:r>
          </a:p>
          <a:p>
            <a:pPr eaLnBrk="1" hangingPunct="1">
              <a:buClr>
                <a:schemeClr val="tx1"/>
              </a:buClr>
              <a:defRPr/>
            </a:pPr>
            <a:r>
              <a:rPr lang="en-US" dirty="0"/>
              <a:t>As a minimum</a:t>
            </a:r>
          </a:p>
          <a:p>
            <a:pPr eaLnBrk="1" hangingPunct="1">
              <a:buClr>
                <a:schemeClr val="tx1"/>
              </a:buClr>
              <a:defRPr/>
            </a:pPr>
            <a:r>
              <a:rPr lang="en-US" dirty="0"/>
              <a:t>As applicable</a:t>
            </a:r>
          </a:p>
          <a:p>
            <a:pPr eaLnBrk="1" hangingPunct="1">
              <a:buClr>
                <a:schemeClr val="tx1"/>
              </a:buClr>
              <a:defRPr/>
            </a:pPr>
            <a:r>
              <a:rPr lang="en-US" dirty="0"/>
              <a:t>Be able to</a:t>
            </a:r>
          </a:p>
          <a:p>
            <a:pPr eaLnBrk="1" hangingPunct="1">
              <a:buClr>
                <a:schemeClr val="tx1"/>
              </a:buClr>
              <a:defRPr/>
            </a:pPr>
            <a:r>
              <a:rPr lang="en-US" dirty="0"/>
              <a:t>Be capable</a:t>
            </a:r>
          </a:p>
          <a:p>
            <a:pPr eaLnBrk="1" hangingPunct="1">
              <a:buClr>
                <a:schemeClr val="tx1"/>
              </a:buClr>
              <a:defRPr/>
            </a:pPr>
            <a:r>
              <a:rPr lang="en-US" dirty="0"/>
              <a:t>But not limited to </a:t>
            </a:r>
          </a:p>
          <a:p>
            <a:pPr eaLnBrk="1" hangingPunct="1">
              <a:buClr>
                <a:schemeClr val="tx1"/>
              </a:buClr>
              <a:defRPr/>
            </a:pPr>
            <a:r>
              <a:rPr lang="en-US" dirty="0"/>
              <a:t>Capability of</a:t>
            </a:r>
          </a:p>
          <a:p>
            <a:pPr eaLnBrk="1" hangingPunct="1">
              <a:buFont typeface="Wingdings" pitchFamily="2" charset="2"/>
              <a:buNone/>
              <a:defRPr/>
            </a:pPr>
            <a:endParaRPr lang="en-US" dirty="0"/>
          </a:p>
        </p:txBody>
      </p:sp>
      <p:sp>
        <p:nvSpPr>
          <p:cNvPr id="115716" name="Rectangle 4"/>
          <p:cNvSpPr>
            <a:spLocks noGrp="1" noChangeArrowheads="1"/>
          </p:cNvSpPr>
          <p:nvPr>
            <p:ph type="body" sz="half" idx="2"/>
          </p:nvPr>
        </p:nvSpPr>
        <p:spPr>
          <a:xfrm>
            <a:off x="6096000" y="2332038"/>
            <a:ext cx="4038600" cy="4525962"/>
          </a:xfrm>
        </p:spPr>
        <p:txBody>
          <a:bodyPr/>
          <a:lstStyle/>
          <a:p>
            <a:pPr eaLnBrk="1" hangingPunct="1">
              <a:buClr>
                <a:schemeClr val="tx1"/>
              </a:buClr>
              <a:defRPr/>
            </a:pPr>
            <a:r>
              <a:rPr lang="en-US" dirty="0"/>
              <a:t>Capability to</a:t>
            </a:r>
          </a:p>
          <a:p>
            <a:pPr eaLnBrk="1" hangingPunct="1">
              <a:buClr>
                <a:schemeClr val="tx1"/>
              </a:buClr>
              <a:defRPr/>
            </a:pPr>
            <a:r>
              <a:rPr lang="en-US" dirty="0"/>
              <a:t>Effective</a:t>
            </a:r>
          </a:p>
          <a:p>
            <a:pPr eaLnBrk="1" hangingPunct="1">
              <a:buClr>
                <a:schemeClr val="tx1"/>
              </a:buClr>
              <a:defRPr/>
            </a:pPr>
            <a:r>
              <a:rPr lang="en-US" dirty="0"/>
              <a:t>If practical</a:t>
            </a:r>
          </a:p>
          <a:p>
            <a:pPr eaLnBrk="1" hangingPunct="1">
              <a:buClr>
                <a:schemeClr val="tx1"/>
              </a:buClr>
              <a:defRPr/>
            </a:pPr>
            <a:r>
              <a:rPr lang="en-US" dirty="0"/>
              <a:t>Normal</a:t>
            </a:r>
          </a:p>
          <a:p>
            <a:pPr eaLnBrk="1" hangingPunct="1">
              <a:buClr>
                <a:schemeClr val="tx1"/>
              </a:buClr>
              <a:defRPr/>
            </a:pPr>
            <a:r>
              <a:rPr lang="en-US" dirty="0"/>
              <a:t>Provide for</a:t>
            </a:r>
          </a:p>
          <a:p>
            <a:pPr eaLnBrk="1" hangingPunct="1">
              <a:buClr>
                <a:schemeClr val="tx1"/>
              </a:buClr>
              <a:defRPr/>
            </a:pPr>
            <a:r>
              <a:rPr lang="en-US" dirty="0"/>
              <a:t>Timely</a:t>
            </a:r>
          </a:p>
          <a:p>
            <a:pPr eaLnBrk="1" hangingPunct="1">
              <a:buClr>
                <a:schemeClr val="tx1"/>
              </a:buClr>
              <a:defRPr/>
            </a:pPr>
            <a:r>
              <a:rPr lang="en-US" dirty="0"/>
              <a:t>TBD</a:t>
            </a:r>
          </a:p>
          <a:p>
            <a:pPr eaLnBrk="1" hangingPunct="1">
              <a:defRPr/>
            </a:pPr>
            <a:endParaRPr lang="en-US" dirty="0"/>
          </a:p>
        </p:txBody>
      </p:sp>
      <p:sp>
        <p:nvSpPr>
          <p:cNvPr id="40967" name="Text Box 5"/>
          <p:cNvSpPr txBox="1">
            <a:spLocks noChangeArrowheads="1"/>
          </p:cNvSpPr>
          <p:nvPr/>
        </p:nvSpPr>
        <p:spPr bwMode="auto">
          <a:xfrm>
            <a:off x="311888" y="1733329"/>
            <a:ext cx="8001000" cy="396875"/>
          </a:xfrm>
          <a:prstGeom prst="rect">
            <a:avLst/>
          </a:prstGeom>
          <a:noFill/>
          <a:ln w="9525">
            <a:noFill/>
            <a:miter lim="800000"/>
            <a:headEnd/>
            <a:tailEnd/>
          </a:ln>
        </p:spPr>
        <p:txBody>
          <a:bodyPr>
            <a:spAutoFit/>
          </a:bodyPr>
          <a:lstStyle/>
          <a:p>
            <a:pPr eaLnBrk="1" hangingPunct="1">
              <a:spcBef>
                <a:spcPct val="20000"/>
              </a:spcBef>
            </a:pPr>
            <a:r>
              <a:rPr lang="en-US" sz="2000" b="1" dirty="0">
                <a:solidFill>
                  <a:schemeClr val="accent2"/>
                </a:solidFill>
              </a:rPr>
              <a:t>Lead to uncertainty due to multiple interpretations:</a:t>
            </a:r>
          </a:p>
        </p:txBody>
      </p:sp>
      <p:sp>
        <p:nvSpPr>
          <p:cNvPr id="40968" name="Text Box 6"/>
          <p:cNvSpPr txBox="1">
            <a:spLocks noChangeArrowheads="1"/>
          </p:cNvSpPr>
          <p:nvPr/>
        </p:nvSpPr>
        <p:spPr bwMode="auto">
          <a:xfrm>
            <a:off x="2438400" y="6019800"/>
            <a:ext cx="2743200" cy="304800"/>
          </a:xfrm>
          <a:prstGeom prst="rect">
            <a:avLst/>
          </a:prstGeom>
          <a:noFill/>
          <a:ln w="9525">
            <a:noFill/>
            <a:miter lim="800000"/>
            <a:headEnd/>
            <a:tailEnd/>
          </a:ln>
        </p:spPr>
        <p:txBody>
          <a:bodyPr>
            <a:spAutoFit/>
          </a:bodyPr>
          <a:lstStyle/>
          <a:p>
            <a:pPr>
              <a:spcBef>
                <a:spcPct val="50000"/>
              </a:spcBef>
            </a:pPr>
            <a:r>
              <a:rPr lang="en-US" sz="1400"/>
              <a:t>Source: Rosenberg</a:t>
            </a:r>
          </a:p>
        </p:txBody>
      </p:sp>
      <p:pic>
        <p:nvPicPr>
          <p:cNvPr id="3" name="Picture 2">
            <a:extLst>
              <a:ext uri="{FF2B5EF4-FFF2-40B4-BE49-F238E27FC236}">
                <a16:creationId xmlns:a16="http://schemas.microsoft.com/office/drawing/2014/main" id="{E466E659-16DD-0CBD-0B35-2BB791F94353}"/>
              </a:ext>
            </a:extLst>
          </p:cNvPr>
          <p:cNvPicPr>
            <a:picLocks noChangeAspect="1"/>
          </p:cNvPicPr>
          <p:nvPr/>
        </p:nvPicPr>
        <p:blipFill>
          <a:blip r:embed="rId2"/>
          <a:stretch>
            <a:fillRect/>
          </a:stretch>
        </p:blipFill>
        <p:spPr>
          <a:xfrm>
            <a:off x="8822143" y="0"/>
            <a:ext cx="3348038" cy="2706097"/>
          </a:xfrm>
          <a:prstGeom prst="rect">
            <a:avLst/>
          </a:prstGeom>
        </p:spPr>
      </p:pic>
    </p:spTree>
    <p:extLst>
      <p:ext uri="{BB962C8B-B14F-4D97-AF65-F5344CB8AC3E}">
        <p14:creationId xmlns:p14="http://schemas.microsoft.com/office/powerpoint/2010/main" val="2338363017"/>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2" name="Rectangle 11">
            <a:extLst>
              <a:ext uri="{FF2B5EF4-FFF2-40B4-BE49-F238E27FC236}">
                <a16:creationId xmlns:a16="http://schemas.microsoft.com/office/drawing/2014/main" id="{6F5A5072-7B47-4D32-B52A-4EBBF590B8A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9715DAF0-AE1B-46C9-8A6B-DB2AA05AB91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2" y="-22693"/>
            <a:ext cx="12191999" cy="4374129"/>
          </a:xfrm>
          <a:prstGeom prst="rect">
            <a:avLst/>
          </a:prstGeom>
          <a:gradFill>
            <a:gsLst>
              <a:gs pos="0">
                <a:schemeClr val="accent1">
                  <a:lumMod val="75000"/>
                </a:schemeClr>
              </a:gs>
              <a:gs pos="100000">
                <a:srgbClr val="000000"/>
              </a:gs>
            </a:gsLst>
            <a:lin ang="15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6016219D-510E-4184-9090-6D5578A87BD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3908719" y="-3931841"/>
            <a:ext cx="4374557" cy="12192000"/>
          </a:xfrm>
          <a:prstGeom prst="rect">
            <a:avLst/>
          </a:prstGeom>
          <a:gradFill>
            <a:gsLst>
              <a:gs pos="40000">
                <a:schemeClr val="accent1">
                  <a:alpha val="0"/>
                </a:schemeClr>
              </a:gs>
              <a:gs pos="100000">
                <a:schemeClr val="accent1">
                  <a:lumMod val="75000"/>
                  <a:alpha val="52000"/>
                </a:schemeClr>
              </a:gs>
            </a:gsLst>
            <a:lin ang="2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7">
            <a:extLst>
              <a:ext uri="{FF2B5EF4-FFF2-40B4-BE49-F238E27FC236}">
                <a16:creationId xmlns:a16="http://schemas.microsoft.com/office/drawing/2014/main" id="{AFF4A713-7B75-4B21-90D7-5AB19547C72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4136696" y="-3703868"/>
            <a:ext cx="4374128" cy="11736479"/>
          </a:xfrm>
          <a:prstGeom prst="rect">
            <a:avLst/>
          </a:prstGeom>
          <a:gradFill>
            <a:gsLst>
              <a:gs pos="17000">
                <a:schemeClr val="accent1">
                  <a:alpha val="0"/>
                </a:schemeClr>
              </a:gs>
              <a:gs pos="100000">
                <a:srgbClr val="000000">
                  <a:alpha val="37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DC631C0B-6DA6-4E57-8231-CE32B3434A7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 y="-22690"/>
            <a:ext cx="8542485" cy="4374126"/>
          </a:xfrm>
          <a:prstGeom prst="rect">
            <a:avLst/>
          </a:prstGeom>
          <a:gradFill>
            <a:gsLst>
              <a:gs pos="0">
                <a:schemeClr val="accent1">
                  <a:lumMod val="50000"/>
                  <a:alpha val="0"/>
                </a:schemeClr>
              </a:gs>
              <a:gs pos="100000">
                <a:srgbClr val="000000">
                  <a:alpha val="25000"/>
                </a:srgbClr>
              </a:gs>
            </a:gsLst>
            <a:lin ang="18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Freeform: Shape 21">
            <a:extLst>
              <a:ext uri="{FF2B5EF4-FFF2-40B4-BE49-F238E27FC236}">
                <a16:creationId xmlns:a16="http://schemas.microsoft.com/office/drawing/2014/main" id="{C29501E6-A978-4A61-9689-9085AF97A53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2508972">
            <a:off x="5945431" y="-1032053"/>
            <a:ext cx="4990147" cy="4439131"/>
          </a:xfrm>
          <a:custGeom>
            <a:avLst/>
            <a:gdLst>
              <a:gd name="connsiteX0" fmla="*/ 4990147 w 4990147"/>
              <a:gd name="connsiteY0" fmla="*/ 2229378 h 4439131"/>
              <a:gd name="connsiteX1" fmla="*/ 917384 w 4990147"/>
              <a:gd name="connsiteY1" fmla="*/ 4439131 h 4439131"/>
              <a:gd name="connsiteX2" fmla="*/ 910814 w 4990147"/>
              <a:gd name="connsiteY2" fmla="*/ 4434219 h 4439131"/>
              <a:gd name="connsiteX3" fmla="*/ 0 w 4990147"/>
              <a:gd name="connsiteY3" fmla="*/ 2502877 h 4439131"/>
              <a:gd name="connsiteX4" fmla="*/ 2502877 w 4990147"/>
              <a:gd name="connsiteY4" fmla="*/ 0 h 4439131"/>
              <a:gd name="connsiteX5" fmla="*/ 4954904 w 4990147"/>
              <a:gd name="connsiteY5" fmla="*/ 1998460 h 44391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990147" h="4439131">
                <a:moveTo>
                  <a:pt x="4990147" y="2229378"/>
                </a:moveTo>
                <a:lnTo>
                  <a:pt x="917384" y="4439131"/>
                </a:lnTo>
                <a:lnTo>
                  <a:pt x="910814" y="4434219"/>
                </a:lnTo>
                <a:cubicBezTo>
                  <a:pt x="354557" y="3975154"/>
                  <a:pt x="0" y="3280421"/>
                  <a:pt x="0" y="2502877"/>
                </a:cubicBezTo>
                <a:cubicBezTo>
                  <a:pt x="0" y="1120576"/>
                  <a:pt x="1120576" y="0"/>
                  <a:pt x="2502877" y="0"/>
                </a:cubicBezTo>
                <a:cubicBezTo>
                  <a:pt x="3712390" y="0"/>
                  <a:pt x="4721520" y="857941"/>
                  <a:pt x="4954904" y="1998460"/>
                </a:cubicBezTo>
                <a:close/>
              </a:path>
            </a:pathLst>
          </a:custGeom>
          <a:gradFill>
            <a:gsLst>
              <a:gs pos="0">
                <a:schemeClr val="accent1">
                  <a:alpha val="22000"/>
                </a:schemeClr>
              </a:gs>
              <a:gs pos="87000">
                <a:schemeClr val="accent1">
                  <a:lumMod val="60000"/>
                  <a:lumOff val="40000"/>
                  <a:alpha val="2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6" name="Title 5">
            <a:extLst>
              <a:ext uri="{FF2B5EF4-FFF2-40B4-BE49-F238E27FC236}">
                <a16:creationId xmlns:a16="http://schemas.microsoft.com/office/drawing/2014/main" id="{C2E1713F-37A8-362B-C9F6-7E8A18F96E4D}"/>
              </a:ext>
            </a:extLst>
          </p:cNvPr>
          <p:cNvSpPr>
            <a:spLocks noGrp="1"/>
          </p:cNvSpPr>
          <p:nvPr>
            <p:ph type="title"/>
          </p:nvPr>
        </p:nvSpPr>
        <p:spPr>
          <a:xfrm>
            <a:off x="1314824" y="735106"/>
            <a:ext cx="10053763" cy="2928470"/>
          </a:xfrm>
        </p:spPr>
        <p:txBody>
          <a:bodyPr vert="horz" lIns="91440" tIns="45720" rIns="91440" bIns="45720" rtlCol="0" anchor="b">
            <a:normAutofit/>
          </a:bodyPr>
          <a:lstStyle/>
          <a:p>
            <a:r>
              <a:rPr lang="en-US" sz="4800" kern="1200">
                <a:solidFill>
                  <a:srgbClr val="FFFFFF"/>
                </a:solidFill>
                <a:latin typeface="+mj-lt"/>
                <a:ea typeface="+mj-ea"/>
                <a:cs typeface="+mj-cs"/>
              </a:rPr>
              <a:t>Use Cases</a:t>
            </a:r>
          </a:p>
        </p:txBody>
      </p:sp>
      <p:sp>
        <p:nvSpPr>
          <p:cNvPr id="7" name="Content Placeholder 6">
            <a:extLst>
              <a:ext uri="{FF2B5EF4-FFF2-40B4-BE49-F238E27FC236}">
                <a16:creationId xmlns:a16="http://schemas.microsoft.com/office/drawing/2014/main" id="{26A99417-E5E9-1954-21C1-510CED0E1928}"/>
              </a:ext>
            </a:extLst>
          </p:cNvPr>
          <p:cNvSpPr>
            <a:spLocks noGrp="1"/>
          </p:cNvSpPr>
          <p:nvPr>
            <p:ph idx="1"/>
          </p:nvPr>
        </p:nvSpPr>
        <p:spPr>
          <a:xfrm>
            <a:off x="1350682" y="4870824"/>
            <a:ext cx="10005951" cy="1458258"/>
          </a:xfrm>
        </p:spPr>
        <p:txBody>
          <a:bodyPr vert="horz" lIns="91440" tIns="45720" rIns="91440" bIns="45720" rtlCol="0" anchor="ctr">
            <a:normAutofit/>
          </a:bodyPr>
          <a:lstStyle/>
          <a:p>
            <a:pPr marL="0" indent="0">
              <a:buNone/>
            </a:pPr>
            <a:r>
              <a:rPr lang="en-US" sz="4000" kern="1200" dirty="0">
                <a:solidFill>
                  <a:schemeClr val="tx1"/>
                </a:solidFill>
                <a:latin typeface="+mn-lt"/>
                <a:ea typeface="+mn-ea"/>
                <a:cs typeface="+mn-cs"/>
              </a:rPr>
              <a:t>Let’s focus now on how to write requirements in </a:t>
            </a:r>
            <a:r>
              <a:rPr lang="en-US" sz="4000" b="1" kern="1200" dirty="0">
                <a:solidFill>
                  <a:schemeClr val="accent2">
                    <a:lumMod val="75000"/>
                  </a:schemeClr>
                </a:solidFill>
                <a:latin typeface="+mn-lt"/>
                <a:ea typeface="+mn-ea"/>
                <a:cs typeface="+mn-cs"/>
              </a:rPr>
              <a:t>Use Cases</a:t>
            </a:r>
            <a:r>
              <a:rPr lang="en-US" sz="4000" b="1" kern="1200" dirty="0">
                <a:solidFill>
                  <a:schemeClr val="tx1"/>
                </a:solidFill>
                <a:latin typeface="+mn-lt"/>
                <a:ea typeface="+mn-ea"/>
                <a:cs typeface="+mn-cs"/>
              </a:rPr>
              <a:t>.</a:t>
            </a:r>
          </a:p>
        </p:txBody>
      </p:sp>
      <p:sp>
        <p:nvSpPr>
          <p:cNvPr id="5" name="Slide Number Placeholder 4">
            <a:extLst>
              <a:ext uri="{FF2B5EF4-FFF2-40B4-BE49-F238E27FC236}">
                <a16:creationId xmlns:a16="http://schemas.microsoft.com/office/drawing/2014/main" id="{FC9655A1-20E3-B998-B1EB-57555D93F05B}"/>
              </a:ext>
            </a:extLst>
          </p:cNvPr>
          <p:cNvSpPr>
            <a:spLocks noGrp="1"/>
          </p:cNvSpPr>
          <p:nvPr>
            <p:ph type="sldNum" sz="quarter" idx="12"/>
          </p:nvPr>
        </p:nvSpPr>
        <p:spPr>
          <a:xfrm>
            <a:off x="11704320" y="6446837"/>
            <a:ext cx="448056" cy="365125"/>
          </a:xfrm>
        </p:spPr>
        <p:txBody>
          <a:bodyPr vert="horz" lIns="91440" tIns="45720" rIns="91440" bIns="45720" rtlCol="0" anchor="ctr">
            <a:normAutofit/>
          </a:bodyPr>
          <a:lstStyle/>
          <a:p>
            <a:pPr>
              <a:spcAft>
                <a:spcPts val="600"/>
              </a:spcAft>
            </a:pPr>
            <a:fld id="{7DF6DEEC-D04A-4FF0-9A08-7D39859C24F4}" type="slidenum">
              <a:rPr lang="en-US" sz="1100">
                <a:solidFill>
                  <a:schemeClr val="tx1">
                    <a:lumMod val="50000"/>
                    <a:lumOff val="50000"/>
                  </a:schemeClr>
                </a:solidFill>
              </a:rPr>
              <a:pPr>
                <a:spcAft>
                  <a:spcPts val="600"/>
                </a:spcAft>
              </a:pPr>
              <a:t>47</a:t>
            </a:fld>
            <a:endParaRPr lang="en-US" sz="1100">
              <a:solidFill>
                <a:schemeClr val="tx1">
                  <a:lumMod val="50000"/>
                  <a:lumOff val="50000"/>
                </a:schemeClr>
              </a:solidFill>
            </a:endParaRPr>
          </a:p>
        </p:txBody>
      </p:sp>
    </p:spTree>
    <p:extLst>
      <p:ext uri="{BB962C8B-B14F-4D97-AF65-F5344CB8AC3E}">
        <p14:creationId xmlns:p14="http://schemas.microsoft.com/office/powerpoint/2010/main" val="30607251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p:tmPct val="10000"/>
                                  </p:iterate>
                                  <p:childTnLst>
                                    <p:set>
                                      <p:cBhvr>
                                        <p:cTn id="6" dur="1" fill="hold">
                                          <p:stCondLst>
                                            <p:cond delay="0"/>
                                          </p:stCondLst>
                                        </p:cTn>
                                        <p:tgtEl>
                                          <p:spTgt spid="6"/>
                                        </p:tgtEl>
                                        <p:attrNameLst>
                                          <p:attrName>style.visibility</p:attrName>
                                        </p:attrNameLst>
                                      </p:cBhvr>
                                      <p:to>
                                        <p:strVal val="visible"/>
                                      </p:to>
                                    </p:set>
                                    <p:animEffect transition="in" filter="fade">
                                      <p:cBhvr>
                                        <p:cTn id="7" dur="7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4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09588DA8-065E-4F6F-8EFD-43104AB2E0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12" name="Rectangle 11">
            <a:extLst>
              <a:ext uri="{FF2B5EF4-FFF2-40B4-BE49-F238E27FC236}">
                <a16:creationId xmlns:a16="http://schemas.microsoft.com/office/drawing/2014/main" id="{C4285719-470E-454C-AF62-8323075F1F5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CD9FE4EF-C4D8-49A0-B2FF-81D8DB7D8A2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4300840D-0A0B-4512-BACA-B439D5B9C57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7">
            <a:extLst>
              <a:ext uri="{FF2B5EF4-FFF2-40B4-BE49-F238E27FC236}">
                <a16:creationId xmlns:a16="http://schemas.microsoft.com/office/drawing/2014/main" id="{D2B78728-A580-49A7-84F9-6EF6F583ADE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0" name="Freeform: Shape 19">
            <a:extLst>
              <a:ext uri="{FF2B5EF4-FFF2-40B4-BE49-F238E27FC236}">
                <a16:creationId xmlns:a16="http://schemas.microsoft.com/office/drawing/2014/main" id="{38FAA1A1-D861-433F-88FA-1E9D6FD31D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2" name="Rectangle 21">
            <a:extLst>
              <a:ext uri="{FF2B5EF4-FFF2-40B4-BE49-F238E27FC236}">
                <a16:creationId xmlns:a16="http://schemas.microsoft.com/office/drawing/2014/main" id="{8D71EDA1-87BF-4D5D-AB79-F346FD1927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3" y="1399943"/>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E64231F9-70A0-FBA4-FC7B-0F5675D84DCE}"/>
              </a:ext>
            </a:extLst>
          </p:cNvPr>
          <p:cNvSpPr>
            <a:spLocks noGrp="1"/>
          </p:cNvSpPr>
          <p:nvPr>
            <p:ph type="title"/>
          </p:nvPr>
        </p:nvSpPr>
        <p:spPr>
          <a:xfrm>
            <a:off x="466722" y="586855"/>
            <a:ext cx="3201366" cy="3387497"/>
          </a:xfrm>
        </p:spPr>
        <p:txBody>
          <a:bodyPr anchor="b">
            <a:normAutofit/>
          </a:bodyPr>
          <a:lstStyle/>
          <a:p>
            <a:pPr algn="r"/>
            <a:r>
              <a:rPr lang="en-US" sz="4000" dirty="0">
                <a:solidFill>
                  <a:srgbClr val="FFFFFF"/>
                </a:solidFill>
              </a:rPr>
              <a:t>Online Checkout (Main Success Scenario) </a:t>
            </a:r>
          </a:p>
        </p:txBody>
      </p:sp>
      <p:sp>
        <p:nvSpPr>
          <p:cNvPr id="5" name="Rectangle 1">
            <a:extLst>
              <a:ext uri="{FF2B5EF4-FFF2-40B4-BE49-F238E27FC236}">
                <a16:creationId xmlns:a16="http://schemas.microsoft.com/office/drawing/2014/main" id="{4CAF443B-3D89-D80A-A5BC-32A825063F64}"/>
              </a:ext>
            </a:extLst>
          </p:cNvPr>
          <p:cNvSpPr>
            <a:spLocks noGrp="1" noChangeArrowheads="1"/>
          </p:cNvSpPr>
          <p:nvPr>
            <p:ph idx="1"/>
          </p:nvPr>
        </p:nvSpPr>
        <p:spPr bwMode="auto">
          <a:xfrm>
            <a:off x="4134810" y="138545"/>
            <a:ext cx="8017565" cy="6729593"/>
          </a:xfrm>
          <a:prstGeom prst="rect">
            <a:avLst/>
          </a:prstGeom>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lIns="91440" tIns="45720" rIns="91440" bIns="45720" numCol="1" anchor="ctr" anchorCtr="0" compatLnSpc="1">
            <a:prstTxWarp prst="textNoShape">
              <a:avLst/>
            </a:prstTxWarp>
            <a:normAutofit/>
          </a:bodyPr>
          <a:lstStyle/>
          <a:p>
            <a:pPr marL="342900" marR="0" lvl="0" indent="-342900" defTabSz="914400" rtl="0" eaLnBrk="0" fontAlgn="base" latinLnBrk="0" hangingPunct="0">
              <a:spcBef>
                <a:spcPct val="0"/>
              </a:spcBef>
              <a:spcAft>
                <a:spcPts val="600"/>
              </a:spcAft>
              <a:buClrTx/>
              <a:buSzTx/>
              <a:buFont typeface="+mj-lt"/>
              <a:buAutoNum type="arabicPeriod"/>
              <a:tabLst/>
            </a:pPr>
            <a:r>
              <a:rPr kumimoji="0" lang="en-US" altLang="en-US" sz="2000" b="1" i="0" u="none" strike="noStrike" cap="none" normalizeH="0" baseline="0" dirty="0">
                <a:ln>
                  <a:noFill/>
                </a:ln>
                <a:effectLst/>
                <a:latin typeface="Arial" panose="020B0604020202020204" pitchFamily="34" charset="0"/>
              </a:rPr>
              <a:t>Customer</a:t>
            </a:r>
            <a:r>
              <a:rPr kumimoji="0" lang="en-US" altLang="en-US" sz="2000" b="0" i="0" u="none" strike="noStrike" cap="none" normalizeH="0" baseline="0" dirty="0">
                <a:ln>
                  <a:noFill/>
                </a:ln>
                <a:effectLst/>
                <a:latin typeface="Arial" panose="020B0604020202020204" pitchFamily="34" charset="0"/>
              </a:rPr>
              <a:t> navigates to the </a:t>
            </a:r>
            <a:r>
              <a:rPr kumimoji="0" lang="en-US" altLang="en-US" sz="2000" b="1" i="0" u="none" strike="noStrike" cap="none" normalizeH="0" baseline="0" dirty="0">
                <a:ln>
                  <a:noFill/>
                </a:ln>
                <a:effectLst/>
                <a:latin typeface="Arial" panose="020B0604020202020204" pitchFamily="34" charset="0"/>
              </a:rPr>
              <a:t>Shopping Cart</a:t>
            </a:r>
            <a:r>
              <a:rPr kumimoji="0" lang="en-US" altLang="en-US" sz="2000" b="0" i="0" u="none" strike="noStrike" cap="none" normalizeH="0" baseline="0" dirty="0">
                <a:ln>
                  <a:noFill/>
                </a:ln>
                <a:effectLst/>
                <a:latin typeface="Arial" panose="020B0604020202020204" pitchFamily="34" charset="0"/>
              </a:rPr>
              <a:t> page and clicks </a:t>
            </a:r>
            <a:r>
              <a:rPr kumimoji="0" lang="en-US" altLang="en-US" sz="2000" b="1" i="0" u="none" strike="noStrike" cap="none" normalizeH="0" baseline="0" dirty="0">
                <a:ln>
                  <a:noFill/>
                </a:ln>
                <a:effectLst/>
                <a:latin typeface="Arial" panose="020B0604020202020204" pitchFamily="34" charset="0"/>
              </a:rPr>
              <a:t>“Proceed to Checkout.”</a:t>
            </a:r>
            <a:endParaRPr kumimoji="0" lang="en-US" altLang="en-US" sz="2000" b="0" i="0" u="none" strike="noStrike" cap="none" normalizeH="0" baseline="0" dirty="0">
              <a:ln>
                <a:noFill/>
              </a:ln>
              <a:effectLst/>
              <a:latin typeface="Arial" panose="020B0604020202020204" pitchFamily="34" charset="0"/>
            </a:endParaRPr>
          </a:p>
          <a:p>
            <a:pPr marL="342900" marR="0" lvl="0" indent="-342900" defTabSz="914400" rtl="0" eaLnBrk="0" fontAlgn="base" latinLnBrk="0" hangingPunct="0">
              <a:spcBef>
                <a:spcPct val="0"/>
              </a:spcBef>
              <a:spcAft>
                <a:spcPts val="600"/>
              </a:spcAft>
              <a:buClrTx/>
              <a:buSzTx/>
              <a:buFont typeface="+mj-lt"/>
              <a:buAutoNum type="arabicPeriod"/>
              <a:tabLst/>
            </a:pPr>
            <a:r>
              <a:rPr kumimoji="0" lang="en-US" altLang="en-US" sz="2000" b="1" i="0" u="none" strike="noStrike" cap="none" normalizeH="0" baseline="0" dirty="0">
                <a:ln>
                  <a:noFill/>
                </a:ln>
                <a:effectLst/>
                <a:latin typeface="Arial" panose="020B0604020202020204" pitchFamily="34" charset="0"/>
              </a:rPr>
              <a:t>System</a:t>
            </a:r>
            <a:r>
              <a:rPr kumimoji="0" lang="en-US" altLang="en-US" sz="2000" b="0" i="0" u="none" strike="noStrike" cap="none" normalizeH="0" baseline="0" dirty="0">
                <a:ln>
                  <a:noFill/>
                </a:ln>
                <a:effectLst/>
                <a:latin typeface="Arial" panose="020B0604020202020204" pitchFamily="34" charset="0"/>
              </a:rPr>
              <a:t> displays the </a:t>
            </a:r>
            <a:r>
              <a:rPr kumimoji="0" lang="en-US" altLang="en-US" sz="2000" b="1" i="0" u="none" strike="noStrike" cap="none" normalizeH="0" baseline="0" dirty="0">
                <a:ln>
                  <a:noFill/>
                </a:ln>
                <a:effectLst/>
                <a:latin typeface="Arial" panose="020B0604020202020204" pitchFamily="34" charset="0"/>
              </a:rPr>
              <a:t>Order Review</a:t>
            </a:r>
            <a:r>
              <a:rPr kumimoji="0" lang="en-US" altLang="en-US" sz="2000" b="0" i="0" u="none" strike="noStrike" cap="none" normalizeH="0" baseline="0" dirty="0">
                <a:ln>
                  <a:noFill/>
                </a:ln>
                <a:effectLst/>
                <a:latin typeface="Arial" panose="020B0604020202020204" pitchFamily="34" charset="0"/>
              </a:rPr>
              <a:t> page, showing items, quantities, and pricing.</a:t>
            </a:r>
          </a:p>
          <a:p>
            <a:pPr marL="342900" marR="0" lvl="0" indent="-342900" defTabSz="914400" rtl="0" eaLnBrk="0" fontAlgn="base" latinLnBrk="0" hangingPunct="0">
              <a:spcBef>
                <a:spcPct val="0"/>
              </a:spcBef>
              <a:spcAft>
                <a:spcPts val="600"/>
              </a:spcAft>
              <a:buClrTx/>
              <a:buSzTx/>
              <a:buFont typeface="+mj-lt"/>
              <a:buAutoNum type="arabicPeriod"/>
              <a:tabLst/>
            </a:pPr>
            <a:r>
              <a:rPr kumimoji="0" lang="en-US" altLang="en-US" sz="2000" b="1" i="0" u="none" strike="noStrike" cap="none" normalizeH="0" baseline="0" dirty="0">
                <a:ln>
                  <a:noFill/>
                </a:ln>
                <a:effectLst/>
                <a:latin typeface="Arial" panose="020B0604020202020204" pitchFamily="34" charset="0"/>
              </a:rPr>
              <a:t>Customer</a:t>
            </a:r>
            <a:r>
              <a:rPr kumimoji="0" lang="en-US" altLang="en-US" sz="2000" b="0" i="0" u="none" strike="noStrike" cap="none" normalizeH="0" baseline="0" dirty="0">
                <a:ln>
                  <a:noFill/>
                </a:ln>
                <a:effectLst/>
                <a:latin typeface="Arial" panose="020B0604020202020204" pitchFamily="34" charset="0"/>
              </a:rPr>
              <a:t> confirms or edits </a:t>
            </a:r>
            <a:r>
              <a:rPr kumimoji="0" lang="en-US" altLang="en-US" sz="2000" b="1" i="0" u="none" strike="noStrike" cap="none" normalizeH="0" baseline="0" dirty="0">
                <a:ln>
                  <a:noFill/>
                </a:ln>
                <a:effectLst/>
                <a:latin typeface="Arial" panose="020B0604020202020204" pitchFamily="34" charset="0"/>
              </a:rPr>
              <a:t>delivery address</a:t>
            </a:r>
            <a:r>
              <a:rPr kumimoji="0" lang="en-US" altLang="en-US" sz="2000" b="0" i="0" u="none" strike="noStrike" cap="none" normalizeH="0" baseline="0" dirty="0">
                <a:ln>
                  <a:noFill/>
                </a:ln>
                <a:effectLst/>
                <a:latin typeface="Arial" panose="020B0604020202020204" pitchFamily="34" charset="0"/>
              </a:rPr>
              <a:t> and </a:t>
            </a:r>
            <a:r>
              <a:rPr kumimoji="0" lang="en-US" altLang="en-US" sz="2000" b="1" i="0" u="none" strike="noStrike" cap="none" normalizeH="0" baseline="0" dirty="0">
                <a:ln>
                  <a:noFill/>
                </a:ln>
                <a:effectLst/>
                <a:latin typeface="Arial" panose="020B0604020202020204" pitchFamily="34" charset="0"/>
              </a:rPr>
              <a:t>payment details</a:t>
            </a:r>
            <a:r>
              <a:rPr kumimoji="0" lang="en-US" altLang="en-US" sz="2000" b="0" i="0" u="none" strike="noStrike" cap="none" normalizeH="0" baseline="0" dirty="0">
                <a:ln>
                  <a:noFill/>
                </a:ln>
                <a:effectLst/>
                <a:latin typeface="Arial" panose="020B0604020202020204" pitchFamily="34" charset="0"/>
              </a:rPr>
              <a:t> (credit card, etc.).</a:t>
            </a:r>
          </a:p>
          <a:p>
            <a:pPr marL="342900" marR="0" lvl="0" indent="-342900" defTabSz="914400" rtl="0" eaLnBrk="0" fontAlgn="base" latinLnBrk="0" hangingPunct="0">
              <a:spcBef>
                <a:spcPct val="0"/>
              </a:spcBef>
              <a:spcAft>
                <a:spcPts val="600"/>
              </a:spcAft>
              <a:buClrTx/>
              <a:buSzTx/>
              <a:buFont typeface="+mj-lt"/>
              <a:buAutoNum type="arabicPeriod"/>
              <a:tabLst/>
            </a:pPr>
            <a:r>
              <a:rPr kumimoji="0" lang="en-US" altLang="en-US" sz="2000" b="1" i="0" u="none" strike="noStrike" cap="none" normalizeH="0" baseline="0" dirty="0">
                <a:ln>
                  <a:noFill/>
                </a:ln>
                <a:effectLst/>
                <a:latin typeface="Arial" panose="020B0604020202020204" pitchFamily="34" charset="0"/>
              </a:rPr>
              <a:t>System</a:t>
            </a:r>
            <a:r>
              <a:rPr kumimoji="0" lang="en-US" altLang="en-US" sz="2000" b="0" i="0" u="none" strike="noStrike" cap="none" normalizeH="0" baseline="0" dirty="0">
                <a:ln>
                  <a:noFill/>
                </a:ln>
                <a:effectLst/>
                <a:latin typeface="Arial" panose="020B0604020202020204" pitchFamily="34" charset="0"/>
              </a:rPr>
              <a:t> processes the payment by calling a </a:t>
            </a:r>
            <a:r>
              <a:rPr kumimoji="0" lang="en-US" altLang="en-US" sz="2000" b="1" i="0" u="none" strike="noStrike" cap="none" normalizeH="0" baseline="0" dirty="0">
                <a:ln>
                  <a:noFill/>
                </a:ln>
                <a:effectLst/>
                <a:latin typeface="Arial" panose="020B0604020202020204" pitchFamily="34" charset="0"/>
              </a:rPr>
              <a:t>Payment Service</a:t>
            </a:r>
            <a:r>
              <a:rPr kumimoji="0" lang="en-US" altLang="en-US" sz="2000" b="0" i="0" u="none" strike="noStrike" cap="none" normalizeH="0" baseline="0" dirty="0">
                <a:ln>
                  <a:noFill/>
                </a:ln>
                <a:effectLst/>
                <a:latin typeface="Arial" panose="020B0604020202020204" pitchFamily="34" charset="0"/>
              </a:rPr>
              <a:t>.</a:t>
            </a:r>
          </a:p>
          <a:p>
            <a:pPr marL="342900" marR="0" lvl="0" indent="-342900" defTabSz="914400" rtl="0" eaLnBrk="0" fontAlgn="base" latinLnBrk="0" hangingPunct="0">
              <a:spcBef>
                <a:spcPct val="0"/>
              </a:spcBef>
              <a:spcAft>
                <a:spcPts val="600"/>
              </a:spcAft>
              <a:buClrTx/>
              <a:buSzTx/>
              <a:buFont typeface="+mj-lt"/>
              <a:buAutoNum type="arabicPeriod"/>
              <a:tabLst/>
            </a:pPr>
            <a:r>
              <a:rPr kumimoji="0" lang="en-US" altLang="en-US" sz="2000" b="1" i="0" u="none" strike="noStrike" cap="none" normalizeH="0" baseline="0" dirty="0">
                <a:ln>
                  <a:noFill/>
                </a:ln>
                <a:effectLst/>
                <a:latin typeface="Arial" panose="020B0604020202020204" pitchFamily="34" charset="0"/>
              </a:rPr>
              <a:t>Payment Service</a:t>
            </a:r>
            <a:r>
              <a:rPr kumimoji="0" lang="en-US" altLang="en-US" sz="2000" b="0" i="0" u="none" strike="noStrike" cap="none" normalizeH="0" baseline="0" dirty="0">
                <a:ln>
                  <a:noFill/>
                </a:ln>
                <a:effectLst/>
                <a:latin typeface="Arial" panose="020B0604020202020204" pitchFamily="34" charset="0"/>
              </a:rPr>
              <a:t> returns </a:t>
            </a:r>
            <a:r>
              <a:rPr kumimoji="0" lang="en-US" altLang="en-US" sz="2000" b="1" i="0" u="none" strike="noStrike" cap="none" normalizeH="0" baseline="0" dirty="0">
                <a:ln>
                  <a:noFill/>
                </a:ln>
                <a:effectLst/>
                <a:latin typeface="Arial" panose="020B0604020202020204" pitchFamily="34" charset="0"/>
              </a:rPr>
              <a:t>approval</a:t>
            </a:r>
            <a:r>
              <a:rPr kumimoji="0" lang="en-US" altLang="en-US" sz="2000" b="0" i="0" u="none" strike="noStrike" cap="none" normalizeH="0" baseline="0" dirty="0">
                <a:ln>
                  <a:noFill/>
                </a:ln>
                <a:effectLst/>
                <a:latin typeface="Arial" panose="020B0604020202020204" pitchFamily="34" charset="0"/>
              </a:rPr>
              <a:t> to the System.</a:t>
            </a:r>
          </a:p>
          <a:p>
            <a:pPr marL="342900" marR="0" lvl="0" indent="-342900" defTabSz="914400" rtl="0" eaLnBrk="0" fontAlgn="base" latinLnBrk="0" hangingPunct="0">
              <a:spcBef>
                <a:spcPct val="0"/>
              </a:spcBef>
              <a:spcAft>
                <a:spcPts val="600"/>
              </a:spcAft>
              <a:buClrTx/>
              <a:buSzTx/>
              <a:buFont typeface="+mj-lt"/>
              <a:buAutoNum type="arabicPeriod"/>
              <a:tabLst/>
            </a:pPr>
            <a:r>
              <a:rPr kumimoji="0" lang="en-US" altLang="en-US" sz="2000" b="1" i="0" u="none" strike="noStrike" cap="none" normalizeH="0" baseline="0" dirty="0">
                <a:ln>
                  <a:noFill/>
                </a:ln>
                <a:effectLst/>
                <a:latin typeface="Arial" panose="020B0604020202020204" pitchFamily="34" charset="0"/>
              </a:rPr>
              <a:t>System</a:t>
            </a:r>
            <a:r>
              <a:rPr kumimoji="0" lang="en-US" altLang="en-US" sz="2000" b="0" i="0" u="none" strike="noStrike" cap="none" normalizeH="0" baseline="0" dirty="0">
                <a:ln>
                  <a:noFill/>
                </a:ln>
                <a:effectLst/>
                <a:latin typeface="Arial" panose="020B0604020202020204" pitchFamily="34" charset="0"/>
              </a:rPr>
              <a:t> finalizes the order, </a:t>
            </a:r>
            <a:r>
              <a:rPr kumimoji="0" lang="en-US" altLang="en-US" sz="2000" b="1" i="0" u="none" strike="noStrike" cap="none" normalizeH="0" baseline="0" dirty="0">
                <a:ln>
                  <a:noFill/>
                </a:ln>
                <a:effectLst/>
                <a:latin typeface="Arial" panose="020B0604020202020204" pitchFamily="34" charset="0"/>
              </a:rPr>
              <a:t>generates an order ID</a:t>
            </a:r>
            <a:r>
              <a:rPr kumimoji="0" lang="en-US" altLang="en-US" sz="2000" b="0" i="0" u="none" strike="noStrike" cap="none" normalizeH="0" baseline="0" dirty="0">
                <a:ln>
                  <a:noFill/>
                </a:ln>
                <a:effectLst/>
                <a:latin typeface="Arial" panose="020B0604020202020204" pitchFamily="34" charset="0"/>
              </a:rPr>
              <a:t>, and </a:t>
            </a:r>
            <a:r>
              <a:rPr kumimoji="0" lang="en-US" altLang="en-US" sz="2000" b="1" i="0" u="none" strike="noStrike" cap="none" normalizeH="0" baseline="0" dirty="0">
                <a:ln>
                  <a:noFill/>
                </a:ln>
                <a:effectLst/>
                <a:latin typeface="Arial" panose="020B0604020202020204" pitchFamily="34" charset="0"/>
              </a:rPr>
              <a:t>sends a confirmation</a:t>
            </a:r>
            <a:r>
              <a:rPr kumimoji="0" lang="en-US" altLang="en-US" sz="2000" b="0" i="0" u="none" strike="noStrike" cap="none" normalizeH="0" baseline="0" dirty="0">
                <a:ln>
                  <a:noFill/>
                </a:ln>
                <a:effectLst/>
                <a:latin typeface="Arial" panose="020B0604020202020204" pitchFamily="34" charset="0"/>
              </a:rPr>
              <a:t> email to the Customer.</a:t>
            </a:r>
          </a:p>
          <a:p>
            <a:pPr marL="342900" marR="0" lvl="0" indent="-342900" defTabSz="914400" rtl="0" eaLnBrk="0" fontAlgn="base" latinLnBrk="0" hangingPunct="0">
              <a:spcBef>
                <a:spcPct val="0"/>
              </a:spcBef>
              <a:spcAft>
                <a:spcPts val="600"/>
              </a:spcAft>
              <a:buClrTx/>
              <a:buSzTx/>
              <a:buFont typeface="+mj-lt"/>
              <a:buAutoNum type="arabicPeriod"/>
              <a:tabLst/>
            </a:pPr>
            <a:r>
              <a:rPr kumimoji="0" lang="en-US" altLang="en-US" sz="2000" b="1" i="0" u="none" strike="noStrike" cap="none" normalizeH="0" baseline="0" dirty="0">
                <a:ln>
                  <a:noFill/>
                </a:ln>
                <a:effectLst/>
                <a:latin typeface="Arial" panose="020B0604020202020204" pitchFamily="34" charset="0"/>
              </a:rPr>
              <a:t>Customer</a:t>
            </a:r>
            <a:r>
              <a:rPr kumimoji="0" lang="en-US" altLang="en-US" sz="2000" b="0" i="0" u="none" strike="noStrike" cap="none" normalizeH="0" baseline="0" dirty="0">
                <a:ln>
                  <a:noFill/>
                </a:ln>
                <a:effectLst/>
                <a:latin typeface="Arial" panose="020B0604020202020204" pitchFamily="34" charset="0"/>
              </a:rPr>
              <a:t> sees a </a:t>
            </a:r>
            <a:r>
              <a:rPr kumimoji="0" lang="en-US" altLang="en-US" sz="2000" b="1" i="0" u="none" strike="noStrike" cap="none" normalizeH="0" baseline="0" dirty="0">
                <a:ln>
                  <a:noFill/>
                </a:ln>
                <a:effectLst/>
                <a:latin typeface="Arial" panose="020B0604020202020204" pitchFamily="34" charset="0"/>
              </a:rPr>
              <a:t>confirmation message</a:t>
            </a:r>
            <a:r>
              <a:rPr kumimoji="0" lang="en-US" altLang="en-US" sz="2000" b="0" i="0" u="none" strike="noStrike" cap="none" normalizeH="0" baseline="0" dirty="0">
                <a:ln>
                  <a:noFill/>
                </a:ln>
                <a:effectLst/>
                <a:latin typeface="Arial" panose="020B0604020202020204" pitchFamily="34" charset="0"/>
              </a:rPr>
              <a:t> on the screen with the </a:t>
            </a:r>
            <a:r>
              <a:rPr kumimoji="0" lang="en-US" altLang="en-US" sz="2000" b="1" i="0" u="none" strike="noStrike" cap="none" normalizeH="0" baseline="0" dirty="0">
                <a:ln>
                  <a:noFill/>
                </a:ln>
                <a:effectLst/>
                <a:latin typeface="Arial" panose="020B0604020202020204" pitchFamily="34" charset="0"/>
              </a:rPr>
              <a:t>order details</a:t>
            </a:r>
            <a:r>
              <a:rPr kumimoji="0" lang="en-US" altLang="en-US" sz="2000" b="0" i="0" u="none" strike="noStrike" cap="none" normalizeH="0" baseline="0" dirty="0">
                <a:ln>
                  <a:noFill/>
                </a:ln>
                <a:effectLst/>
                <a:latin typeface="Arial" panose="020B0604020202020204" pitchFamily="34" charset="0"/>
              </a:rPr>
              <a:t> </a:t>
            </a:r>
          </a:p>
        </p:txBody>
      </p:sp>
      <p:sp>
        <p:nvSpPr>
          <p:cNvPr id="4" name="Slide Number Placeholder 3">
            <a:extLst>
              <a:ext uri="{FF2B5EF4-FFF2-40B4-BE49-F238E27FC236}">
                <a16:creationId xmlns:a16="http://schemas.microsoft.com/office/drawing/2014/main" id="{A0305081-C651-8BEA-5F70-B327F5EFE803}"/>
              </a:ext>
            </a:extLst>
          </p:cNvPr>
          <p:cNvSpPr>
            <a:spLocks noGrp="1"/>
          </p:cNvSpPr>
          <p:nvPr>
            <p:ph type="sldNum" sz="quarter" idx="12"/>
          </p:nvPr>
        </p:nvSpPr>
        <p:spPr>
          <a:xfrm>
            <a:off x="11704320" y="6455664"/>
            <a:ext cx="448056" cy="365125"/>
          </a:xfrm>
        </p:spPr>
        <p:txBody>
          <a:bodyPr>
            <a:normAutofit/>
          </a:bodyPr>
          <a:lstStyle/>
          <a:p>
            <a:pPr>
              <a:spcAft>
                <a:spcPts val="600"/>
              </a:spcAft>
            </a:pPr>
            <a:fld id="{7DF6DEEC-D04A-4FF0-9A08-7D39859C24F4}" type="slidenum">
              <a:rPr lang="en-US" sz="1100">
                <a:solidFill>
                  <a:schemeClr val="tx1">
                    <a:lumMod val="50000"/>
                    <a:lumOff val="50000"/>
                  </a:schemeClr>
                </a:solidFill>
              </a:rPr>
              <a:pPr>
                <a:spcAft>
                  <a:spcPts val="600"/>
                </a:spcAft>
              </a:pPr>
              <a:t>48</a:t>
            </a:fld>
            <a:endParaRPr lang="en-US" sz="1100">
              <a:solidFill>
                <a:schemeClr val="tx1">
                  <a:lumMod val="50000"/>
                  <a:lumOff val="50000"/>
                </a:schemeClr>
              </a:solidFill>
            </a:endParaRPr>
          </a:p>
        </p:txBody>
      </p:sp>
    </p:spTree>
    <p:extLst>
      <p:ext uri="{BB962C8B-B14F-4D97-AF65-F5344CB8AC3E}">
        <p14:creationId xmlns:p14="http://schemas.microsoft.com/office/powerpoint/2010/main" val="2130648346"/>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09588DA8-065E-4F6F-8EFD-43104AB2E0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11" name="Rectangle 10">
            <a:extLst>
              <a:ext uri="{FF2B5EF4-FFF2-40B4-BE49-F238E27FC236}">
                <a16:creationId xmlns:a16="http://schemas.microsoft.com/office/drawing/2014/main" id="{C4285719-470E-454C-AF62-8323075F1F5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CD9FE4EF-C4D8-49A0-B2FF-81D8DB7D8A2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4300840D-0A0B-4512-BACA-B439D5B9C57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D2B78728-A580-49A7-84F9-6EF6F583ADE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9" name="Freeform: Shape 18">
            <a:extLst>
              <a:ext uri="{FF2B5EF4-FFF2-40B4-BE49-F238E27FC236}">
                <a16:creationId xmlns:a16="http://schemas.microsoft.com/office/drawing/2014/main" id="{38FAA1A1-D861-433F-88FA-1E9D6FD31D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1" name="Rectangle 20">
            <a:extLst>
              <a:ext uri="{FF2B5EF4-FFF2-40B4-BE49-F238E27FC236}">
                <a16:creationId xmlns:a16="http://schemas.microsoft.com/office/drawing/2014/main" id="{8D71EDA1-87BF-4D5D-AB79-F346FD1927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3" y="1399943"/>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B98B1188-4E19-F0D5-BCF3-71A7552B627A}"/>
              </a:ext>
            </a:extLst>
          </p:cNvPr>
          <p:cNvSpPr>
            <a:spLocks noGrp="1"/>
          </p:cNvSpPr>
          <p:nvPr>
            <p:ph type="title"/>
          </p:nvPr>
        </p:nvSpPr>
        <p:spPr>
          <a:xfrm>
            <a:off x="466722" y="586855"/>
            <a:ext cx="3201366" cy="3387497"/>
          </a:xfrm>
        </p:spPr>
        <p:txBody>
          <a:bodyPr anchor="b">
            <a:normAutofit/>
          </a:bodyPr>
          <a:lstStyle/>
          <a:p>
            <a:pPr algn="r"/>
            <a:r>
              <a:rPr lang="en-US" sz="4000">
                <a:solidFill>
                  <a:srgbClr val="FFFFFF"/>
                </a:solidFill>
              </a:rPr>
              <a:t>Online Checkout  (Alternative Scenarios (Extensions))</a:t>
            </a:r>
          </a:p>
        </p:txBody>
      </p:sp>
      <p:sp>
        <p:nvSpPr>
          <p:cNvPr id="3" name="Content Placeholder 2">
            <a:extLst>
              <a:ext uri="{FF2B5EF4-FFF2-40B4-BE49-F238E27FC236}">
                <a16:creationId xmlns:a16="http://schemas.microsoft.com/office/drawing/2014/main" id="{4B85B0DB-5EC1-1DF9-4F2B-46FB3039C3F7}"/>
              </a:ext>
            </a:extLst>
          </p:cNvPr>
          <p:cNvSpPr>
            <a:spLocks noGrp="1"/>
          </p:cNvSpPr>
          <p:nvPr>
            <p:ph idx="1"/>
          </p:nvPr>
        </p:nvSpPr>
        <p:spPr>
          <a:xfrm>
            <a:off x="4094413" y="213604"/>
            <a:ext cx="8017565" cy="6654534"/>
          </a:xfrm>
        </p:spPr>
        <p:txBody>
          <a:bodyPr anchor="ctr">
            <a:normAutofit lnSpcReduction="10000"/>
          </a:bodyPr>
          <a:lstStyle/>
          <a:p>
            <a:pPr marL="0" indent="0">
              <a:buNone/>
            </a:pPr>
            <a:r>
              <a:rPr lang="en-US" sz="1800" b="1" dirty="0"/>
              <a:t>(1a) </a:t>
            </a:r>
            <a:r>
              <a:rPr lang="en-US" sz="1800" b="1" dirty="0">
                <a:solidFill>
                  <a:schemeClr val="accent2">
                    <a:lumMod val="75000"/>
                  </a:schemeClr>
                </a:solidFill>
              </a:rPr>
              <a:t>Customer Not Logged In</a:t>
            </a:r>
            <a:r>
              <a:rPr lang="en-US" sz="1800" b="1" dirty="0"/>
              <a:t>:</a:t>
            </a:r>
            <a:br>
              <a:rPr lang="en-US" sz="1800" dirty="0"/>
            </a:br>
            <a:r>
              <a:rPr lang="en-US" sz="1800" dirty="0"/>
              <a:t>1a.1. The </a:t>
            </a:r>
            <a:r>
              <a:rPr lang="en-US" sz="1800" b="1" dirty="0"/>
              <a:t>System</a:t>
            </a:r>
            <a:r>
              <a:rPr lang="en-US" sz="1800" dirty="0"/>
              <a:t> detects the user is not logged in.</a:t>
            </a:r>
            <a:br>
              <a:rPr lang="en-US" sz="1800" dirty="0"/>
            </a:br>
            <a:r>
              <a:rPr lang="en-US" sz="1800" dirty="0"/>
              <a:t>1a.2. The </a:t>
            </a:r>
            <a:r>
              <a:rPr lang="en-US" sz="1800" b="1" dirty="0"/>
              <a:t>System</a:t>
            </a:r>
            <a:r>
              <a:rPr lang="en-US" sz="1800" dirty="0"/>
              <a:t> prompts the user to </a:t>
            </a:r>
            <a:r>
              <a:rPr lang="en-US" sz="1800" b="1" dirty="0"/>
              <a:t>log in</a:t>
            </a:r>
            <a:r>
              <a:rPr lang="en-US" sz="1800" dirty="0"/>
              <a:t> or </a:t>
            </a:r>
            <a:r>
              <a:rPr lang="en-US" sz="1800" b="1" dirty="0"/>
              <a:t>create an account</a:t>
            </a:r>
            <a:r>
              <a:rPr lang="en-US" sz="1800" dirty="0"/>
              <a:t>.</a:t>
            </a:r>
            <a:br>
              <a:rPr lang="en-US" sz="1800" dirty="0"/>
            </a:br>
            <a:r>
              <a:rPr lang="en-US" sz="1800" dirty="0"/>
              <a:t>1a.3. Upon successful login, the </a:t>
            </a:r>
            <a:r>
              <a:rPr lang="en-US" sz="1800" b="1" dirty="0"/>
              <a:t>use case</a:t>
            </a:r>
            <a:r>
              <a:rPr lang="en-US" sz="1800" dirty="0"/>
              <a:t> continues from </a:t>
            </a:r>
            <a:r>
              <a:rPr lang="en-US" sz="1800" b="1" dirty="0"/>
              <a:t>Main Success Scenario step 2</a:t>
            </a:r>
          </a:p>
          <a:p>
            <a:pPr marL="0" indent="0">
              <a:buNone/>
            </a:pPr>
            <a:endParaRPr lang="en-US" sz="1800" dirty="0"/>
          </a:p>
          <a:p>
            <a:pPr marL="0" indent="0">
              <a:buNone/>
            </a:pPr>
            <a:r>
              <a:rPr lang="en-US" sz="1800" b="1" dirty="0"/>
              <a:t>(3a) </a:t>
            </a:r>
            <a:r>
              <a:rPr lang="en-US" sz="1800" b="1" dirty="0">
                <a:solidFill>
                  <a:schemeClr val="accent2">
                    <a:lumMod val="75000"/>
                  </a:schemeClr>
                </a:solidFill>
              </a:rPr>
              <a:t>Invalid Payment Details</a:t>
            </a:r>
            <a:r>
              <a:rPr lang="en-US" sz="1800" b="1" dirty="0"/>
              <a:t>:</a:t>
            </a:r>
            <a:br>
              <a:rPr lang="en-US" sz="1800" dirty="0"/>
            </a:br>
            <a:r>
              <a:rPr lang="en-US" sz="1800" dirty="0"/>
              <a:t>3a.1. The </a:t>
            </a:r>
            <a:r>
              <a:rPr lang="en-US" sz="1800" b="1" dirty="0"/>
              <a:t>System</a:t>
            </a:r>
            <a:r>
              <a:rPr lang="en-US" sz="1800" dirty="0"/>
              <a:t> detects invalid or </a:t>
            </a:r>
            <a:r>
              <a:rPr lang="en-US" sz="1800" b="1" dirty="0"/>
              <a:t>incomplete</a:t>
            </a:r>
            <a:r>
              <a:rPr lang="en-US" sz="1800" dirty="0"/>
              <a:t> payment details.</a:t>
            </a:r>
            <a:br>
              <a:rPr lang="en-US" sz="1800" dirty="0"/>
            </a:br>
            <a:r>
              <a:rPr lang="en-US" sz="1800" dirty="0"/>
              <a:t>3a.2. The </a:t>
            </a:r>
            <a:r>
              <a:rPr lang="en-US" sz="1800" b="1" dirty="0"/>
              <a:t>System</a:t>
            </a:r>
            <a:r>
              <a:rPr lang="en-US" sz="1800" dirty="0"/>
              <a:t> displays an </a:t>
            </a:r>
            <a:r>
              <a:rPr lang="en-US" sz="1800" b="1" dirty="0"/>
              <a:t>error message</a:t>
            </a:r>
            <a:r>
              <a:rPr lang="en-US" sz="1800" dirty="0"/>
              <a:t> asking the Customer to re-enter correct payment details.</a:t>
            </a:r>
            <a:br>
              <a:rPr lang="en-US" sz="1800" dirty="0"/>
            </a:br>
            <a:r>
              <a:rPr lang="en-US" sz="1800" dirty="0"/>
              <a:t>3a.3. After re-entry, the </a:t>
            </a:r>
            <a:r>
              <a:rPr lang="en-US" sz="1800" b="1" dirty="0"/>
              <a:t>use case</a:t>
            </a:r>
            <a:r>
              <a:rPr lang="en-US" sz="1800" dirty="0"/>
              <a:t> resumes from </a:t>
            </a:r>
            <a:r>
              <a:rPr lang="en-US" sz="1800" b="1" dirty="0"/>
              <a:t>Main Success Scenario step 3</a:t>
            </a:r>
            <a:r>
              <a:rPr lang="en-US" sz="1800" dirty="0"/>
              <a:t>.</a:t>
            </a:r>
          </a:p>
          <a:p>
            <a:pPr marL="0" indent="0">
              <a:buNone/>
            </a:pPr>
            <a:endParaRPr lang="en-US" sz="1800" b="1" dirty="0"/>
          </a:p>
          <a:p>
            <a:pPr marL="0" indent="0">
              <a:buNone/>
            </a:pPr>
            <a:r>
              <a:rPr lang="en-US" sz="1800" b="1" dirty="0"/>
              <a:t>(4a) </a:t>
            </a:r>
            <a:r>
              <a:rPr lang="en-US" sz="1800" b="1" dirty="0">
                <a:solidFill>
                  <a:schemeClr val="accent2">
                    <a:lumMod val="75000"/>
                  </a:schemeClr>
                </a:solidFill>
              </a:rPr>
              <a:t>Payment Declined</a:t>
            </a:r>
            <a:r>
              <a:rPr lang="en-US" sz="1800" b="1" dirty="0"/>
              <a:t>:</a:t>
            </a:r>
            <a:br>
              <a:rPr lang="en-US" sz="1800" dirty="0"/>
            </a:br>
            <a:r>
              <a:rPr lang="en-US" sz="1800" dirty="0"/>
              <a:t>4a.1. The </a:t>
            </a:r>
            <a:r>
              <a:rPr lang="en-US" sz="1800" b="1" dirty="0"/>
              <a:t>Payment Service</a:t>
            </a:r>
            <a:r>
              <a:rPr lang="en-US" sz="1800" dirty="0"/>
              <a:t> returns a </a:t>
            </a:r>
            <a:r>
              <a:rPr lang="en-US" sz="1800" b="1" dirty="0"/>
              <a:t>declined</a:t>
            </a:r>
            <a:r>
              <a:rPr lang="en-US" sz="1800" dirty="0"/>
              <a:t> status (e.g., insufficient funds).</a:t>
            </a:r>
            <a:br>
              <a:rPr lang="en-US" sz="1800" dirty="0"/>
            </a:br>
            <a:r>
              <a:rPr lang="en-US" sz="1800" dirty="0"/>
              <a:t>4a.2. The </a:t>
            </a:r>
            <a:r>
              <a:rPr lang="en-US" sz="1800" b="1" dirty="0"/>
              <a:t>System</a:t>
            </a:r>
            <a:r>
              <a:rPr lang="en-US" sz="1800" dirty="0"/>
              <a:t> notifies the Customer and requests an alternate </a:t>
            </a:r>
            <a:r>
              <a:rPr lang="en-US" sz="1800" b="1" dirty="0"/>
              <a:t>payment method</a:t>
            </a:r>
            <a:r>
              <a:rPr lang="en-US" sz="1800" dirty="0"/>
              <a:t>.</a:t>
            </a:r>
            <a:br>
              <a:rPr lang="en-US" sz="1800" dirty="0"/>
            </a:br>
            <a:r>
              <a:rPr lang="en-US" sz="1800" dirty="0"/>
              <a:t>4a.3. Customer either </a:t>
            </a:r>
            <a:r>
              <a:rPr lang="en-US" sz="1800" b="1" dirty="0"/>
              <a:t>cancels</a:t>
            </a:r>
            <a:r>
              <a:rPr lang="en-US" sz="1800" dirty="0"/>
              <a:t> the order or </a:t>
            </a:r>
            <a:r>
              <a:rPr lang="en-US" sz="1800" b="1" dirty="0"/>
              <a:t>enters</a:t>
            </a:r>
            <a:r>
              <a:rPr lang="en-US" sz="1800" dirty="0"/>
              <a:t> new payment details.</a:t>
            </a:r>
            <a:br>
              <a:rPr lang="en-US" sz="1800" dirty="0"/>
            </a:br>
            <a:r>
              <a:rPr lang="en-US" sz="1800" dirty="0"/>
              <a:t>4a.4. If new payment details are valid, the </a:t>
            </a:r>
            <a:r>
              <a:rPr lang="en-US" sz="1800" b="1" dirty="0"/>
              <a:t>use case</a:t>
            </a:r>
            <a:r>
              <a:rPr lang="en-US" sz="1800" dirty="0"/>
              <a:t> returns to step 4 in the </a:t>
            </a:r>
            <a:r>
              <a:rPr lang="en-US" sz="1800" b="1" dirty="0"/>
              <a:t>Main Success Scenario</a:t>
            </a:r>
            <a:r>
              <a:rPr lang="en-US" sz="1800" dirty="0"/>
              <a:t>. If the user cancels, the order is not placed, and the </a:t>
            </a:r>
            <a:r>
              <a:rPr lang="en-US" sz="1800" b="1" dirty="0"/>
              <a:t>use case</a:t>
            </a:r>
            <a:r>
              <a:rPr lang="en-US" sz="1800" dirty="0"/>
              <a:t> ends in failure.</a:t>
            </a:r>
          </a:p>
          <a:p>
            <a:pPr marL="0" indent="0">
              <a:buNone/>
            </a:pPr>
            <a:endParaRPr lang="en-US" sz="1800" b="1" dirty="0"/>
          </a:p>
          <a:p>
            <a:pPr marL="0" indent="0">
              <a:buNone/>
            </a:pPr>
            <a:r>
              <a:rPr lang="en-US" sz="1800" b="1" dirty="0"/>
              <a:t>(6a) </a:t>
            </a:r>
            <a:r>
              <a:rPr lang="en-US" sz="1800" b="1" dirty="0">
                <a:solidFill>
                  <a:schemeClr val="accent2">
                    <a:lumMod val="75000"/>
                  </a:schemeClr>
                </a:solidFill>
              </a:rPr>
              <a:t>Email Service Unavailable</a:t>
            </a:r>
            <a:r>
              <a:rPr lang="en-US" sz="1800" b="1" dirty="0"/>
              <a:t>:</a:t>
            </a:r>
            <a:br>
              <a:rPr lang="en-US" sz="1800" dirty="0"/>
            </a:br>
            <a:r>
              <a:rPr lang="en-US" sz="1800" dirty="0"/>
              <a:t>6a.1. The </a:t>
            </a:r>
            <a:r>
              <a:rPr lang="en-US" sz="1800" b="1" dirty="0"/>
              <a:t>System</a:t>
            </a:r>
            <a:r>
              <a:rPr lang="en-US" sz="1800" dirty="0"/>
              <a:t> fails to send the confirmation email.</a:t>
            </a:r>
            <a:br>
              <a:rPr lang="en-US" sz="1800" dirty="0"/>
            </a:br>
            <a:r>
              <a:rPr lang="en-US" sz="1800" dirty="0"/>
              <a:t>6a.2. The </a:t>
            </a:r>
            <a:r>
              <a:rPr lang="en-US" sz="1800" b="1" dirty="0"/>
              <a:t>System</a:t>
            </a:r>
            <a:r>
              <a:rPr lang="en-US" sz="1800" dirty="0"/>
              <a:t> logs the error and </a:t>
            </a:r>
            <a:r>
              <a:rPr lang="en-US" sz="1800" b="1" dirty="0"/>
              <a:t>queues</a:t>
            </a:r>
            <a:r>
              <a:rPr lang="en-US" sz="1800" dirty="0"/>
              <a:t> the email for later sending.</a:t>
            </a:r>
            <a:br>
              <a:rPr lang="en-US" sz="1800" dirty="0"/>
            </a:br>
            <a:r>
              <a:rPr lang="en-US" sz="1800" dirty="0"/>
              <a:t>6a.3. The </a:t>
            </a:r>
            <a:r>
              <a:rPr lang="en-US" sz="1800" b="1" dirty="0"/>
              <a:t>use case</a:t>
            </a:r>
            <a:r>
              <a:rPr lang="en-US" sz="1800" dirty="0"/>
              <a:t> otherwise completes normally (the order is still placed and the Customer sees the on-screen confirmation).</a:t>
            </a:r>
          </a:p>
          <a:p>
            <a:endParaRPr lang="en-US" sz="1400" dirty="0"/>
          </a:p>
        </p:txBody>
      </p:sp>
      <p:sp>
        <p:nvSpPr>
          <p:cNvPr id="4" name="Slide Number Placeholder 3">
            <a:extLst>
              <a:ext uri="{FF2B5EF4-FFF2-40B4-BE49-F238E27FC236}">
                <a16:creationId xmlns:a16="http://schemas.microsoft.com/office/drawing/2014/main" id="{249E8735-A798-DB06-C978-34245EA72F55}"/>
              </a:ext>
            </a:extLst>
          </p:cNvPr>
          <p:cNvSpPr>
            <a:spLocks noGrp="1"/>
          </p:cNvSpPr>
          <p:nvPr>
            <p:ph type="sldNum" sz="quarter" idx="12"/>
          </p:nvPr>
        </p:nvSpPr>
        <p:spPr>
          <a:xfrm>
            <a:off x="11704320" y="6455664"/>
            <a:ext cx="448056" cy="365125"/>
          </a:xfrm>
        </p:spPr>
        <p:txBody>
          <a:bodyPr>
            <a:normAutofit/>
          </a:bodyPr>
          <a:lstStyle/>
          <a:p>
            <a:pPr>
              <a:spcAft>
                <a:spcPts val="600"/>
              </a:spcAft>
            </a:pPr>
            <a:fld id="{7DF6DEEC-D04A-4FF0-9A08-7D39859C24F4}" type="slidenum">
              <a:rPr lang="en-US" sz="1100">
                <a:solidFill>
                  <a:schemeClr val="tx1">
                    <a:lumMod val="50000"/>
                    <a:lumOff val="50000"/>
                  </a:schemeClr>
                </a:solidFill>
              </a:rPr>
              <a:pPr>
                <a:spcAft>
                  <a:spcPts val="600"/>
                </a:spcAft>
              </a:pPr>
              <a:t>49</a:t>
            </a:fld>
            <a:endParaRPr lang="en-US" sz="1100">
              <a:solidFill>
                <a:schemeClr val="tx1">
                  <a:lumMod val="50000"/>
                  <a:lumOff val="50000"/>
                </a:schemeClr>
              </a:solidFill>
            </a:endParaRPr>
          </a:p>
        </p:txBody>
      </p:sp>
    </p:spTree>
    <p:extLst>
      <p:ext uri="{BB962C8B-B14F-4D97-AF65-F5344CB8AC3E}">
        <p14:creationId xmlns:p14="http://schemas.microsoft.com/office/powerpoint/2010/main" val="3287373809"/>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692232" name="Rectangle 692231">
            <a:extLst>
              <a:ext uri="{FF2B5EF4-FFF2-40B4-BE49-F238E27FC236}">
                <a16:creationId xmlns:a16="http://schemas.microsoft.com/office/drawing/2014/main" id="{09588DA8-065E-4F6F-8EFD-43104AB2E0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useBgFill="1">
        <p:nvSpPr>
          <p:cNvPr id="692234" name="Rectangle 692233">
            <a:extLst>
              <a:ext uri="{FF2B5EF4-FFF2-40B4-BE49-F238E27FC236}">
                <a16:creationId xmlns:a16="http://schemas.microsoft.com/office/drawing/2014/main" id="{C4285719-470E-454C-AF62-8323075F1F5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692236" name="Rectangle 692235">
            <a:extLst>
              <a:ext uri="{FF2B5EF4-FFF2-40B4-BE49-F238E27FC236}">
                <a16:creationId xmlns:a16="http://schemas.microsoft.com/office/drawing/2014/main" id="{CD9FE4EF-C4D8-49A0-B2FF-81D8DB7D8A2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692238" name="Rectangle 692237">
            <a:extLst>
              <a:ext uri="{FF2B5EF4-FFF2-40B4-BE49-F238E27FC236}">
                <a16:creationId xmlns:a16="http://schemas.microsoft.com/office/drawing/2014/main" id="{4300840D-0A0B-4512-BACA-B439D5B9C57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692240" name="Rectangle 692239">
            <a:extLst>
              <a:ext uri="{FF2B5EF4-FFF2-40B4-BE49-F238E27FC236}">
                <a16:creationId xmlns:a16="http://schemas.microsoft.com/office/drawing/2014/main" id="{D2B78728-A580-49A7-84F9-6EF6F583ADE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692242" name="Freeform: Shape 692241">
            <a:extLst>
              <a:ext uri="{FF2B5EF4-FFF2-40B4-BE49-F238E27FC236}">
                <a16:creationId xmlns:a16="http://schemas.microsoft.com/office/drawing/2014/main" id="{38FAA1A1-D861-433F-88FA-1E9D6FD31D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692244" name="Rectangle 692243">
            <a:extLst>
              <a:ext uri="{FF2B5EF4-FFF2-40B4-BE49-F238E27FC236}">
                <a16:creationId xmlns:a16="http://schemas.microsoft.com/office/drawing/2014/main" id="{8D71EDA1-87BF-4D5D-AB79-F346FD1927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3" y="1399943"/>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692226" name="Rectangle 2"/>
          <p:cNvSpPr>
            <a:spLocks noGrp="1" noChangeArrowheads="1"/>
          </p:cNvSpPr>
          <p:nvPr>
            <p:ph type="title"/>
          </p:nvPr>
        </p:nvSpPr>
        <p:spPr>
          <a:xfrm>
            <a:off x="466722" y="586855"/>
            <a:ext cx="3201366" cy="3387497"/>
          </a:xfrm>
        </p:spPr>
        <p:txBody>
          <a:bodyPr anchor="b">
            <a:normAutofit/>
          </a:bodyPr>
          <a:lstStyle/>
          <a:p>
            <a:pPr algn="r"/>
            <a:r>
              <a:rPr lang="en-US" altLang="en-US" sz="4000">
                <a:solidFill>
                  <a:srgbClr val="FFFFFF"/>
                </a:solidFill>
              </a:rPr>
              <a:t>What is a use case?</a:t>
            </a:r>
          </a:p>
        </p:txBody>
      </p:sp>
      <p:sp>
        <p:nvSpPr>
          <p:cNvPr id="692227" name="Rectangle 3"/>
          <p:cNvSpPr>
            <a:spLocks noGrp="1" noChangeArrowheads="1"/>
          </p:cNvSpPr>
          <p:nvPr>
            <p:ph type="body" idx="1"/>
          </p:nvPr>
        </p:nvSpPr>
        <p:spPr>
          <a:xfrm>
            <a:off x="4367695" y="859654"/>
            <a:ext cx="7211852" cy="5546047"/>
          </a:xfrm>
        </p:spPr>
        <p:txBody>
          <a:bodyPr anchor="ctr">
            <a:normAutofit/>
          </a:bodyPr>
          <a:lstStyle/>
          <a:p>
            <a:pPr marL="342900" indent="-342900"/>
            <a:r>
              <a:rPr lang="en-US" altLang="en-US" sz="3000" dirty="0"/>
              <a:t>A group of related scenarios that provide value to the user of a system</a:t>
            </a:r>
          </a:p>
          <a:p>
            <a:pPr marL="742950" lvl="1" indent="-285750"/>
            <a:r>
              <a:rPr lang="en-US" altLang="en-US" sz="3000" dirty="0"/>
              <a:t>A scenario is one of many paths within a use case</a:t>
            </a:r>
          </a:p>
          <a:p>
            <a:pPr lvl="2"/>
            <a:r>
              <a:rPr lang="en-US" altLang="en-US" sz="3000" dirty="0"/>
              <a:t>Main Success Scenario</a:t>
            </a:r>
          </a:p>
          <a:p>
            <a:pPr lvl="2"/>
            <a:r>
              <a:rPr lang="en-US" altLang="en-US" sz="3000" dirty="0"/>
              <a:t>Alternate Scenarios</a:t>
            </a:r>
          </a:p>
          <a:p>
            <a:pPr lvl="2"/>
            <a:endParaRPr lang="en-US" altLang="en-US" sz="3000" dirty="0"/>
          </a:p>
          <a:p>
            <a:pPr marL="342900" indent="-342900"/>
            <a:r>
              <a:rPr lang="en-US" sz="3000" dirty="0"/>
              <a:t>Mechanism for projects to organize requirements in a way that makes them easy to find, understand, change, critique, test, verify and deliver incrementally.</a:t>
            </a:r>
            <a:endParaRPr lang="en-US" altLang="en-US" sz="3000" dirty="0"/>
          </a:p>
          <a:p>
            <a:pPr lvl="4"/>
            <a:endParaRPr lang="en-US" altLang="en-US" sz="2000" dirty="0"/>
          </a:p>
        </p:txBody>
      </p:sp>
      <p:sp>
        <p:nvSpPr>
          <p:cNvPr id="4" name="Slide Number Placeholder 3"/>
          <p:cNvSpPr>
            <a:spLocks noGrp="1"/>
          </p:cNvSpPr>
          <p:nvPr>
            <p:ph type="sldNum" sz="quarter" idx="10"/>
          </p:nvPr>
        </p:nvSpPr>
        <p:spPr>
          <a:xfrm>
            <a:off x="11704320" y="6455664"/>
            <a:ext cx="448056" cy="365125"/>
          </a:xfrm>
        </p:spPr>
        <p:txBody>
          <a:bodyPr>
            <a:normAutofit/>
          </a:bodyPr>
          <a:lstStyle/>
          <a:p>
            <a:pPr marL="0" marR="0" lvl="0" indent="0" algn="l" defTabSz="914400" rtl="0" eaLnBrk="1" fontAlgn="auto" latinLnBrk="0" hangingPunct="1">
              <a:lnSpc>
                <a:spcPct val="100000"/>
              </a:lnSpc>
              <a:spcBef>
                <a:spcPts val="0"/>
              </a:spcBef>
              <a:spcAft>
                <a:spcPts val="600"/>
              </a:spcAft>
              <a:buClrTx/>
              <a:buSzTx/>
              <a:buFontTx/>
              <a:buNone/>
              <a:tabLst/>
              <a:defRPr/>
            </a:pPr>
            <a:fld id="{89631D33-5FD5-4399-B964-8E91B3E557EB}" type="slidenum">
              <a:rPr kumimoji="0" lang="de-DE" sz="1100" b="0" i="0" u="none" strike="noStrike" kern="1200" cap="none" spc="0" normalizeH="0" baseline="0" noProof="0">
                <a:ln>
                  <a:noFill/>
                </a:ln>
                <a:solidFill>
                  <a:prstClr val="black">
                    <a:lumMod val="50000"/>
                    <a:lumOff val="50000"/>
                  </a:prstClr>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600"/>
                </a:spcAft>
                <a:buClrTx/>
                <a:buSzTx/>
                <a:buFontTx/>
                <a:buNone/>
                <a:tabLst/>
                <a:defRPr/>
              </a:pPr>
              <a:t>50</a:t>
            </a:fld>
            <a:endParaRPr kumimoji="0" lang="de-DE" sz="1100" b="0" i="0" u="none" strike="noStrike" kern="1200" cap="none" spc="0" normalizeH="0" baseline="0" noProof="0">
              <a:ln>
                <a:noFill/>
              </a:ln>
              <a:solidFill>
                <a:prstClr val="black">
                  <a:lumMod val="50000"/>
                  <a:lumOff val="50000"/>
                </a:prstClr>
              </a:solidFill>
              <a:effectLst/>
              <a:uLnTx/>
              <a:uFillTx/>
              <a:latin typeface="Calibri" panose="020F0502020204030204"/>
              <a:ea typeface="+mn-ea"/>
              <a:cs typeface="+mn-cs"/>
            </a:endParaRP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696328" name="Rectangle 696327">
            <a:extLst>
              <a:ext uri="{FF2B5EF4-FFF2-40B4-BE49-F238E27FC236}">
                <a16:creationId xmlns:a16="http://schemas.microsoft.com/office/drawing/2014/main" id="{09588DA8-065E-4F6F-8EFD-43104AB2E0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useBgFill="1">
        <p:nvSpPr>
          <p:cNvPr id="696330" name="Rectangle 696329">
            <a:extLst>
              <a:ext uri="{FF2B5EF4-FFF2-40B4-BE49-F238E27FC236}">
                <a16:creationId xmlns:a16="http://schemas.microsoft.com/office/drawing/2014/main" id="{C4285719-470E-454C-AF62-8323075F1F5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696332" name="Rectangle 696331">
            <a:extLst>
              <a:ext uri="{FF2B5EF4-FFF2-40B4-BE49-F238E27FC236}">
                <a16:creationId xmlns:a16="http://schemas.microsoft.com/office/drawing/2014/main" id="{CD9FE4EF-C4D8-49A0-B2FF-81D8DB7D8A2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696334" name="Rectangle 696333">
            <a:extLst>
              <a:ext uri="{FF2B5EF4-FFF2-40B4-BE49-F238E27FC236}">
                <a16:creationId xmlns:a16="http://schemas.microsoft.com/office/drawing/2014/main" id="{4300840D-0A0B-4512-BACA-B439D5B9C57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696336" name="Rectangle 696335">
            <a:extLst>
              <a:ext uri="{FF2B5EF4-FFF2-40B4-BE49-F238E27FC236}">
                <a16:creationId xmlns:a16="http://schemas.microsoft.com/office/drawing/2014/main" id="{D2B78728-A580-49A7-84F9-6EF6F583ADE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696338" name="Freeform: Shape 696337">
            <a:extLst>
              <a:ext uri="{FF2B5EF4-FFF2-40B4-BE49-F238E27FC236}">
                <a16:creationId xmlns:a16="http://schemas.microsoft.com/office/drawing/2014/main" id="{38FAA1A1-D861-433F-88FA-1E9D6FD31D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696340" name="Rectangle 696339">
            <a:extLst>
              <a:ext uri="{FF2B5EF4-FFF2-40B4-BE49-F238E27FC236}">
                <a16:creationId xmlns:a16="http://schemas.microsoft.com/office/drawing/2014/main" id="{8D71EDA1-87BF-4D5D-AB79-F346FD1927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3" y="1399943"/>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696322" name="Rectangle 2"/>
          <p:cNvSpPr>
            <a:spLocks noGrp="1" noChangeArrowheads="1"/>
          </p:cNvSpPr>
          <p:nvPr>
            <p:ph type="title"/>
          </p:nvPr>
        </p:nvSpPr>
        <p:spPr>
          <a:xfrm>
            <a:off x="466722" y="586855"/>
            <a:ext cx="3201366" cy="3387497"/>
          </a:xfrm>
        </p:spPr>
        <p:txBody>
          <a:bodyPr anchor="b">
            <a:normAutofit/>
          </a:bodyPr>
          <a:lstStyle/>
          <a:p>
            <a:pPr algn="r"/>
            <a:r>
              <a:rPr lang="en-US" altLang="en-US" sz="4000">
                <a:solidFill>
                  <a:srgbClr val="FFFFFF"/>
                </a:solidFill>
              </a:rPr>
              <a:t>Use case modeling elements</a:t>
            </a:r>
          </a:p>
        </p:txBody>
      </p:sp>
      <p:sp>
        <p:nvSpPr>
          <p:cNvPr id="696323" name="Rectangle 3"/>
          <p:cNvSpPr>
            <a:spLocks noGrp="1" noChangeArrowheads="1"/>
          </p:cNvSpPr>
          <p:nvPr>
            <p:ph type="body" idx="1"/>
          </p:nvPr>
        </p:nvSpPr>
        <p:spPr>
          <a:xfrm>
            <a:off x="4810259" y="649480"/>
            <a:ext cx="6555347" cy="5546047"/>
          </a:xfrm>
        </p:spPr>
        <p:txBody>
          <a:bodyPr anchor="ctr">
            <a:normAutofit/>
          </a:bodyPr>
          <a:lstStyle/>
          <a:p>
            <a:pPr marL="342900" indent="-342900"/>
            <a:r>
              <a:rPr lang="en-US" altLang="en-US" sz="3000" dirty="0"/>
              <a:t>Define Actors</a:t>
            </a:r>
          </a:p>
          <a:p>
            <a:pPr marL="342900" indent="-342900"/>
            <a:r>
              <a:rPr lang="en-US" altLang="en-US" sz="3000" dirty="0"/>
              <a:t>Define top level use case diagram</a:t>
            </a:r>
          </a:p>
          <a:p>
            <a:pPr marL="342900" indent="-342900"/>
            <a:r>
              <a:rPr lang="en-US" altLang="en-US" sz="3000" dirty="0"/>
              <a:t>Define use case diagrams</a:t>
            </a:r>
          </a:p>
          <a:p>
            <a:pPr marL="342900" indent="-342900"/>
            <a:r>
              <a:rPr lang="en-US" altLang="en-US" sz="3000" dirty="0"/>
              <a:t>Define use cases</a:t>
            </a:r>
          </a:p>
          <a:p>
            <a:pPr marL="342900" indent="-342900"/>
            <a:r>
              <a:rPr lang="en-US" altLang="en-US" sz="3000" dirty="0"/>
              <a:t>Example</a:t>
            </a:r>
            <a:endParaRPr lang="en-US" sz="3000" b="1" dirty="0"/>
          </a:p>
          <a:p>
            <a:pPr marL="742950" lvl="1" indent="-285750"/>
            <a:r>
              <a:rPr lang="en-US" altLang="en-US" sz="3000" dirty="0"/>
              <a:t>A </a:t>
            </a:r>
            <a:r>
              <a:rPr lang="en-US" sz="3000" dirty="0"/>
              <a:t>University wants to create an online registration system. The University registrar sets up the curriculum, students register for courses and the professors request course rosters.</a:t>
            </a:r>
            <a:endParaRPr lang="en-US" altLang="en-US" sz="3000" dirty="0"/>
          </a:p>
        </p:txBody>
      </p:sp>
      <p:sp>
        <p:nvSpPr>
          <p:cNvPr id="4" name="Slide Number Placeholder 3"/>
          <p:cNvSpPr>
            <a:spLocks noGrp="1"/>
          </p:cNvSpPr>
          <p:nvPr>
            <p:ph type="sldNum" sz="quarter" idx="10"/>
          </p:nvPr>
        </p:nvSpPr>
        <p:spPr>
          <a:xfrm>
            <a:off x="11704320" y="6455664"/>
            <a:ext cx="448056" cy="365125"/>
          </a:xfrm>
        </p:spPr>
        <p:txBody>
          <a:bodyPr>
            <a:normAutofit/>
          </a:bodyPr>
          <a:lstStyle/>
          <a:p>
            <a:pPr marL="0" marR="0" lvl="0" indent="0" algn="l" defTabSz="914400" rtl="0" eaLnBrk="1" fontAlgn="auto" latinLnBrk="0" hangingPunct="1">
              <a:lnSpc>
                <a:spcPct val="100000"/>
              </a:lnSpc>
              <a:spcBef>
                <a:spcPts val="0"/>
              </a:spcBef>
              <a:spcAft>
                <a:spcPts val="600"/>
              </a:spcAft>
              <a:buClrTx/>
              <a:buSzTx/>
              <a:buFontTx/>
              <a:buNone/>
              <a:tabLst/>
              <a:defRPr/>
            </a:pPr>
            <a:fld id="{7135508E-F27F-41F9-AA09-522CE5BBE08E}" type="slidenum">
              <a:rPr kumimoji="0" lang="de-DE" sz="1100" b="0" i="0" u="none" strike="noStrike" kern="1200" cap="none" spc="0" normalizeH="0" baseline="0" noProof="0">
                <a:ln>
                  <a:noFill/>
                </a:ln>
                <a:solidFill>
                  <a:prstClr val="black">
                    <a:lumMod val="50000"/>
                    <a:lumOff val="50000"/>
                  </a:prstClr>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600"/>
                </a:spcAft>
                <a:buClrTx/>
                <a:buSzTx/>
                <a:buFontTx/>
                <a:buNone/>
                <a:tabLst/>
                <a:defRPr/>
              </a:pPr>
              <a:t>51</a:t>
            </a:fld>
            <a:endParaRPr kumimoji="0" lang="de-DE" sz="1100" b="0" i="0" u="none" strike="noStrike" kern="1200" cap="none" spc="0" normalizeH="0" baseline="0" noProof="0">
              <a:ln>
                <a:noFill/>
              </a:ln>
              <a:solidFill>
                <a:prstClr val="black">
                  <a:lumMod val="50000"/>
                  <a:lumOff val="50000"/>
                </a:prstClr>
              </a:solidFill>
              <a:effectLst/>
              <a:uLnTx/>
              <a:uFillTx/>
              <a:latin typeface="Calibri" panose="020F0502020204030204"/>
              <a:ea typeface="+mn-ea"/>
              <a:cs typeface="+mn-cs"/>
            </a:endParaRP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76C2EAE1-CF9B-494C-BA19-EA6ED1265EF9}" type="slidenum">
              <a:rPr kumimoji="0" lang="de-DE"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52</a:t>
            </a:fld>
            <a:endParaRPr kumimoji="0" lang="de-DE"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698370" name="Rectangle 2"/>
          <p:cNvSpPr>
            <a:spLocks noGrp="1" noChangeArrowheads="1"/>
          </p:cNvSpPr>
          <p:nvPr>
            <p:ph type="title"/>
          </p:nvPr>
        </p:nvSpPr>
        <p:spPr>
          <a:xfrm>
            <a:off x="490644" y="136858"/>
            <a:ext cx="8623300" cy="1098550"/>
          </a:xfrm>
        </p:spPr>
        <p:txBody>
          <a:bodyPr/>
          <a:lstStyle/>
          <a:p>
            <a:r>
              <a:rPr lang="en-US" altLang="en-US" b="1" dirty="0"/>
              <a:t>Actors</a:t>
            </a:r>
          </a:p>
        </p:txBody>
      </p:sp>
      <p:sp>
        <p:nvSpPr>
          <p:cNvPr id="698371" name="Rectangle 3"/>
          <p:cNvSpPr>
            <a:spLocks noGrp="1" noChangeArrowheads="1"/>
          </p:cNvSpPr>
          <p:nvPr>
            <p:ph type="body" idx="1"/>
          </p:nvPr>
        </p:nvSpPr>
        <p:spPr>
          <a:xfrm>
            <a:off x="698049" y="1235409"/>
            <a:ext cx="10874358" cy="3225468"/>
          </a:xfrm>
        </p:spPr>
        <p:txBody>
          <a:bodyPr>
            <a:normAutofit fontScale="85000" lnSpcReduction="10000"/>
          </a:bodyPr>
          <a:lstStyle/>
          <a:p>
            <a:pPr marL="342900" indent="-342900"/>
            <a:r>
              <a:rPr lang="en-US" altLang="en-US" sz="3600" dirty="0"/>
              <a:t>External entities that interact with a system</a:t>
            </a:r>
          </a:p>
          <a:p>
            <a:pPr marL="342900" indent="-342900"/>
            <a:r>
              <a:rPr lang="en-US" altLang="en-US" sz="3600" dirty="0"/>
              <a:t>They define a role played by entities when they interact with a system</a:t>
            </a:r>
          </a:p>
          <a:p>
            <a:pPr marL="342900" indent="-342900"/>
            <a:endParaRPr lang="en-US" altLang="en-US" sz="3600" dirty="0"/>
          </a:p>
          <a:p>
            <a:pPr marL="742950" lvl="1" indent="-285750"/>
            <a:r>
              <a:rPr lang="en-US" altLang="en-US" sz="3200" dirty="0"/>
              <a:t>many entities may play the same role or an entity may play many roles</a:t>
            </a:r>
          </a:p>
          <a:p>
            <a:pPr marL="742950" lvl="1" indent="-285750"/>
            <a:endParaRPr lang="en-US" altLang="en-US" sz="3200" dirty="0"/>
          </a:p>
          <a:p>
            <a:pPr marL="342900" indent="-342900"/>
            <a:r>
              <a:rPr lang="en-US" altLang="en-US" sz="3600" dirty="0"/>
              <a:t>Example</a:t>
            </a:r>
          </a:p>
        </p:txBody>
      </p:sp>
      <p:grpSp>
        <p:nvGrpSpPr>
          <p:cNvPr id="698372" name="Group 4"/>
          <p:cNvGrpSpPr>
            <a:grpSpLocks/>
          </p:cNvGrpSpPr>
          <p:nvPr/>
        </p:nvGrpSpPr>
        <p:grpSpPr bwMode="auto">
          <a:xfrm>
            <a:off x="4175125" y="5346701"/>
            <a:ext cx="3529330" cy="950595"/>
            <a:chOff x="2775" y="2013"/>
            <a:chExt cx="5558" cy="1497"/>
          </a:xfrm>
        </p:grpSpPr>
        <p:grpSp>
          <p:nvGrpSpPr>
            <p:cNvPr id="698373" name="Group 5"/>
            <p:cNvGrpSpPr>
              <a:grpSpLocks/>
            </p:cNvGrpSpPr>
            <p:nvPr/>
          </p:nvGrpSpPr>
          <p:grpSpPr bwMode="auto">
            <a:xfrm>
              <a:off x="3297" y="2013"/>
              <a:ext cx="563" cy="969"/>
              <a:chOff x="1097" y="2462"/>
              <a:chExt cx="295" cy="512"/>
            </a:xfrm>
          </p:grpSpPr>
          <p:sp>
            <p:nvSpPr>
              <p:cNvPr id="698374" name="Oval 6"/>
              <p:cNvSpPr>
                <a:spLocks noChangeArrowheads="1"/>
              </p:cNvSpPr>
              <p:nvPr/>
            </p:nvSpPr>
            <p:spPr bwMode="auto">
              <a:xfrm>
                <a:off x="1141" y="2462"/>
                <a:ext cx="200" cy="197"/>
              </a:xfrm>
              <a:prstGeom prst="ellipse">
                <a:avLst/>
              </a:prstGeom>
              <a:noFill/>
              <a:ln w="25400">
                <a:solidFill>
                  <a:srgbClr val="993300"/>
                </a:solidFill>
                <a:round/>
                <a:headEnd/>
                <a:tailEnd/>
              </a:ln>
              <a:effec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98375" name="Line 7"/>
              <p:cNvSpPr>
                <a:spLocks noChangeShapeType="1"/>
              </p:cNvSpPr>
              <p:nvPr/>
            </p:nvSpPr>
            <p:spPr bwMode="auto">
              <a:xfrm flipH="1">
                <a:off x="1097" y="2784"/>
                <a:ext cx="144" cy="190"/>
              </a:xfrm>
              <a:prstGeom prst="line">
                <a:avLst/>
              </a:prstGeom>
              <a:noFill/>
              <a:ln w="25400">
                <a:solidFill>
                  <a:srgbClr val="993300"/>
                </a:solidFill>
                <a:round/>
                <a:headEnd/>
                <a:tailEnd/>
              </a:ln>
              <a:effec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98376" name="Line 8"/>
              <p:cNvSpPr>
                <a:spLocks noChangeShapeType="1"/>
              </p:cNvSpPr>
              <p:nvPr/>
            </p:nvSpPr>
            <p:spPr bwMode="auto">
              <a:xfrm>
                <a:off x="1248" y="2784"/>
                <a:ext cx="144" cy="190"/>
              </a:xfrm>
              <a:prstGeom prst="line">
                <a:avLst/>
              </a:prstGeom>
              <a:noFill/>
              <a:ln w="25400">
                <a:solidFill>
                  <a:srgbClr val="993300"/>
                </a:solidFill>
                <a:round/>
                <a:headEnd/>
                <a:tailEnd/>
              </a:ln>
              <a:effec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nvGrpSpPr>
              <p:cNvPr id="698377" name="Group 9"/>
              <p:cNvGrpSpPr>
                <a:grpSpLocks/>
              </p:cNvGrpSpPr>
              <p:nvPr/>
            </p:nvGrpSpPr>
            <p:grpSpPr bwMode="auto">
              <a:xfrm>
                <a:off x="1131" y="2659"/>
                <a:ext cx="221" cy="146"/>
                <a:chOff x="1276" y="1988"/>
                <a:chExt cx="221" cy="146"/>
              </a:xfrm>
            </p:grpSpPr>
            <p:sp>
              <p:nvSpPr>
                <p:cNvPr id="698378" name="Line 10"/>
                <p:cNvSpPr>
                  <a:spLocks noChangeShapeType="1"/>
                </p:cNvSpPr>
                <p:nvPr/>
              </p:nvSpPr>
              <p:spPr bwMode="auto">
                <a:xfrm>
                  <a:off x="1386" y="1988"/>
                  <a:ext cx="0" cy="146"/>
                </a:xfrm>
                <a:prstGeom prst="line">
                  <a:avLst/>
                </a:prstGeom>
                <a:noFill/>
                <a:ln w="25400">
                  <a:solidFill>
                    <a:srgbClr val="993300"/>
                  </a:solidFill>
                  <a:round/>
                  <a:headEnd/>
                  <a:tailEnd/>
                </a:ln>
                <a:effec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98379" name="Line 11"/>
                <p:cNvSpPr>
                  <a:spLocks noChangeShapeType="1"/>
                </p:cNvSpPr>
                <p:nvPr/>
              </p:nvSpPr>
              <p:spPr bwMode="auto">
                <a:xfrm>
                  <a:off x="1276" y="2040"/>
                  <a:ext cx="221" cy="0"/>
                </a:xfrm>
                <a:prstGeom prst="line">
                  <a:avLst/>
                </a:prstGeom>
                <a:noFill/>
                <a:ln w="25400">
                  <a:solidFill>
                    <a:srgbClr val="993300"/>
                  </a:solidFill>
                  <a:round/>
                  <a:headEnd/>
                  <a:tailEnd/>
                </a:ln>
                <a:effec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sp>
          <p:nvSpPr>
            <p:cNvPr id="698380" name="Rectangle 12"/>
            <p:cNvSpPr>
              <a:spLocks noChangeArrowheads="1"/>
            </p:cNvSpPr>
            <p:nvPr/>
          </p:nvSpPr>
          <p:spPr bwMode="auto">
            <a:xfrm>
              <a:off x="2775" y="3078"/>
              <a:ext cx="1606" cy="432"/>
            </a:xfrm>
            <a:prstGeom prst="rect">
              <a:avLst/>
            </a:prstGeom>
            <a:noFill/>
            <a:ln w="12700">
              <a:noFill/>
              <a:miter lim="800000"/>
              <a:headEnd/>
              <a:tailEnd/>
            </a:ln>
            <a:effectLst/>
          </p:spPr>
          <p:txBody>
            <a:bodyPr wrap="none" lIns="90488" tIns="44450" rIns="90488" bIns="4445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prstClr val="black"/>
                  </a:solidFill>
                  <a:effectLst/>
                  <a:uLnTx/>
                  <a:uFillTx/>
                  <a:latin typeface="Courier" pitchFamily="49" charset="0"/>
                  <a:ea typeface="+mn-ea"/>
                  <a:cs typeface="+mn-cs"/>
                </a:rPr>
                <a:t>Registrar</a:t>
              </a:r>
            </a:p>
          </p:txBody>
        </p:sp>
        <p:sp>
          <p:nvSpPr>
            <p:cNvPr id="698381" name="Rectangle 13"/>
            <p:cNvSpPr>
              <a:spLocks noChangeArrowheads="1"/>
            </p:cNvSpPr>
            <p:nvPr/>
          </p:nvSpPr>
          <p:spPr bwMode="auto">
            <a:xfrm>
              <a:off x="4893" y="3078"/>
              <a:ext cx="1606" cy="432"/>
            </a:xfrm>
            <a:prstGeom prst="rect">
              <a:avLst/>
            </a:prstGeom>
            <a:noFill/>
            <a:ln w="12700">
              <a:noFill/>
              <a:miter lim="800000"/>
              <a:headEnd/>
              <a:tailEnd/>
            </a:ln>
            <a:effectLst/>
          </p:spPr>
          <p:txBody>
            <a:bodyPr wrap="none" lIns="90488" tIns="44450" rIns="90488" bIns="4445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prstClr val="black"/>
                  </a:solidFill>
                  <a:effectLst/>
                  <a:uLnTx/>
                  <a:uFillTx/>
                  <a:latin typeface="Courier" pitchFamily="49" charset="0"/>
                  <a:ea typeface="+mn-ea"/>
                  <a:cs typeface="+mn-cs"/>
                </a:rPr>
                <a:t>Professor</a:t>
              </a:r>
            </a:p>
          </p:txBody>
        </p:sp>
        <p:grpSp>
          <p:nvGrpSpPr>
            <p:cNvPr id="698382" name="Group 14"/>
            <p:cNvGrpSpPr>
              <a:grpSpLocks/>
            </p:cNvGrpSpPr>
            <p:nvPr/>
          </p:nvGrpSpPr>
          <p:grpSpPr bwMode="auto">
            <a:xfrm>
              <a:off x="5364" y="2013"/>
              <a:ext cx="563" cy="969"/>
              <a:chOff x="1097" y="2462"/>
              <a:chExt cx="295" cy="512"/>
            </a:xfrm>
          </p:grpSpPr>
          <p:sp>
            <p:nvSpPr>
              <p:cNvPr id="698383" name="Oval 15"/>
              <p:cNvSpPr>
                <a:spLocks noChangeArrowheads="1"/>
              </p:cNvSpPr>
              <p:nvPr/>
            </p:nvSpPr>
            <p:spPr bwMode="auto">
              <a:xfrm>
                <a:off x="1141" y="2462"/>
                <a:ext cx="200" cy="197"/>
              </a:xfrm>
              <a:prstGeom prst="ellipse">
                <a:avLst/>
              </a:prstGeom>
              <a:noFill/>
              <a:ln w="25400">
                <a:solidFill>
                  <a:srgbClr val="993300"/>
                </a:solidFill>
                <a:round/>
                <a:headEnd/>
                <a:tailEnd/>
              </a:ln>
              <a:effec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98384" name="Line 16"/>
              <p:cNvSpPr>
                <a:spLocks noChangeShapeType="1"/>
              </p:cNvSpPr>
              <p:nvPr/>
            </p:nvSpPr>
            <p:spPr bwMode="auto">
              <a:xfrm flipH="1">
                <a:off x="1097" y="2784"/>
                <a:ext cx="144" cy="190"/>
              </a:xfrm>
              <a:prstGeom prst="line">
                <a:avLst/>
              </a:prstGeom>
              <a:noFill/>
              <a:ln w="25400">
                <a:solidFill>
                  <a:srgbClr val="993300"/>
                </a:solidFill>
                <a:round/>
                <a:headEnd/>
                <a:tailEnd/>
              </a:ln>
              <a:effec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98385" name="Line 17"/>
              <p:cNvSpPr>
                <a:spLocks noChangeShapeType="1"/>
              </p:cNvSpPr>
              <p:nvPr/>
            </p:nvSpPr>
            <p:spPr bwMode="auto">
              <a:xfrm>
                <a:off x="1248" y="2784"/>
                <a:ext cx="144" cy="190"/>
              </a:xfrm>
              <a:prstGeom prst="line">
                <a:avLst/>
              </a:prstGeom>
              <a:noFill/>
              <a:ln w="25400">
                <a:solidFill>
                  <a:srgbClr val="993300"/>
                </a:solidFill>
                <a:round/>
                <a:headEnd/>
                <a:tailEnd/>
              </a:ln>
              <a:effec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nvGrpSpPr>
              <p:cNvPr id="698386" name="Group 18"/>
              <p:cNvGrpSpPr>
                <a:grpSpLocks/>
              </p:cNvGrpSpPr>
              <p:nvPr/>
            </p:nvGrpSpPr>
            <p:grpSpPr bwMode="auto">
              <a:xfrm>
                <a:off x="1131" y="2659"/>
                <a:ext cx="221" cy="146"/>
                <a:chOff x="1276" y="1988"/>
                <a:chExt cx="221" cy="146"/>
              </a:xfrm>
            </p:grpSpPr>
            <p:sp>
              <p:nvSpPr>
                <p:cNvPr id="698387" name="Line 19"/>
                <p:cNvSpPr>
                  <a:spLocks noChangeShapeType="1"/>
                </p:cNvSpPr>
                <p:nvPr/>
              </p:nvSpPr>
              <p:spPr bwMode="auto">
                <a:xfrm>
                  <a:off x="1386" y="1988"/>
                  <a:ext cx="0" cy="146"/>
                </a:xfrm>
                <a:prstGeom prst="line">
                  <a:avLst/>
                </a:prstGeom>
                <a:noFill/>
                <a:ln w="25400">
                  <a:solidFill>
                    <a:srgbClr val="993300"/>
                  </a:solidFill>
                  <a:round/>
                  <a:headEnd/>
                  <a:tailEnd/>
                </a:ln>
                <a:effec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98388" name="Line 20"/>
                <p:cNvSpPr>
                  <a:spLocks noChangeShapeType="1"/>
                </p:cNvSpPr>
                <p:nvPr/>
              </p:nvSpPr>
              <p:spPr bwMode="auto">
                <a:xfrm>
                  <a:off x="1276" y="2040"/>
                  <a:ext cx="221" cy="0"/>
                </a:xfrm>
                <a:prstGeom prst="line">
                  <a:avLst/>
                </a:prstGeom>
                <a:noFill/>
                <a:ln w="25400">
                  <a:solidFill>
                    <a:srgbClr val="993300"/>
                  </a:solidFill>
                  <a:round/>
                  <a:headEnd/>
                  <a:tailEnd/>
                </a:ln>
                <a:effec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sp>
          <p:nvSpPr>
            <p:cNvPr id="698389" name="Rectangle 21"/>
            <p:cNvSpPr>
              <a:spLocks noChangeArrowheads="1"/>
            </p:cNvSpPr>
            <p:nvPr/>
          </p:nvSpPr>
          <p:spPr bwMode="auto">
            <a:xfrm>
              <a:off x="7020" y="3066"/>
              <a:ext cx="1313" cy="432"/>
            </a:xfrm>
            <a:prstGeom prst="rect">
              <a:avLst/>
            </a:prstGeom>
            <a:noFill/>
            <a:ln w="12700">
              <a:noFill/>
              <a:miter lim="800000"/>
              <a:headEnd/>
              <a:tailEnd/>
            </a:ln>
            <a:effectLst/>
          </p:spPr>
          <p:txBody>
            <a:bodyPr wrap="none" lIns="90488" tIns="44450" rIns="90488" bIns="4445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prstClr val="black"/>
                  </a:solidFill>
                  <a:effectLst/>
                  <a:uLnTx/>
                  <a:uFillTx/>
                  <a:latin typeface="Courier" pitchFamily="49" charset="0"/>
                  <a:ea typeface="+mn-ea"/>
                  <a:cs typeface="+mn-cs"/>
                </a:rPr>
                <a:t>Student</a:t>
              </a:r>
            </a:p>
          </p:txBody>
        </p:sp>
        <p:grpSp>
          <p:nvGrpSpPr>
            <p:cNvPr id="698390" name="Group 22"/>
            <p:cNvGrpSpPr>
              <a:grpSpLocks/>
            </p:cNvGrpSpPr>
            <p:nvPr/>
          </p:nvGrpSpPr>
          <p:grpSpPr bwMode="auto">
            <a:xfrm>
              <a:off x="7354" y="2040"/>
              <a:ext cx="563" cy="969"/>
              <a:chOff x="1097" y="2462"/>
              <a:chExt cx="295" cy="512"/>
            </a:xfrm>
          </p:grpSpPr>
          <p:sp>
            <p:nvSpPr>
              <p:cNvPr id="698391" name="Oval 23"/>
              <p:cNvSpPr>
                <a:spLocks noChangeArrowheads="1"/>
              </p:cNvSpPr>
              <p:nvPr/>
            </p:nvSpPr>
            <p:spPr bwMode="auto">
              <a:xfrm>
                <a:off x="1141" y="2462"/>
                <a:ext cx="200" cy="197"/>
              </a:xfrm>
              <a:prstGeom prst="ellipse">
                <a:avLst/>
              </a:prstGeom>
              <a:noFill/>
              <a:ln w="25400">
                <a:solidFill>
                  <a:srgbClr val="993300"/>
                </a:solidFill>
                <a:round/>
                <a:headEnd/>
                <a:tailEnd/>
              </a:ln>
              <a:effec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98392" name="Line 24"/>
              <p:cNvSpPr>
                <a:spLocks noChangeShapeType="1"/>
              </p:cNvSpPr>
              <p:nvPr/>
            </p:nvSpPr>
            <p:spPr bwMode="auto">
              <a:xfrm flipH="1">
                <a:off x="1097" y="2784"/>
                <a:ext cx="144" cy="190"/>
              </a:xfrm>
              <a:prstGeom prst="line">
                <a:avLst/>
              </a:prstGeom>
              <a:noFill/>
              <a:ln w="25400">
                <a:solidFill>
                  <a:srgbClr val="993300"/>
                </a:solidFill>
                <a:round/>
                <a:headEnd/>
                <a:tailEnd/>
              </a:ln>
              <a:effec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98393" name="Line 25"/>
              <p:cNvSpPr>
                <a:spLocks noChangeShapeType="1"/>
              </p:cNvSpPr>
              <p:nvPr/>
            </p:nvSpPr>
            <p:spPr bwMode="auto">
              <a:xfrm>
                <a:off x="1248" y="2784"/>
                <a:ext cx="144" cy="190"/>
              </a:xfrm>
              <a:prstGeom prst="line">
                <a:avLst/>
              </a:prstGeom>
              <a:noFill/>
              <a:ln w="25400">
                <a:solidFill>
                  <a:srgbClr val="993300"/>
                </a:solidFill>
                <a:round/>
                <a:headEnd/>
                <a:tailEnd/>
              </a:ln>
              <a:effec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nvGrpSpPr>
              <p:cNvPr id="698394" name="Group 26"/>
              <p:cNvGrpSpPr>
                <a:grpSpLocks/>
              </p:cNvGrpSpPr>
              <p:nvPr/>
            </p:nvGrpSpPr>
            <p:grpSpPr bwMode="auto">
              <a:xfrm>
                <a:off x="1131" y="2659"/>
                <a:ext cx="221" cy="146"/>
                <a:chOff x="1276" y="1988"/>
                <a:chExt cx="221" cy="146"/>
              </a:xfrm>
            </p:grpSpPr>
            <p:sp>
              <p:nvSpPr>
                <p:cNvPr id="698395" name="Line 27"/>
                <p:cNvSpPr>
                  <a:spLocks noChangeShapeType="1"/>
                </p:cNvSpPr>
                <p:nvPr/>
              </p:nvSpPr>
              <p:spPr bwMode="auto">
                <a:xfrm>
                  <a:off x="1386" y="1988"/>
                  <a:ext cx="0" cy="146"/>
                </a:xfrm>
                <a:prstGeom prst="line">
                  <a:avLst/>
                </a:prstGeom>
                <a:noFill/>
                <a:ln w="25400">
                  <a:solidFill>
                    <a:srgbClr val="993300"/>
                  </a:solidFill>
                  <a:round/>
                  <a:headEnd/>
                  <a:tailEnd/>
                </a:ln>
                <a:effec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98396" name="Line 28"/>
                <p:cNvSpPr>
                  <a:spLocks noChangeShapeType="1"/>
                </p:cNvSpPr>
                <p:nvPr/>
              </p:nvSpPr>
              <p:spPr bwMode="auto">
                <a:xfrm>
                  <a:off x="1276" y="2040"/>
                  <a:ext cx="221" cy="0"/>
                </a:xfrm>
                <a:prstGeom prst="line">
                  <a:avLst/>
                </a:prstGeom>
                <a:noFill/>
                <a:ln w="25400">
                  <a:solidFill>
                    <a:srgbClr val="993300"/>
                  </a:solidFill>
                  <a:round/>
                  <a:headEnd/>
                  <a:tailEnd/>
                </a:ln>
                <a:effec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gr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68259E73-7B9B-478C-A2B0-ED48CCCED631}" type="slidenum">
              <a:rPr kumimoji="0" lang="de-DE"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53</a:t>
            </a:fld>
            <a:endParaRPr kumimoji="0" lang="de-DE" sz="1200" b="0" i="0" u="none" strike="noStrike" kern="1200" cap="none" spc="0" normalizeH="0" baseline="0" noProof="0" dirty="0">
              <a:ln>
                <a:noFill/>
              </a:ln>
              <a:solidFill>
                <a:prstClr val="black">
                  <a:tint val="75000"/>
                </a:prstClr>
              </a:solidFill>
              <a:effectLst/>
              <a:uLnTx/>
              <a:uFillTx/>
              <a:latin typeface="Calibri" panose="020F0502020204030204"/>
              <a:ea typeface="+mn-ea"/>
              <a:cs typeface="+mn-cs"/>
            </a:endParaRPr>
          </a:p>
        </p:txBody>
      </p:sp>
      <p:sp>
        <p:nvSpPr>
          <p:cNvPr id="700418" name="Rectangle 2"/>
          <p:cNvSpPr>
            <a:spLocks noGrp="1" noChangeArrowheads="1"/>
          </p:cNvSpPr>
          <p:nvPr>
            <p:ph type="title"/>
          </p:nvPr>
        </p:nvSpPr>
        <p:spPr>
          <a:xfrm>
            <a:off x="196885" y="-1672"/>
            <a:ext cx="8626475" cy="1106488"/>
          </a:xfrm>
        </p:spPr>
        <p:txBody>
          <a:bodyPr/>
          <a:lstStyle/>
          <a:p>
            <a:r>
              <a:rPr lang="en-US" altLang="en-US" dirty="0"/>
              <a:t>Top Level Use Case Diagram</a:t>
            </a:r>
          </a:p>
        </p:txBody>
      </p:sp>
      <p:sp>
        <p:nvSpPr>
          <p:cNvPr id="700421" name="Rectangle 5"/>
          <p:cNvSpPr>
            <a:spLocks noChangeArrowheads="1"/>
          </p:cNvSpPr>
          <p:nvPr/>
        </p:nvSpPr>
        <p:spPr bwMode="auto">
          <a:xfrm>
            <a:off x="5600494" y="4668564"/>
            <a:ext cx="1543158" cy="1514675"/>
          </a:xfrm>
          <a:prstGeom prst="rect">
            <a:avLst/>
          </a:prstGeom>
          <a:noFill/>
          <a:ln w="19050">
            <a:solidFill>
              <a:srgbClr val="993300"/>
            </a:solidFill>
            <a:miter lim="800000"/>
            <a:headEnd/>
            <a:tailEn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00422" name="Oval 6"/>
          <p:cNvSpPr>
            <a:spLocks noChangeArrowheads="1"/>
          </p:cNvSpPr>
          <p:nvPr/>
        </p:nvSpPr>
        <p:spPr bwMode="auto">
          <a:xfrm>
            <a:off x="4402800" y="4343400"/>
            <a:ext cx="361340" cy="313096"/>
          </a:xfrm>
          <a:prstGeom prst="ellipse">
            <a:avLst/>
          </a:prstGeom>
          <a:noFill/>
          <a:ln w="25400">
            <a:solidFill>
              <a:srgbClr val="993300"/>
            </a:solidFill>
            <a:round/>
            <a:headEnd/>
            <a:tailEnd/>
          </a:ln>
          <a:effec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00423" name="Line 7"/>
          <p:cNvSpPr>
            <a:spLocks noChangeShapeType="1"/>
          </p:cNvSpPr>
          <p:nvPr/>
        </p:nvSpPr>
        <p:spPr bwMode="auto">
          <a:xfrm flipH="1">
            <a:off x="4323419" y="4854643"/>
            <a:ext cx="260368" cy="301665"/>
          </a:xfrm>
          <a:prstGeom prst="line">
            <a:avLst/>
          </a:prstGeom>
          <a:noFill/>
          <a:ln w="25400">
            <a:solidFill>
              <a:srgbClr val="993300"/>
            </a:solidFill>
            <a:round/>
            <a:headEnd/>
            <a:tailEnd/>
          </a:ln>
          <a:effec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00424" name="Line 8"/>
          <p:cNvSpPr>
            <a:spLocks noChangeShapeType="1"/>
          </p:cNvSpPr>
          <p:nvPr/>
        </p:nvSpPr>
        <p:spPr bwMode="auto">
          <a:xfrm>
            <a:off x="4595854" y="4854643"/>
            <a:ext cx="260368" cy="301665"/>
          </a:xfrm>
          <a:prstGeom prst="line">
            <a:avLst/>
          </a:prstGeom>
          <a:noFill/>
          <a:ln w="25400">
            <a:solidFill>
              <a:srgbClr val="993300"/>
            </a:solidFill>
            <a:round/>
            <a:headEnd/>
            <a:tailEnd/>
          </a:ln>
          <a:effec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00425" name="Line 9"/>
          <p:cNvSpPr>
            <a:spLocks noChangeShapeType="1"/>
          </p:cNvSpPr>
          <p:nvPr/>
        </p:nvSpPr>
        <p:spPr bwMode="auto">
          <a:xfrm>
            <a:off x="4583788" y="4656496"/>
            <a:ext cx="0" cy="231806"/>
          </a:xfrm>
          <a:prstGeom prst="line">
            <a:avLst/>
          </a:prstGeom>
          <a:noFill/>
          <a:ln w="25400">
            <a:solidFill>
              <a:srgbClr val="993300"/>
            </a:solidFill>
            <a:round/>
            <a:headEnd/>
            <a:tailEnd/>
          </a:ln>
          <a:effec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00426" name="Line 10"/>
          <p:cNvSpPr>
            <a:spLocks noChangeShapeType="1"/>
          </p:cNvSpPr>
          <p:nvPr/>
        </p:nvSpPr>
        <p:spPr bwMode="auto">
          <a:xfrm>
            <a:off x="4385019" y="4739057"/>
            <a:ext cx="398808" cy="0"/>
          </a:xfrm>
          <a:prstGeom prst="line">
            <a:avLst/>
          </a:prstGeom>
          <a:noFill/>
          <a:ln w="25400">
            <a:solidFill>
              <a:srgbClr val="993300"/>
            </a:solidFill>
            <a:round/>
            <a:headEnd/>
            <a:tailEnd/>
          </a:ln>
          <a:effec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00427" name="Rectangle 11"/>
          <p:cNvSpPr>
            <a:spLocks noChangeArrowheads="1"/>
          </p:cNvSpPr>
          <p:nvPr/>
        </p:nvSpPr>
        <p:spPr bwMode="auto">
          <a:xfrm>
            <a:off x="4082739" y="5157857"/>
            <a:ext cx="1019511" cy="274434"/>
          </a:xfrm>
          <a:prstGeom prst="rect">
            <a:avLst/>
          </a:prstGeom>
          <a:noFill/>
          <a:ln w="12700">
            <a:noFill/>
            <a:miter lim="800000"/>
            <a:headEnd/>
            <a:tailEnd/>
          </a:ln>
          <a:effectLst/>
        </p:spPr>
        <p:txBody>
          <a:bodyPr wrap="none" lIns="90488" tIns="44450" rIns="90488" bIns="4445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rgbClr val="993300"/>
                </a:solidFill>
                <a:effectLst/>
                <a:uLnTx/>
                <a:uFillTx/>
                <a:latin typeface="Courier" pitchFamily="49" charset="0"/>
                <a:ea typeface="+mn-ea"/>
                <a:cs typeface="+mn-cs"/>
              </a:rPr>
              <a:t>Registrar</a:t>
            </a:r>
          </a:p>
        </p:txBody>
      </p:sp>
      <p:sp>
        <p:nvSpPr>
          <p:cNvPr id="700428" name="Rectangle 12"/>
          <p:cNvSpPr>
            <a:spLocks noChangeArrowheads="1"/>
          </p:cNvSpPr>
          <p:nvPr/>
        </p:nvSpPr>
        <p:spPr bwMode="auto">
          <a:xfrm>
            <a:off x="4017964" y="6482006"/>
            <a:ext cx="1019511" cy="274434"/>
          </a:xfrm>
          <a:prstGeom prst="rect">
            <a:avLst/>
          </a:prstGeom>
          <a:noFill/>
          <a:ln w="12700">
            <a:noFill/>
            <a:miter lim="800000"/>
            <a:headEnd/>
            <a:tailEnd/>
          </a:ln>
          <a:effectLst/>
        </p:spPr>
        <p:txBody>
          <a:bodyPr wrap="none" lIns="90488" tIns="44450" rIns="90488" bIns="4445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rgbClr val="993300"/>
                </a:solidFill>
                <a:effectLst/>
                <a:uLnTx/>
                <a:uFillTx/>
                <a:latin typeface="Courier" pitchFamily="49" charset="0"/>
                <a:ea typeface="+mn-ea"/>
                <a:cs typeface="+mn-cs"/>
              </a:rPr>
              <a:t>Professor</a:t>
            </a:r>
          </a:p>
        </p:txBody>
      </p:sp>
      <p:sp>
        <p:nvSpPr>
          <p:cNvPr id="700429" name="Oval 13"/>
          <p:cNvSpPr>
            <a:spLocks noChangeArrowheads="1"/>
          </p:cNvSpPr>
          <p:nvPr/>
        </p:nvSpPr>
        <p:spPr bwMode="auto">
          <a:xfrm>
            <a:off x="4333581" y="5677076"/>
            <a:ext cx="353085" cy="313096"/>
          </a:xfrm>
          <a:prstGeom prst="ellipse">
            <a:avLst/>
          </a:prstGeom>
          <a:noFill/>
          <a:ln w="25400">
            <a:solidFill>
              <a:srgbClr val="993300"/>
            </a:solidFill>
            <a:round/>
            <a:headEnd/>
            <a:tailEnd/>
          </a:ln>
          <a:effec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00430" name="Line 14"/>
          <p:cNvSpPr>
            <a:spLocks noChangeShapeType="1"/>
          </p:cNvSpPr>
          <p:nvPr/>
        </p:nvSpPr>
        <p:spPr bwMode="auto">
          <a:xfrm flipH="1">
            <a:off x="4256105" y="6188319"/>
            <a:ext cx="254018" cy="301665"/>
          </a:xfrm>
          <a:prstGeom prst="line">
            <a:avLst/>
          </a:prstGeom>
          <a:noFill/>
          <a:ln w="25400">
            <a:solidFill>
              <a:srgbClr val="993300"/>
            </a:solidFill>
            <a:round/>
            <a:headEnd/>
            <a:tailEnd/>
          </a:ln>
          <a:effec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00431" name="Line 15"/>
          <p:cNvSpPr>
            <a:spLocks noChangeShapeType="1"/>
          </p:cNvSpPr>
          <p:nvPr/>
        </p:nvSpPr>
        <p:spPr bwMode="auto">
          <a:xfrm>
            <a:off x="4522823" y="6188319"/>
            <a:ext cx="254018" cy="301665"/>
          </a:xfrm>
          <a:prstGeom prst="line">
            <a:avLst/>
          </a:prstGeom>
          <a:noFill/>
          <a:ln w="25400">
            <a:solidFill>
              <a:srgbClr val="993300"/>
            </a:solidFill>
            <a:round/>
            <a:headEnd/>
            <a:tailEnd/>
          </a:ln>
          <a:effec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00432" name="Line 16"/>
          <p:cNvSpPr>
            <a:spLocks noChangeShapeType="1"/>
          </p:cNvSpPr>
          <p:nvPr/>
        </p:nvSpPr>
        <p:spPr bwMode="auto">
          <a:xfrm>
            <a:off x="4510758" y="5990172"/>
            <a:ext cx="0" cy="231806"/>
          </a:xfrm>
          <a:prstGeom prst="line">
            <a:avLst/>
          </a:prstGeom>
          <a:noFill/>
          <a:ln w="25400">
            <a:solidFill>
              <a:srgbClr val="993300"/>
            </a:solidFill>
            <a:round/>
            <a:headEnd/>
            <a:tailEnd/>
          </a:ln>
          <a:effec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00433" name="Line 17"/>
          <p:cNvSpPr>
            <a:spLocks noChangeShapeType="1"/>
          </p:cNvSpPr>
          <p:nvPr/>
        </p:nvSpPr>
        <p:spPr bwMode="auto">
          <a:xfrm>
            <a:off x="4316435" y="6072733"/>
            <a:ext cx="389917" cy="0"/>
          </a:xfrm>
          <a:prstGeom prst="line">
            <a:avLst/>
          </a:prstGeom>
          <a:noFill/>
          <a:ln w="25400">
            <a:solidFill>
              <a:srgbClr val="993300"/>
            </a:solidFill>
            <a:round/>
            <a:headEnd/>
            <a:tailEnd/>
          </a:ln>
          <a:effec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00434" name="Rectangle 18"/>
          <p:cNvSpPr>
            <a:spLocks noChangeArrowheads="1"/>
          </p:cNvSpPr>
          <p:nvPr/>
        </p:nvSpPr>
        <p:spPr bwMode="auto">
          <a:xfrm>
            <a:off x="2121957" y="6299105"/>
            <a:ext cx="833563" cy="274434"/>
          </a:xfrm>
          <a:prstGeom prst="rect">
            <a:avLst/>
          </a:prstGeom>
          <a:noFill/>
          <a:ln w="19050">
            <a:noFill/>
            <a:miter lim="800000"/>
            <a:headEnd/>
            <a:tailEnd/>
          </a:ln>
          <a:effectLst/>
        </p:spPr>
        <p:txBody>
          <a:bodyPr wrap="none" lIns="90488" tIns="44450" rIns="90488" bIns="4445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993300"/>
                </a:solidFill>
                <a:effectLst/>
                <a:uLnTx/>
                <a:uFillTx/>
                <a:latin typeface="Courier" pitchFamily="49" charset="0"/>
                <a:ea typeface="+mn-ea"/>
                <a:cs typeface="+mn-cs"/>
              </a:rPr>
              <a:t>Student</a:t>
            </a:r>
          </a:p>
        </p:txBody>
      </p:sp>
      <p:sp>
        <p:nvSpPr>
          <p:cNvPr id="700435" name="Oval 19"/>
          <p:cNvSpPr>
            <a:spLocks noChangeArrowheads="1"/>
          </p:cNvSpPr>
          <p:nvPr/>
        </p:nvSpPr>
        <p:spPr bwMode="auto">
          <a:xfrm>
            <a:off x="2333426" y="4989280"/>
            <a:ext cx="370866" cy="313096"/>
          </a:xfrm>
          <a:prstGeom prst="ellipse">
            <a:avLst/>
          </a:prstGeom>
          <a:noFill/>
          <a:ln w="19050">
            <a:solidFill>
              <a:srgbClr val="993300"/>
            </a:solidFill>
            <a:round/>
            <a:headEnd/>
            <a:tailEnd/>
          </a:ln>
          <a:effec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00436" name="Line 20"/>
          <p:cNvSpPr>
            <a:spLocks noChangeShapeType="1"/>
          </p:cNvSpPr>
          <p:nvPr/>
        </p:nvSpPr>
        <p:spPr bwMode="auto">
          <a:xfrm flipH="1">
            <a:off x="2236447" y="5981781"/>
            <a:ext cx="266719" cy="301665"/>
          </a:xfrm>
          <a:prstGeom prst="line">
            <a:avLst/>
          </a:prstGeom>
          <a:noFill/>
          <a:ln w="19050">
            <a:solidFill>
              <a:srgbClr val="993300"/>
            </a:solidFill>
            <a:round/>
            <a:headEnd/>
            <a:tailEnd/>
          </a:ln>
          <a:effec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00437" name="Line 21"/>
          <p:cNvSpPr>
            <a:spLocks noChangeShapeType="1"/>
          </p:cNvSpPr>
          <p:nvPr/>
        </p:nvSpPr>
        <p:spPr bwMode="auto">
          <a:xfrm>
            <a:off x="2518725" y="5970675"/>
            <a:ext cx="266719" cy="301665"/>
          </a:xfrm>
          <a:prstGeom prst="line">
            <a:avLst/>
          </a:prstGeom>
          <a:noFill/>
          <a:ln w="19050">
            <a:solidFill>
              <a:srgbClr val="993300"/>
            </a:solidFill>
            <a:round/>
            <a:headEnd/>
            <a:tailEnd/>
          </a:ln>
          <a:effec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00438" name="Line 22"/>
          <p:cNvSpPr>
            <a:spLocks noChangeShapeType="1"/>
          </p:cNvSpPr>
          <p:nvPr/>
        </p:nvSpPr>
        <p:spPr bwMode="auto">
          <a:xfrm>
            <a:off x="2488877" y="5294716"/>
            <a:ext cx="2786" cy="695455"/>
          </a:xfrm>
          <a:prstGeom prst="line">
            <a:avLst/>
          </a:prstGeom>
          <a:noFill/>
          <a:ln w="19050">
            <a:solidFill>
              <a:srgbClr val="993300"/>
            </a:solidFill>
            <a:round/>
            <a:headEnd/>
            <a:tailEnd/>
          </a:ln>
          <a:effec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00439" name="Line 23"/>
          <p:cNvSpPr>
            <a:spLocks noChangeShapeType="1"/>
          </p:cNvSpPr>
          <p:nvPr/>
        </p:nvSpPr>
        <p:spPr bwMode="auto">
          <a:xfrm>
            <a:off x="2333937" y="5551774"/>
            <a:ext cx="409604" cy="0"/>
          </a:xfrm>
          <a:prstGeom prst="line">
            <a:avLst/>
          </a:prstGeom>
          <a:noFill/>
          <a:ln w="19050">
            <a:solidFill>
              <a:srgbClr val="993300"/>
            </a:solidFill>
            <a:round/>
            <a:headEnd/>
            <a:tailEnd/>
          </a:ln>
          <a:effec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00440" name="Line 24"/>
          <p:cNvSpPr>
            <a:spLocks noChangeShapeType="1"/>
          </p:cNvSpPr>
          <p:nvPr/>
        </p:nvSpPr>
        <p:spPr bwMode="auto">
          <a:xfrm>
            <a:off x="4886070" y="4735247"/>
            <a:ext cx="704899" cy="304840"/>
          </a:xfrm>
          <a:prstGeom prst="line">
            <a:avLst/>
          </a:prstGeom>
          <a:noFill/>
          <a:ln w="19050">
            <a:solidFill>
              <a:srgbClr val="993300"/>
            </a:solidFill>
            <a:round/>
            <a:headEnd/>
            <a:tailEn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00441" name="Line 25"/>
          <p:cNvSpPr>
            <a:spLocks noChangeShapeType="1"/>
          </p:cNvSpPr>
          <p:nvPr/>
        </p:nvSpPr>
        <p:spPr bwMode="auto">
          <a:xfrm flipV="1">
            <a:off x="4847967" y="5687872"/>
            <a:ext cx="723951" cy="381050"/>
          </a:xfrm>
          <a:prstGeom prst="line">
            <a:avLst/>
          </a:prstGeom>
          <a:noFill/>
          <a:ln w="19050">
            <a:solidFill>
              <a:srgbClr val="993300"/>
            </a:solidFill>
            <a:round/>
            <a:headEnd/>
            <a:tailEn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00442" name="Line 26"/>
          <p:cNvSpPr>
            <a:spLocks noChangeShapeType="1"/>
          </p:cNvSpPr>
          <p:nvPr/>
        </p:nvSpPr>
        <p:spPr bwMode="auto">
          <a:xfrm flipH="1">
            <a:off x="2955520" y="5476566"/>
            <a:ext cx="2635448" cy="9627"/>
          </a:xfrm>
          <a:prstGeom prst="line">
            <a:avLst/>
          </a:prstGeom>
          <a:noFill/>
          <a:ln w="19050">
            <a:solidFill>
              <a:srgbClr val="993300"/>
            </a:solidFill>
            <a:round/>
            <a:headEnd/>
            <a:tailEn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00443" name="Rectangle 27"/>
          <p:cNvSpPr>
            <a:spLocks noChangeArrowheads="1"/>
          </p:cNvSpPr>
          <p:nvPr/>
        </p:nvSpPr>
        <p:spPr bwMode="auto">
          <a:xfrm>
            <a:off x="5640502" y="5119531"/>
            <a:ext cx="1471558" cy="520655"/>
          </a:xfrm>
          <a:prstGeom prst="rect">
            <a:avLst/>
          </a:prstGeom>
          <a:noFill/>
          <a:ln w="19050">
            <a:noFill/>
            <a:miter lim="800000"/>
            <a:headEnd/>
            <a:tailEnd/>
          </a:ln>
          <a:effectLst/>
        </p:spPr>
        <p:txBody>
          <a:bodyPr wrap="none" lIns="90488" tIns="44450" rIns="90488" bIns="4445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993300"/>
                </a:solidFill>
                <a:effectLst/>
                <a:uLnTx/>
                <a:uFillTx/>
                <a:latin typeface="Courier" pitchFamily="49" charset="0"/>
                <a:ea typeface="+mn-ea"/>
                <a:cs typeface="+mn-cs"/>
              </a:rPr>
              <a:t>Registration</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993300"/>
                </a:solidFill>
                <a:effectLst/>
                <a:uLnTx/>
                <a:uFillTx/>
                <a:latin typeface="Courier" pitchFamily="49" charset="0"/>
                <a:ea typeface="+mn-ea"/>
                <a:cs typeface="+mn-cs"/>
              </a:rPr>
              <a:t>System</a:t>
            </a:r>
          </a:p>
        </p:txBody>
      </p:sp>
      <p:graphicFrame>
        <p:nvGraphicFramePr>
          <p:cNvPr id="700445" name="Rectangle 3">
            <a:extLst>
              <a:ext uri="{FF2B5EF4-FFF2-40B4-BE49-F238E27FC236}">
                <a16:creationId xmlns:a16="http://schemas.microsoft.com/office/drawing/2014/main" id="{C5D437B2-EB09-70C2-3423-660E65310325}"/>
              </a:ext>
            </a:extLst>
          </p:cNvPr>
          <p:cNvGraphicFramePr/>
          <p:nvPr/>
        </p:nvGraphicFramePr>
        <p:xfrm>
          <a:off x="1973264" y="1752601"/>
          <a:ext cx="8543925" cy="265593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DCD96BE3-084F-4F46-BD88-2746D45EBBBD}" type="slidenum">
              <a:rPr kumimoji="0" lang="de-DE"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54</a:t>
            </a:fld>
            <a:endParaRPr kumimoji="0" lang="de-DE" sz="1200" b="0" i="0" u="none" strike="noStrike" kern="1200" cap="none" spc="0" normalizeH="0" baseline="0" noProof="0" dirty="0">
              <a:ln>
                <a:noFill/>
              </a:ln>
              <a:solidFill>
                <a:prstClr val="black">
                  <a:tint val="75000"/>
                </a:prstClr>
              </a:solidFill>
              <a:effectLst/>
              <a:uLnTx/>
              <a:uFillTx/>
              <a:latin typeface="Calibri" panose="020F0502020204030204"/>
              <a:ea typeface="+mn-ea"/>
              <a:cs typeface="+mn-cs"/>
            </a:endParaRPr>
          </a:p>
        </p:txBody>
      </p:sp>
      <p:sp>
        <p:nvSpPr>
          <p:cNvPr id="702466" name="Rectangle 2"/>
          <p:cNvSpPr>
            <a:spLocks noGrp="1" noChangeArrowheads="1"/>
          </p:cNvSpPr>
          <p:nvPr>
            <p:ph type="title"/>
          </p:nvPr>
        </p:nvSpPr>
        <p:spPr>
          <a:xfrm>
            <a:off x="97155" y="149092"/>
            <a:ext cx="8597900" cy="1143000"/>
          </a:xfrm>
        </p:spPr>
        <p:txBody>
          <a:bodyPr/>
          <a:lstStyle/>
          <a:p>
            <a:r>
              <a:rPr lang="en-US" altLang="en-US" dirty="0"/>
              <a:t>Use Case Diagrams</a:t>
            </a:r>
          </a:p>
        </p:txBody>
      </p:sp>
      <p:sp>
        <p:nvSpPr>
          <p:cNvPr id="702467" name="Rectangle 3"/>
          <p:cNvSpPr>
            <a:spLocks noGrp="1" noChangeArrowheads="1"/>
          </p:cNvSpPr>
          <p:nvPr>
            <p:ph type="body" idx="1"/>
          </p:nvPr>
        </p:nvSpPr>
        <p:spPr>
          <a:xfrm>
            <a:off x="142876" y="1442496"/>
            <a:ext cx="8208010" cy="4788525"/>
          </a:xfrm>
        </p:spPr>
        <p:txBody>
          <a:bodyPr>
            <a:normAutofit lnSpcReduction="10000"/>
          </a:bodyPr>
          <a:lstStyle/>
          <a:p>
            <a:pPr marL="342900" indent="-342900"/>
            <a:r>
              <a:rPr lang="en-US" altLang="en-US" dirty="0"/>
              <a:t>A Use Case Diagram shows a set of external actors and the use cases each actor participates in</a:t>
            </a:r>
          </a:p>
          <a:p>
            <a:pPr marL="342900" indent="-342900"/>
            <a:r>
              <a:rPr lang="en-US" altLang="en-US" dirty="0"/>
              <a:t>Use the top level use case diagram to identify use cases</a:t>
            </a:r>
          </a:p>
          <a:p>
            <a:pPr marL="742950" lvl="1" indent="-285750"/>
            <a:r>
              <a:rPr lang="en-US" altLang="en-US" dirty="0"/>
              <a:t>For each primary actor, </a:t>
            </a:r>
          </a:p>
          <a:p>
            <a:pPr lvl="2"/>
            <a:r>
              <a:rPr lang="en-US" altLang="en-US" dirty="0"/>
              <a:t>identify their goals (Elementary Business Processes)</a:t>
            </a:r>
          </a:p>
          <a:p>
            <a:pPr lvl="2"/>
            <a:r>
              <a:rPr lang="en-US" altLang="en-US" dirty="0"/>
              <a:t>Identify how they use the system (Scenarios)</a:t>
            </a:r>
          </a:p>
          <a:p>
            <a:pPr marL="342900" indent="-342900"/>
            <a:r>
              <a:rPr lang="en-US" altLang="en-US" dirty="0"/>
              <a:t>Consistently size use cases and scenarios</a:t>
            </a:r>
          </a:p>
          <a:p>
            <a:pPr marL="742950" lvl="1" indent="-285750"/>
            <a:r>
              <a:rPr lang="en-US" altLang="en-US" dirty="0"/>
              <a:t>Too many: increased modularity, reduced functional complexity, complex configuration management, complex coordination, complex schedule</a:t>
            </a:r>
          </a:p>
          <a:p>
            <a:pPr marL="342900" indent="-342900"/>
            <a:r>
              <a:rPr lang="en-US" altLang="en-US" dirty="0"/>
              <a:t>Example</a:t>
            </a:r>
          </a:p>
          <a:p>
            <a:pPr marL="742950" lvl="1" indent="-285750"/>
            <a:endParaRPr lang="en-US" altLang="en-US" dirty="0"/>
          </a:p>
        </p:txBody>
      </p:sp>
      <p:grpSp>
        <p:nvGrpSpPr>
          <p:cNvPr id="702468" name="Group 4"/>
          <p:cNvGrpSpPr>
            <a:grpSpLocks/>
          </p:cNvGrpSpPr>
          <p:nvPr/>
        </p:nvGrpSpPr>
        <p:grpSpPr bwMode="auto">
          <a:xfrm>
            <a:off x="6998970" y="4489688"/>
            <a:ext cx="5193030" cy="2238553"/>
            <a:chOff x="-60" y="11250"/>
            <a:chExt cx="8178" cy="2337"/>
          </a:xfrm>
        </p:grpSpPr>
        <p:sp>
          <p:nvSpPr>
            <p:cNvPr id="702469" name="Oval 5"/>
            <p:cNvSpPr>
              <a:spLocks noChangeArrowheads="1"/>
            </p:cNvSpPr>
            <p:nvPr/>
          </p:nvSpPr>
          <p:spPr bwMode="auto">
            <a:xfrm>
              <a:off x="5673" y="12124"/>
              <a:ext cx="1747" cy="304"/>
            </a:xfrm>
            <a:prstGeom prst="ellipse">
              <a:avLst/>
            </a:prstGeom>
            <a:noFill/>
            <a:ln w="25400">
              <a:solidFill>
                <a:srgbClr val="993300"/>
              </a:solidFill>
              <a:round/>
              <a:headEnd/>
              <a:tailEnd/>
            </a:ln>
            <a:effec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02470" name="Rectangle 6"/>
            <p:cNvSpPr>
              <a:spLocks noChangeArrowheads="1"/>
            </p:cNvSpPr>
            <p:nvPr/>
          </p:nvSpPr>
          <p:spPr bwMode="auto">
            <a:xfrm>
              <a:off x="5013" y="12363"/>
              <a:ext cx="3070" cy="432"/>
            </a:xfrm>
            <a:prstGeom prst="rect">
              <a:avLst/>
            </a:prstGeom>
            <a:noFill/>
            <a:ln w="12700">
              <a:noFill/>
              <a:miter lim="800000"/>
              <a:headEnd/>
              <a:tailEnd/>
            </a:ln>
            <a:effectLst/>
          </p:spPr>
          <p:txBody>
            <a:bodyPr wrap="none" lIns="90488" tIns="44450" rIns="90488" bIns="4445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993300"/>
                  </a:solidFill>
                  <a:effectLst/>
                  <a:uLnTx/>
                  <a:uFillTx/>
                  <a:latin typeface="Courier" pitchFamily="49" charset="0"/>
                  <a:ea typeface="+mn-ea"/>
                  <a:cs typeface="+mn-cs"/>
                </a:rPr>
                <a:t>Register for Course</a:t>
              </a:r>
            </a:p>
          </p:txBody>
        </p:sp>
        <p:sp>
          <p:nvSpPr>
            <p:cNvPr id="702471" name="Oval 7"/>
            <p:cNvSpPr>
              <a:spLocks noChangeArrowheads="1"/>
            </p:cNvSpPr>
            <p:nvPr/>
          </p:nvSpPr>
          <p:spPr bwMode="auto">
            <a:xfrm>
              <a:off x="5673" y="11457"/>
              <a:ext cx="1747" cy="304"/>
            </a:xfrm>
            <a:prstGeom prst="ellipse">
              <a:avLst/>
            </a:prstGeom>
            <a:noFill/>
            <a:ln w="25400">
              <a:solidFill>
                <a:srgbClr val="993300"/>
              </a:solidFill>
              <a:round/>
              <a:headEnd/>
              <a:tailEnd/>
            </a:ln>
            <a:effec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02472" name="Rectangle 8"/>
            <p:cNvSpPr>
              <a:spLocks noChangeArrowheads="1"/>
            </p:cNvSpPr>
            <p:nvPr/>
          </p:nvSpPr>
          <p:spPr bwMode="auto">
            <a:xfrm>
              <a:off x="4950" y="11698"/>
              <a:ext cx="3070" cy="432"/>
            </a:xfrm>
            <a:prstGeom prst="rect">
              <a:avLst/>
            </a:prstGeom>
            <a:noFill/>
            <a:ln w="12700">
              <a:noFill/>
              <a:miter lim="800000"/>
              <a:headEnd/>
              <a:tailEnd/>
            </a:ln>
            <a:effectLst/>
          </p:spPr>
          <p:txBody>
            <a:bodyPr wrap="none" lIns="90488" tIns="44450" rIns="90488" bIns="4445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rgbClr val="993300"/>
                  </a:solidFill>
                  <a:effectLst/>
                  <a:uLnTx/>
                  <a:uFillTx/>
                  <a:latin typeface="Courier" pitchFamily="49" charset="0"/>
                  <a:ea typeface="+mn-ea"/>
                  <a:cs typeface="+mn-cs"/>
                </a:rPr>
                <a:t>Maintain Curriculum</a:t>
              </a:r>
            </a:p>
          </p:txBody>
        </p:sp>
        <p:sp>
          <p:nvSpPr>
            <p:cNvPr id="702473" name="Oval 9"/>
            <p:cNvSpPr>
              <a:spLocks noChangeArrowheads="1"/>
            </p:cNvSpPr>
            <p:nvPr/>
          </p:nvSpPr>
          <p:spPr bwMode="auto">
            <a:xfrm>
              <a:off x="5673" y="12773"/>
              <a:ext cx="1747" cy="304"/>
            </a:xfrm>
            <a:prstGeom prst="ellipse">
              <a:avLst/>
            </a:prstGeom>
            <a:noFill/>
            <a:ln w="25400">
              <a:solidFill>
                <a:srgbClr val="993300"/>
              </a:solidFill>
              <a:round/>
              <a:headEnd/>
              <a:tailEnd/>
            </a:ln>
            <a:effec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02474" name="Rectangle 10"/>
            <p:cNvSpPr>
              <a:spLocks noChangeArrowheads="1"/>
            </p:cNvSpPr>
            <p:nvPr/>
          </p:nvSpPr>
          <p:spPr bwMode="auto">
            <a:xfrm>
              <a:off x="4755" y="13013"/>
              <a:ext cx="3363" cy="432"/>
            </a:xfrm>
            <a:prstGeom prst="rect">
              <a:avLst/>
            </a:prstGeom>
            <a:noFill/>
            <a:ln w="12700">
              <a:noFill/>
              <a:miter lim="800000"/>
              <a:headEnd/>
              <a:tailEnd/>
            </a:ln>
            <a:effectLst/>
          </p:spPr>
          <p:txBody>
            <a:bodyPr wrap="none" lIns="90488" tIns="44450" rIns="90488" bIns="4445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rgbClr val="993300"/>
                  </a:solidFill>
                  <a:effectLst/>
                  <a:uLnTx/>
                  <a:uFillTx/>
                  <a:latin typeface="Courier" pitchFamily="49" charset="0"/>
                  <a:ea typeface="+mn-ea"/>
                  <a:cs typeface="+mn-cs"/>
                </a:rPr>
                <a:t>Request Course Roster</a:t>
              </a:r>
            </a:p>
          </p:txBody>
        </p:sp>
        <p:sp>
          <p:nvSpPr>
            <p:cNvPr id="702475" name="Rectangle 11"/>
            <p:cNvSpPr>
              <a:spLocks noChangeArrowheads="1"/>
            </p:cNvSpPr>
            <p:nvPr/>
          </p:nvSpPr>
          <p:spPr bwMode="auto">
            <a:xfrm>
              <a:off x="4855" y="11250"/>
              <a:ext cx="3208" cy="2261"/>
            </a:xfrm>
            <a:prstGeom prst="rect">
              <a:avLst/>
            </a:prstGeom>
            <a:noFill/>
            <a:ln w="19050">
              <a:solidFill>
                <a:srgbClr val="993300"/>
              </a:solidFill>
              <a:miter lim="800000"/>
              <a:headEnd/>
              <a:tailEn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02476" name="Oval 12"/>
            <p:cNvSpPr>
              <a:spLocks noChangeArrowheads="1"/>
            </p:cNvSpPr>
            <p:nvPr/>
          </p:nvSpPr>
          <p:spPr bwMode="auto">
            <a:xfrm>
              <a:off x="3030" y="11356"/>
              <a:ext cx="551" cy="207"/>
            </a:xfrm>
            <a:prstGeom prst="ellipse">
              <a:avLst/>
            </a:prstGeom>
            <a:noFill/>
            <a:ln w="25400">
              <a:solidFill>
                <a:srgbClr val="993300"/>
              </a:solidFill>
              <a:round/>
              <a:headEnd/>
              <a:tailEnd/>
            </a:ln>
            <a:effec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02477" name="Line 13"/>
            <p:cNvSpPr>
              <a:spLocks noChangeShapeType="1"/>
            </p:cNvSpPr>
            <p:nvPr/>
          </p:nvSpPr>
          <p:spPr bwMode="auto">
            <a:xfrm flipH="1">
              <a:off x="2909" y="11694"/>
              <a:ext cx="397" cy="200"/>
            </a:xfrm>
            <a:prstGeom prst="line">
              <a:avLst/>
            </a:prstGeom>
            <a:noFill/>
            <a:ln w="25400">
              <a:solidFill>
                <a:srgbClr val="993300"/>
              </a:solidFill>
              <a:round/>
              <a:headEnd/>
              <a:tailEnd/>
            </a:ln>
            <a:effec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02478" name="Line 14"/>
            <p:cNvSpPr>
              <a:spLocks noChangeShapeType="1"/>
            </p:cNvSpPr>
            <p:nvPr/>
          </p:nvSpPr>
          <p:spPr bwMode="auto">
            <a:xfrm>
              <a:off x="3325" y="11694"/>
              <a:ext cx="396" cy="200"/>
            </a:xfrm>
            <a:prstGeom prst="line">
              <a:avLst/>
            </a:prstGeom>
            <a:noFill/>
            <a:ln w="25400">
              <a:solidFill>
                <a:srgbClr val="993300"/>
              </a:solidFill>
              <a:round/>
              <a:headEnd/>
              <a:tailEnd/>
            </a:ln>
            <a:effec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02479" name="Line 15"/>
            <p:cNvSpPr>
              <a:spLocks noChangeShapeType="1"/>
            </p:cNvSpPr>
            <p:nvPr/>
          </p:nvSpPr>
          <p:spPr bwMode="auto">
            <a:xfrm>
              <a:off x="3306" y="11563"/>
              <a:ext cx="0" cy="153"/>
            </a:xfrm>
            <a:prstGeom prst="line">
              <a:avLst/>
            </a:prstGeom>
            <a:noFill/>
            <a:ln w="25400">
              <a:solidFill>
                <a:srgbClr val="993300"/>
              </a:solidFill>
              <a:round/>
              <a:headEnd/>
              <a:tailEnd/>
            </a:ln>
            <a:effec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02480" name="Line 16"/>
            <p:cNvSpPr>
              <a:spLocks noChangeShapeType="1"/>
            </p:cNvSpPr>
            <p:nvPr/>
          </p:nvSpPr>
          <p:spPr bwMode="auto">
            <a:xfrm>
              <a:off x="3003" y="11618"/>
              <a:ext cx="608" cy="0"/>
            </a:xfrm>
            <a:prstGeom prst="line">
              <a:avLst/>
            </a:prstGeom>
            <a:noFill/>
            <a:ln w="25400">
              <a:solidFill>
                <a:srgbClr val="993300"/>
              </a:solidFill>
              <a:round/>
              <a:headEnd/>
              <a:tailEnd/>
            </a:ln>
            <a:effec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02481" name="Rectangle 17"/>
            <p:cNvSpPr>
              <a:spLocks noChangeArrowheads="1"/>
            </p:cNvSpPr>
            <p:nvPr/>
          </p:nvSpPr>
          <p:spPr bwMode="auto">
            <a:xfrm>
              <a:off x="2458" y="11853"/>
              <a:ext cx="1606" cy="432"/>
            </a:xfrm>
            <a:prstGeom prst="rect">
              <a:avLst/>
            </a:prstGeom>
            <a:noFill/>
            <a:ln w="12700">
              <a:noFill/>
              <a:miter lim="800000"/>
              <a:headEnd/>
              <a:tailEnd/>
            </a:ln>
            <a:effectLst/>
          </p:spPr>
          <p:txBody>
            <a:bodyPr wrap="none" lIns="90488" tIns="44450" rIns="90488" bIns="4445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993300"/>
                  </a:solidFill>
                  <a:effectLst/>
                  <a:uLnTx/>
                  <a:uFillTx/>
                  <a:latin typeface="Courier" pitchFamily="49" charset="0"/>
                  <a:ea typeface="+mn-ea"/>
                  <a:cs typeface="+mn-cs"/>
                </a:rPr>
                <a:t>Registrar</a:t>
              </a:r>
            </a:p>
          </p:txBody>
        </p:sp>
        <p:sp>
          <p:nvSpPr>
            <p:cNvPr id="702482" name="Rectangle 18"/>
            <p:cNvSpPr>
              <a:spLocks noChangeArrowheads="1"/>
            </p:cNvSpPr>
            <p:nvPr/>
          </p:nvSpPr>
          <p:spPr bwMode="auto">
            <a:xfrm>
              <a:off x="2390" y="13155"/>
              <a:ext cx="1606" cy="432"/>
            </a:xfrm>
            <a:prstGeom prst="rect">
              <a:avLst/>
            </a:prstGeom>
            <a:noFill/>
            <a:ln w="12700">
              <a:noFill/>
              <a:miter lim="800000"/>
              <a:headEnd/>
              <a:tailEnd/>
            </a:ln>
            <a:effectLst/>
          </p:spPr>
          <p:txBody>
            <a:bodyPr wrap="none" lIns="90488" tIns="44450" rIns="90488" bIns="4445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rgbClr val="993300"/>
                  </a:solidFill>
                  <a:effectLst/>
                  <a:uLnTx/>
                  <a:uFillTx/>
                  <a:latin typeface="Courier" pitchFamily="49" charset="0"/>
                  <a:ea typeface="+mn-ea"/>
                  <a:cs typeface="+mn-cs"/>
                </a:rPr>
                <a:t>Professor</a:t>
              </a:r>
            </a:p>
          </p:txBody>
        </p:sp>
        <p:sp>
          <p:nvSpPr>
            <p:cNvPr id="702483" name="Oval 19"/>
            <p:cNvSpPr>
              <a:spLocks noChangeArrowheads="1"/>
            </p:cNvSpPr>
            <p:nvPr/>
          </p:nvSpPr>
          <p:spPr bwMode="auto">
            <a:xfrm>
              <a:off x="2925" y="12660"/>
              <a:ext cx="538" cy="207"/>
            </a:xfrm>
            <a:prstGeom prst="ellipse">
              <a:avLst/>
            </a:prstGeom>
            <a:noFill/>
            <a:ln w="25400">
              <a:solidFill>
                <a:srgbClr val="993300"/>
              </a:solidFill>
              <a:round/>
              <a:headEnd/>
              <a:tailEnd/>
            </a:ln>
            <a:effec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02484" name="Line 20"/>
            <p:cNvSpPr>
              <a:spLocks noChangeShapeType="1"/>
            </p:cNvSpPr>
            <p:nvPr/>
          </p:nvSpPr>
          <p:spPr bwMode="auto">
            <a:xfrm flipH="1">
              <a:off x="2807" y="12998"/>
              <a:ext cx="387" cy="199"/>
            </a:xfrm>
            <a:prstGeom prst="line">
              <a:avLst/>
            </a:prstGeom>
            <a:noFill/>
            <a:ln w="25400">
              <a:solidFill>
                <a:srgbClr val="993300"/>
              </a:solidFill>
              <a:round/>
              <a:headEnd/>
              <a:tailEnd/>
            </a:ln>
            <a:effec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02485" name="Line 21"/>
            <p:cNvSpPr>
              <a:spLocks noChangeShapeType="1"/>
            </p:cNvSpPr>
            <p:nvPr/>
          </p:nvSpPr>
          <p:spPr bwMode="auto">
            <a:xfrm>
              <a:off x="3213" y="12998"/>
              <a:ext cx="387" cy="199"/>
            </a:xfrm>
            <a:prstGeom prst="line">
              <a:avLst/>
            </a:prstGeom>
            <a:noFill/>
            <a:ln w="25400">
              <a:solidFill>
                <a:srgbClr val="993300"/>
              </a:solidFill>
              <a:round/>
              <a:headEnd/>
              <a:tailEnd/>
            </a:ln>
            <a:effec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02486" name="Line 22"/>
            <p:cNvSpPr>
              <a:spLocks noChangeShapeType="1"/>
            </p:cNvSpPr>
            <p:nvPr/>
          </p:nvSpPr>
          <p:spPr bwMode="auto">
            <a:xfrm>
              <a:off x="3195" y="12867"/>
              <a:ext cx="0" cy="153"/>
            </a:xfrm>
            <a:prstGeom prst="line">
              <a:avLst/>
            </a:prstGeom>
            <a:noFill/>
            <a:ln w="25400">
              <a:solidFill>
                <a:srgbClr val="993300"/>
              </a:solidFill>
              <a:round/>
              <a:headEnd/>
              <a:tailEnd/>
            </a:ln>
            <a:effec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02487" name="Line 23"/>
            <p:cNvSpPr>
              <a:spLocks noChangeShapeType="1"/>
            </p:cNvSpPr>
            <p:nvPr/>
          </p:nvSpPr>
          <p:spPr bwMode="auto">
            <a:xfrm>
              <a:off x="2899" y="12921"/>
              <a:ext cx="594" cy="0"/>
            </a:xfrm>
            <a:prstGeom prst="line">
              <a:avLst/>
            </a:prstGeom>
            <a:noFill/>
            <a:ln w="25400">
              <a:solidFill>
                <a:srgbClr val="993300"/>
              </a:solidFill>
              <a:round/>
              <a:headEnd/>
              <a:tailEnd/>
            </a:ln>
            <a:effec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02488" name="Rectangle 24"/>
            <p:cNvSpPr>
              <a:spLocks noChangeArrowheads="1"/>
            </p:cNvSpPr>
            <p:nvPr/>
          </p:nvSpPr>
          <p:spPr bwMode="auto">
            <a:xfrm>
              <a:off x="-60" y="12454"/>
              <a:ext cx="1313" cy="432"/>
            </a:xfrm>
            <a:prstGeom prst="rect">
              <a:avLst/>
            </a:prstGeom>
            <a:noFill/>
            <a:ln w="19050">
              <a:noFill/>
              <a:miter lim="800000"/>
              <a:headEnd/>
              <a:tailEnd/>
            </a:ln>
            <a:effectLst/>
          </p:spPr>
          <p:txBody>
            <a:bodyPr wrap="none" lIns="90488" tIns="44450" rIns="90488" bIns="4445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993300"/>
                  </a:solidFill>
                  <a:effectLst/>
                  <a:uLnTx/>
                  <a:uFillTx/>
                  <a:latin typeface="Courier" pitchFamily="49" charset="0"/>
                  <a:ea typeface="+mn-ea"/>
                  <a:cs typeface="+mn-cs"/>
                </a:rPr>
                <a:t>Student</a:t>
              </a:r>
            </a:p>
          </p:txBody>
        </p:sp>
        <p:sp>
          <p:nvSpPr>
            <p:cNvPr id="702489" name="Oval 25"/>
            <p:cNvSpPr>
              <a:spLocks noChangeArrowheads="1"/>
            </p:cNvSpPr>
            <p:nvPr/>
          </p:nvSpPr>
          <p:spPr bwMode="auto">
            <a:xfrm>
              <a:off x="287" y="11979"/>
              <a:ext cx="565" cy="207"/>
            </a:xfrm>
            <a:prstGeom prst="ellipse">
              <a:avLst/>
            </a:prstGeom>
            <a:noFill/>
            <a:ln w="19050">
              <a:solidFill>
                <a:srgbClr val="993300"/>
              </a:solidFill>
              <a:round/>
              <a:headEnd/>
              <a:tailEnd/>
            </a:ln>
            <a:effec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02490" name="Line 26"/>
            <p:cNvSpPr>
              <a:spLocks noChangeShapeType="1"/>
            </p:cNvSpPr>
            <p:nvPr/>
          </p:nvSpPr>
          <p:spPr bwMode="auto">
            <a:xfrm flipH="1">
              <a:off x="191" y="12333"/>
              <a:ext cx="406" cy="199"/>
            </a:xfrm>
            <a:prstGeom prst="line">
              <a:avLst/>
            </a:prstGeom>
            <a:noFill/>
            <a:ln w="19050">
              <a:solidFill>
                <a:srgbClr val="993300"/>
              </a:solidFill>
              <a:round/>
              <a:headEnd/>
              <a:tailEnd/>
            </a:ln>
            <a:effec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02491" name="Line 27"/>
            <p:cNvSpPr>
              <a:spLocks noChangeShapeType="1"/>
            </p:cNvSpPr>
            <p:nvPr/>
          </p:nvSpPr>
          <p:spPr bwMode="auto">
            <a:xfrm>
              <a:off x="511" y="12328"/>
              <a:ext cx="407" cy="200"/>
            </a:xfrm>
            <a:prstGeom prst="line">
              <a:avLst/>
            </a:prstGeom>
            <a:noFill/>
            <a:ln w="19050">
              <a:solidFill>
                <a:srgbClr val="993300"/>
              </a:solidFill>
              <a:round/>
              <a:headEnd/>
              <a:tailEnd/>
            </a:ln>
            <a:effec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02492" name="Line 28"/>
            <p:cNvSpPr>
              <a:spLocks noChangeShapeType="1"/>
            </p:cNvSpPr>
            <p:nvPr/>
          </p:nvSpPr>
          <p:spPr bwMode="auto">
            <a:xfrm>
              <a:off x="569" y="12199"/>
              <a:ext cx="0" cy="153"/>
            </a:xfrm>
            <a:prstGeom prst="line">
              <a:avLst/>
            </a:prstGeom>
            <a:noFill/>
            <a:ln w="19050">
              <a:solidFill>
                <a:srgbClr val="993300"/>
              </a:solidFill>
              <a:round/>
              <a:headEnd/>
              <a:tailEnd/>
            </a:ln>
            <a:effec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02493" name="Line 29"/>
            <p:cNvSpPr>
              <a:spLocks noChangeShapeType="1"/>
            </p:cNvSpPr>
            <p:nvPr/>
          </p:nvSpPr>
          <p:spPr bwMode="auto">
            <a:xfrm flipV="1">
              <a:off x="1247" y="12285"/>
              <a:ext cx="4426" cy="14"/>
            </a:xfrm>
            <a:prstGeom prst="line">
              <a:avLst/>
            </a:prstGeom>
            <a:noFill/>
            <a:ln w="19050">
              <a:solidFill>
                <a:srgbClr val="993300"/>
              </a:solidFill>
              <a:round/>
              <a:headEnd/>
              <a:tailEnd/>
            </a:ln>
            <a:effec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02494" name="Line 30"/>
            <p:cNvSpPr>
              <a:spLocks noChangeShapeType="1"/>
            </p:cNvSpPr>
            <p:nvPr/>
          </p:nvSpPr>
          <p:spPr bwMode="auto">
            <a:xfrm flipV="1">
              <a:off x="3767" y="11615"/>
              <a:ext cx="1872" cy="0"/>
            </a:xfrm>
            <a:prstGeom prst="line">
              <a:avLst/>
            </a:prstGeom>
            <a:noFill/>
            <a:ln w="19050">
              <a:solidFill>
                <a:srgbClr val="993300"/>
              </a:solidFill>
              <a:round/>
              <a:headEnd/>
              <a:tailEn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02495" name="Line 31"/>
            <p:cNvSpPr>
              <a:spLocks noChangeShapeType="1"/>
            </p:cNvSpPr>
            <p:nvPr/>
          </p:nvSpPr>
          <p:spPr bwMode="auto">
            <a:xfrm flipV="1">
              <a:off x="3709" y="12912"/>
              <a:ext cx="1916" cy="7"/>
            </a:xfrm>
            <a:prstGeom prst="line">
              <a:avLst/>
            </a:prstGeom>
            <a:noFill/>
            <a:ln w="19050">
              <a:solidFill>
                <a:srgbClr val="993300"/>
              </a:solidFill>
              <a:round/>
              <a:headEnd/>
              <a:tailEn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09588DA8-065E-4F6F-8EFD-43104AB2E0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10" name="Rectangle 9">
            <a:extLst>
              <a:ext uri="{FF2B5EF4-FFF2-40B4-BE49-F238E27FC236}">
                <a16:creationId xmlns:a16="http://schemas.microsoft.com/office/drawing/2014/main" id="{C4285719-470E-454C-AF62-8323075F1F5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CD9FE4EF-C4D8-49A0-B2FF-81D8DB7D8A2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4300840D-0A0B-4512-BACA-B439D5B9C57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D2B78728-A580-49A7-84F9-6EF6F583ADE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8" name="Freeform: Shape 17">
            <a:extLst>
              <a:ext uri="{FF2B5EF4-FFF2-40B4-BE49-F238E27FC236}">
                <a16:creationId xmlns:a16="http://schemas.microsoft.com/office/drawing/2014/main" id="{38FAA1A1-D861-433F-88FA-1E9D6FD31D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0" name="Rectangle 19">
            <a:extLst>
              <a:ext uri="{FF2B5EF4-FFF2-40B4-BE49-F238E27FC236}">
                <a16:creationId xmlns:a16="http://schemas.microsoft.com/office/drawing/2014/main" id="{8D71EDA1-87BF-4D5D-AB79-F346FD1927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3" y="1399943"/>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3DA675C-D6B5-B428-11AF-ADC93575FAE4}"/>
              </a:ext>
            </a:extLst>
          </p:cNvPr>
          <p:cNvSpPr>
            <a:spLocks noGrp="1"/>
          </p:cNvSpPr>
          <p:nvPr>
            <p:ph type="title"/>
          </p:nvPr>
        </p:nvSpPr>
        <p:spPr>
          <a:xfrm>
            <a:off x="466722" y="586855"/>
            <a:ext cx="3201366" cy="3387497"/>
          </a:xfrm>
        </p:spPr>
        <p:txBody>
          <a:bodyPr anchor="b">
            <a:normAutofit/>
          </a:bodyPr>
          <a:lstStyle/>
          <a:p>
            <a:pPr algn="r"/>
            <a:r>
              <a:rPr lang="en-US" sz="4000">
                <a:solidFill>
                  <a:srgbClr val="FFFFFF"/>
                </a:solidFill>
              </a:rPr>
              <a:t>How to document Use Cases?</a:t>
            </a:r>
          </a:p>
        </p:txBody>
      </p:sp>
      <p:sp>
        <p:nvSpPr>
          <p:cNvPr id="3" name="Content Placeholder 2">
            <a:extLst>
              <a:ext uri="{FF2B5EF4-FFF2-40B4-BE49-F238E27FC236}">
                <a16:creationId xmlns:a16="http://schemas.microsoft.com/office/drawing/2014/main" id="{C33FDCF1-2368-6B6A-3361-881F47B7D3F4}"/>
              </a:ext>
            </a:extLst>
          </p:cNvPr>
          <p:cNvSpPr>
            <a:spLocks noGrp="1"/>
          </p:cNvSpPr>
          <p:nvPr>
            <p:ph idx="1"/>
          </p:nvPr>
        </p:nvSpPr>
        <p:spPr>
          <a:xfrm>
            <a:off x="4134811" y="649480"/>
            <a:ext cx="7724680" cy="5546047"/>
          </a:xfrm>
        </p:spPr>
        <p:txBody>
          <a:bodyPr anchor="ctr">
            <a:noAutofit/>
          </a:bodyPr>
          <a:lstStyle/>
          <a:p>
            <a:r>
              <a:rPr lang="en-US" sz="3200" dirty="0"/>
              <a:t>Use Cases can be :</a:t>
            </a:r>
          </a:p>
          <a:p>
            <a:endParaRPr lang="en-US" sz="3200" dirty="0"/>
          </a:p>
          <a:p>
            <a:r>
              <a:rPr lang="en-US" sz="3200" dirty="0"/>
              <a:t>Fully Dressed </a:t>
            </a:r>
            <a:r>
              <a:rPr lang="en-US" sz="3200" b="1" dirty="0"/>
              <a:t>:</a:t>
            </a:r>
            <a:r>
              <a:rPr lang="en-US" sz="3200" dirty="0"/>
              <a:t> Highly structured, covering all sections (e.g., scope, level, pre-conditions, main success scenario, extensions, special requirements, etc.).</a:t>
            </a:r>
          </a:p>
          <a:p>
            <a:endParaRPr lang="en-US" sz="3200" dirty="0"/>
          </a:p>
          <a:p>
            <a:r>
              <a:rPr lang="en-US" sz="3200" dirty="0"/>
              <a:t>Partially Dressed: A simpler structure—often bullet points summarizing the main success path followed by alternative flows.</a:t>
            </a:r>
          </a:p>
        </p:txBody>
      </p:sp>
    </p:spTree>
    <p:extLst>
      <p:ext uri="{BB962C8B-B14F-4D97-AF65-F5344CB8AC3E}">
        <p14:creationId xmlns:p14="http://schemas.microsoft.com/office/powerpoint/2010/main" val="3275185586"/>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04535" name="Rectangle 704534">
            <a:extLst>
              <a:ext uri="{FF2B5EF4-FFF2-40B4-BE49-F238E27FC236}">
                <a16:creationId xmlns:a16="http://schemas.microsoft.com/office/drawing/2014/main" id="{100EDD19-6802-4EC3-95CE-CFFAB042CF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04514" name="Rectangle 2"/>
          <p:cNvSpPr>
            <a:spLocks noGrp="1" noChangeArrowheads="1"/>
          </p:cNvSpPr>
          <p:nvPr>
            <p:ph type="title"/>
          </p:nvPr>
        </p:nvSpPr>
        <p:spPr>
          <a:xfrm>
            <a:off x="838200" y="365125"/>
            <a:ext cx="10515600" cy="1325563"/>
          </a:xfrm>
        </p:spPr>
        <p:txBody>
          <a:bodyPr>
            <a:normAutofit fontScale="90000"/>
          </a:bodyPr>
          <a:lstStyle/>
          <a:p>
            <a:r>
              <a:rPr lang="en-US" altLang="en-US" sz="4600" dirty="0"/>
              <a:t>Fully Dressed Use Case Template (</a:t>
            </a:r>
            <a:r>
              <a:rPr lang="en-US" altLang="en-US" sz="4600" dirty="0" err="1"/>
              <a:t>Larman’s</a:t>
            </a:r>
            <a:r>
              <a:rPr lang="en-US" altLang="en-US" sz="4600" dirty="0"/>
              <a:t> Template)</a:t>
            </a:r>
          </a:p>
        </p:txBody>
      </p:sp>
      <p:sp>
        <p:nvSpPr>
          <p:cNvPr id="704537" name="sketch line">
            <a:extLst>
              <a:ext uri="{FF2B5EF4-FFF2-40B4-BE49-F238E27FC236}">
                <a16:creationId xmlns:a16="http://schemas.microsoft.com/office/drawing/2014/main" id="{DB17E863-922E-4C26-BD64-E8FD41D286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onnsiteX0" fmla="*/ 0 w 10853928"/>
              <a:gd name="connsiteY0" fmla="*/ 0 h 18288"/>
              <a:gd name="connsiteX1" fmla="*/ 461292 w 10853928"/>
              <a:gd name="connsiteY1" fmla="*/ 0 h 18288"/>
              <a:gd name="connsiteX2" fmla="*/ 1139662 w 10853928"/>
              <a:gd name="connsiteY2" fmla="*/ 0 h 18288"/>
              <a:gd name="connsiteX3" fmla="*/ 1926572 w 10853928"/>
              <a:gd name="connsiteY3" fmla="*/ 0 h 18288"/>
              <a:gd name="connsiteX4" fmla="*/ 2279325 w 10853928"/>
              <a:gd name="connsiteY4" fmla="*/ 0 h 18288"/>
              <a:gd name="connsiteX5" fmla="*/ 2632078 w 10853928"/>
              <a:gd name="connsiteY5" fmla="*/ 0 h 18288"/>
              <a:gd name="connsiteX6" fmla="*/ 3527527 w 10853928"/>
              <a:gd name="connsiteY6" fmla="*/ 0 h 18288"/>
              <a:gd name="connsiteX7" fmla="*/ 4205897 w 10853928"/>
              <a:gd name="connsiteY7" fmla="*/ 0 h 18288"/>
              <a:gd name="connsiteX8" fmla="*/ 4558650 w 10853928"/>
              <a:gd name="connsiteY8" fmla="*/ 0 h 18288"/>
              <a:gd name="connsiteX9" fmla="*/ 5237020 w 10853928"/>
              <a:gd name="connsiteY9" fmla="*/ 0 h 18288"/>
              <a:gd name="connsiteX10" fmla="*/ 6132469 w 10853928"/>
              <a:gd name="connsiteY10" fmla="*/ 0 h 18288"/>
              <a:gd name="connsiteX11" fmla="*/ 6702301 w 10853928"/>
              <a:gd name="connsiteY11" fmla="*/ 0 h 18288"/>
              <a:gd name="connsiteX12" fmla="*/ 7272132 w 10853928"/>
              <a:gd name="connsiteY12" fmla="*/ 0 h 18288"/>
              <a:gd name="connsiteX13" fmla="*/ 7950502 w 10853928"/>
              <a:gd name="connsiteY13" fmla="*/ 0 h 18288"/>
              <a:gd name="connsiteX14" fmla="*/ 8737412 w 10853928"/>
              <a:gd name="connsiteY14" fmla="*/ 0 h 18288"/>
              <a:gd name="connsiteX15" fmla="*/ 9524322 w 10853928"/>
              <a:gd name="connsiteY15" fmla="*/ 0 h 18288"/>
              <a:gd name="connsiteX16" fmla="*/ 10853928 w 10853928"/>
              <a:gd name="connsiteY16" fmla="*/ 0 h 18288"/>
              <a:gd name="connsiteX17" fmla="*/ 10853928 w 10853928"/>
              <a:gd name="connsiteY17" fmla="*/ 18288 h 18288"/>
              <a:gd name="connsiteX18" fmla="*/ 10392636 w 10853928"/>
              <a:gd name="connsiteY18" fmla="*/ 18288 h 18288"/>
              <a:gd name="connsiteX19" fmla="*/ 9497187 w 10853928"/>
              <a:gd name="connsiteY19" fmla="*/ 18288 h 18288"/>
              <a:gd name="connsiteX20" fmla="*/ 8818817 w 10853928"/>
              <a:gd name="connsiteY20" fmla="*/ 18288 h 18288"/>
              <a:gd name="connsiteX21" fmla="*/ 8466064 w 10853928"/>
              <a:gd name="connsiteY21" fmla="*/ 18288 h 18288"/>
              <a:gd name="connsiteX22" fmla="*/ 7787693 w 10853928"/>
              <a:gd name="connsiteY22" fmla="*/ 18288 h 18288"/>
              <a:gd name="connsiteX23" fmla="*/ 7217862 w 10853928"/>
              <a:gd name="connsiteY23" fmla="*/ 18288 h 18288"/>
              <a:gd name="connsiteX24" fmla="*/ 6648031 w 10853928"/>
              <a:gd name="connsiteY24" fmla="*/ 18288 h 18288"/>
              <a:gd name="connsiteX25" fmla="*/ 6078200 w 10853928"/>
              <a:gd name="connsiteY25" fmla="*/ 18288 h 18288"/>
              <a:gd name="connsiteX26" fmla="*/ 5508368 w 10853928"/>
              <a:gd name="connsiteY26" fmla="*/ 18288 h 18288"/>
              <a:gd name="connsiteX27" fmla="*/ 4721459 w 10853928"/>
              <a:gd name="connsiteY27" fmla="*/ 18288 h 18288"/>
              <a:gd name="connsiteX28" fmla="*/ 4043088 w 10853928"/>
              <a:gd name="connsiteY28" fmla="*/ 18288 h 18288"/>
              <a:gd name="connsiteX29" fmla="*/ 3690336 w 10853928"/>
              <a:gd name="connsiteY29" fmla="*/ 18288 h 18288"/>
              <a:gd name="connsiteX30" fmla="*/ 3120504 w 10853928"/>
              <a:gd name="connsiteY30" fmla="*/ 18288 h 18288"/>
              <a:gd name="connsiteX31" fmla="*/ 2333595 w 10853928"/>
              <a:gd name="connsiteY31" fmla="*/ 18288 h 18288"/>
              <a:gd name="connsiteX32" fmla="*/ 1872303 w 10853928"/>
              <a:gd name="connsiteY32" fmla="*/ 18288 h 18288"/>
              <a:gd name="connsiteX33" fmla="*/ 976854 w 10853928"/>
              <a:gd name="connsiteY33" fmla="*/ 18288 h 18288"/>
              <a:gd name="connsiteX34" fmla="*/ 0 w 10853928"/>
              <a:gd name="connsiteY34" fmla="*/ 18288 h 18288"/>
              <a:gd name="connsiteX35" fmla="*/ 0 w 10853928"/>
              <a:gd name="connsiteY35"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04515" name="Rectangle 3"/>
          <p:cNvSpPr>
            <a:spLocks noGrp="1" noChangeArrowheads="1"/>
          </p:cNvSpPr>
          <p:nvPr>
            <p:ph type="body" idx="1"/>
          </p:nvPr>
        </p:nvSpPr>
        <p:spPr>
          <a:xfrm>
            <a:off x="838200" y="1929383"/>
            <a:ext cx="10515600" cy="4563491"/>
          </a:xfrm>
        </p:spPr>
        <p:txBody>
          <a:bodyPr>
            <a:normAutofit fontScale="92500" lnSpcReduction="20000"/>
          </a:bodyPr>
          <a:lstStyle/>
          <a:p>
            <a:pPr marL="342900" indent="-342900"/>
            <a:r>
              <a:rPr lang="en-US" altLang="en-US" sz="2000" dirty="0"/>
              <a:t>Use Case Name</a:t>
            </a:r>
          </a:p>
          <a:p>
            <a:pPr marL="342900" indent="-342900"/>
            <a:r>
              <a:rPr lang="en-US" altLang="en-US" sz="2000" dirty="0"/>
              <a:t>Scope</a:t>
            </a:r>
          </a:p>
          <a:p>
            <a:pPr marL="342900" indent="-342900"/>
            <a:r>
              <a:rPr lang="en-US" altLang="en-US" sz="2000" dirty="0"/>
              <a:t>Level</a:t>
            </a:r>
          </a:p>
          <a:p>
            <a:pPr marL="342900" indent="-342900"/>
            <a:r>
              <a:rPr lang="en-US" altLang="en-US" sz="2000" dirty="0"/>
              <a:t>Primary Actor</a:t>
            </a:r>
          </a:p>
          <a:p>
            <a:pPr marL="342900" indent="-342900"/>
            <a:r>
              <a:rPr lang="en-US" altLang="en-US" sz="2000" dirty="0"/>
              <a:t>Stakeholders and Interests</a:t>
            </a:r>
          </a:p>
          <a:p>
            <a:pPr marL="342900" indent="-342900"/>
            <a:r>
              <a:rPr lang="en-US" altLang="en-US" sz="2000" dirty="0"/>
              <a:t>Pre-Conditions</a:t>
            </a:r>
          </a:p>
          <a:p>
            <a:pPr marL="342900" indent="-342900"/>
            <a:r>
              <a:rPr lang="en-US" altLang="en-US" sz="2000" dirty="0"/>
              <a:t>Success Guarantee (success end condition)</a:t>
            </a:r>
          </a:p>
          <a:p>
            <a:pPr marL="342900" indent="-342900"/>
            <a:r>
              <a:rPr lang="en-US" altLang="en-US" sz="2000" dirty="0"/>
              <a:t>Main Success Scenario</a:t>
            </a:r>
          </a:p>
          <a:p>
            <a:pPr marL="342900" indent="-342900"/>
            <a:r>
              <a:rPr lang="en-US" altLang="en-US" sz="2000" dirty="0"/>
              <a:t>Extensions</a:t>
            </a:r>
          </a:p>
          <a:p>
            <a:pPr marL="342900" indent="-342900"/>
            <a:r>
              <a:rPr lang="en-US" altLang="en-US" sz="2000" dirty="0"/>
              <a:t>Special Requirements</a:t>
            </a:r>
          </a:p>
          <a:p>
            <a:pPr marL="342900" indent="-342900"/>
            <a:r>
              <a:rPr lang="en-US" altLang="en-US" sz="2000" dirty="0"/>
              <a:t>Technology &amp; Data Variation List</a:t>
            </a:r>
          </a:p>
          <a:p>
            <a:pPr marL="342900" indent="-342900"/>
            <a:r>
              <a:rPr lang="en-US" altLang="en-US" sz="2000" dirty="0"/>
              <a:t>Frequency of Occurrence</a:t>
            </a:r>
          </a:p>
          <a:p>
            <a:pPr marL="342900" indent="-342900"/>
            <a:r>
              <a:rPr lang="en-US" altLang="en-US" sz="2000" dirty="0"/>
              <a:t>Open Issues/miscellaneous</a:t>
            </a:r>
          </a:p>
          <a:p>
            <a:pPr marL="342900" indent="-342900">
              <a:buNone/>
            </a:pPr>
            <a:endParaRPr lang="en-US" altLang="en-US" sz="1400" dirty="0"/>
          </a:p>
        </p:txBody>
      </p:sp>
      <p:sp>
        <p:nvSpPr>
          <p:cNvPr id="7" name="Slide Number Placeholder 3"/>
          <p:cNvSpPr>
            <a:spLocks noGrp="1"/>
          </p:cNvSpPr>
          <p:nvPr>
            <p:ph type="sldNum" sz="quarter" idx="10"/>
          </p:nvPr>
        </p:nvSpPr>
        <p:spPr>
          <a:xfrm>
            <a:off x="8610600" y="6356350"/>
            <a:ext cx="2743200" cy="365125"/>
          </a:xfrm>
        </p:spPr>
        <p:txBody>
          <a:bodyPr>
            <a:normAutofit/>
          </a:bodyPr>
          <a:lstStyle/>
          <a:p>
            <a:pPr marL="0" marR="0" lvl="0" indent="0" defTabSz="914400" rtl="0" eaLnBrk="1" fontAlgn="auto" latinLnBrk="0" hangingPunct="1">
              <a:spcBef>
                <a:spcPts val="0"/>
              </a:spcBef>
              <a:spcAft>
                <a:spcPts val="600"/>
              </a:spcAft>
              <a:buClrTx/>
              <a:buSzTx/>
              <a:buFontTx/>
              <a:buNone/>
              <a:tabLst/>
              <a:defRPr/>
            </a:pPr>
            <a:fld id="{D7A26121-5BA2-4618-8DF6-7C2C3AB0370A}" type="slidenum">
              <a:rPr kumimoji="0" lang="de-DE" b="0" i="0" u="none" strike="noStrike" kern="1200" cap="none" spc="0" normalizeH="0" baseline="0" noProof="0" smtClean="0">
                <a:ln>
                  <a:noFill/>
                </a:ln>
                <a:effectLst/>
                <a:uLnTx/>
                <a:uFillTx/>
                <a:latin typeface="Calibri" panose="020F0502020204030204"/>
                <a:ea typeface="+mn-ea"/>
                <a:cs typeface="+mn-cs"/>
              </a:rPr>
              <a:pPr marL="0" marR="0" lvl="0" indent="0" defTabSz="914400" rtl="0" eaLnBrk="1" fontAlgn="auto" latinLnBrk="0" hangingPunct="1">
                <a:spcBef>
                  <a:spcPts val="0"/>
                </a:spcBef>
                <a:spcAft>
                  <a:spcPts val="600"/>
                </a:spcAft>
                <a:buClrTx/>
                <a:buSzTx/>
                <a:buFontTx/>
                <a:buNone/>
                <a:tabLst/>
                <a:defRPr/>
              </a:pPr>
              <a:t>56</a:t>
            </a:fld>
            <a:endParaRPr kumimoji="0" lang="de-DE" b="0" i="0" u="none" strike="noStrike" kern="1200" cap="none" spc="0" normalizeH="0" baseline="0" noProof="0">
              <a:ln>
                <a:noFill/>
              </a:ln>
              <a:effectLst/>
              <a:uLnTx/>
              <a:uFillTx/>
              <a:latin typeface="Calibri" panose="020F0502020204030204"/>
              <a:ea typeface="+mn-ea"/>
              <a:cs typeface="+mn-cs"/>
            </a:endParaRPr>
          </a:p>
        </p:txBody>
      </p:sp>
      <p:sp>
        <p:nvSpPr>
          <p:cNvPr id="2" name="TextBox 1">
            <a:extLst>
              <a:ext uri="{FF2B5EF4-FFF2-40B4-BE49-F238E27FC236}">
                <a16:creationId xmlns:a16="http://schemas.microsoft.com/office/drawing/2014/main" id="{2F74FE20-E7F4-F50C-23D7-5F5A50855046}"/>
              </a:ext>
            </a:extLst>
          </p:cNvPr>
          <p:cNvSpPr txBox="1"/>
          <p:nvPr/>
        </p:nvSpPr>
        <p:spPr>
          <a:xfrm>
            <a:off x="7244316" y="3476557"/>
            <a:ext cx="5206409" cy="369332"/>
          </a:xfrm>
          <a:prstGeom prst="rect">
            <a:avLst/>
          </a:prstGeom>
          <a:noFill/>
        </p:spPr>
        <p:txBody>
          <a:bodyPr wrap="square" rtlCol="0">
            <a:spAutoFit/>
          </a:bodyPr>
          <a:lstStyle/>
          <a:p>
            <a:r>
              <a:rPr lang="en-US" dirty="0">
                <a:hlinkClick r:id="rId3"/>
              </a:rPr>
              <a:t>Link to the fully dressed template</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60AC1DD-144D-45A2-AFFF-3A1A000845E5}" type="slidenum">
              <a:rPr kumimoji="0" lang="de-DE"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57</a:t>
            </a:fld>
            <a:endParaRPr kumimoji="0" lang="de-DE"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714754" name="Rectangle 2"/>
          <p:cNvSpPr>
            <a:spLocks noGrp="1" noChangeArrowheads="1"/>
          </p:cNvSpPr>
          <p:nvPr>
            <p:ph type="title"/>
          </p:nvPr>
        </p:nvSpPr>
        <p:spPr/>
        <p:txBody>
          <a:bodyPr/>
          <a:lstStyle/>
          <a:p>
            <a:r>
              <a:rPr lang="en-US" altLang="en-US" dirty="0"/>
              <a:t>Main Success Scenario</a:t>
            </a:r>
          </a:p>
        </p:txBody>
      </p:sp>
      <p:sp>
        <p:nvSpPr>
          <p:cNvPr id="714755" name="Rectangle 3"/>
          <p:cNvSpPr>
            <a:spLocks noGrp="1" noChangeArrowheads="1"/>
          </p:cNvSpPr>
          <p:nvPr>
            <p:ph type="body" idx="1"/>
          </p:nvPr>
        </p:nvSpPr>
        <p:spPr>
          <a:xfrm>
            <a:off x="2439989" y="1828800"/>
            <a:ext cx="7959725" cy="4318000"/>
          </a:xfrm>
        </p:spPr>
        <p:txBody>
          <a:bodyPr>
            <a:normAutofit lnSpcReduction="10000"/>
          </a:bodyPr>
          <a:lstStyle/>
          <a:p>
            <a:pPr marL="342900" indent="-342900">
              <a:lnSpc>
                <a:spcPct val="80000"/>
              </a:lnSpc>
            </a:pPr>
            <a:r>
              <a:rPr lang="en-US" sz="3200"/>
              <a:t>The main success scenario</a:t>
            </a:r>
          </a:p>
          <a:p>
            <a:pPr marL="742950" lvl="1" indent="-285750">
              <a:lnSpc>
                <a:spcPct val="80000"/>
              </a:lnSpc>
            </a:pPr>
            <a:r>
              <a:rPr lang="en-US" sz="2800"/>
              <a:t>Focus on what not on the how</a:t>
            </a:r>
          </a:p>
          <a:p>
            <a:pPr marL="742950" lvl="1" indent="-285750">
              <a:lnSpc>
                <a:spcPct val="80000"/>
              </a:lnSpc>
            </a:pPr>
            <a:r>
              <a:rPr lang="en-US" sz="2800"/>
              <a:t>Do not repeat pre-conditions</a:t>
            </a:r>
          </a:p>
          <a:p>
            <a:pPr marL="342900" indent="-342900">
              <a:lnSpc>
                <a:spcPct val="80000"/>
              </a:lnSpc>
            </a:pPr>
            <a:r>
              <a:rPr lang="en-US" sz="3200"/>
              <a:t>Example</a:t>
            </a:r>
          </a:p>
          <a:p>
            <a:pPr marL="742950" lvl="1" indent="-285750">
              <a:lnSpc>
                <a:spcPct val="80000"/>
              </a:lnSpc>
              <a:buNone/>
            </a:pPr>
            <a:r>
              <a:rPr lang="en-US" sz="2800"/>
              <a:t>1. Registrar enters the semester</a:t>
            </a:r>
          </a:p>
          <a:p>
            <a:pPr marL="742950" lvl="1" indent="-285750">
              <a:lnSpc>
                <a:spcPct val="80000"/>
              </a:lnSpc>
              <a:buNone/>
            </a:pPr>
            <a:r>
              <a:rPr lang="en-US" sz="2800"/>
              <a:t>2. System presents course catalog</a:t>
            </a:r>
          </a:p>
          <a:p>
            <a:pPr marL="742950" lvl="1" indent="-285750">
              <a:lnSpc>
                <a:spcPct val="80000"/>
              </a:lnSpc>
              <a:buNone/>
            </a:pPr>
            <a:r>
              <a:rPr lang="en-US" sz="2800"/>
              <a:t>3. Registrar selects a course</a:t>
            </a:r>
          </a:p>
          <a:p>
            <a:pPr marL="742950" lvl="1" indent="-285750">
              <a:lnSpc>
                <a:spcPct val="80000"/>
              </a:lnSpc>
              <a:buNone/>
            </a:pPr>
            <a:r>
              <a:rPr lang="en-US" sz="2800"/>
              <a:t>4. System prompts for course offerings</a:t>
            </a:r>
          </a:p>
          <a:p>
            <a:pPr marL="742950" lvl="1" indent="-285750">
              <a:lnSpc>
                <a:spcPct val="80000"/>
              </a:lnSpc>
              <a:buNone/>
            </a:pPr>
            <a:r>
              <a:rPr lang="en-US" sz="2800"/>
              <a:t>5. Registrar assigns sections and times</a:t>
            </a:r>
          </a:p>
          <a:p>
            <a:pPr marL="742950" lvl="1" indent="-285750">
              <a:lnSpc>
                <a:spcPct val="80000"/>
              </a:lnSpc>
              <a:buNone/>
            </a:pPr>
            <a:r>
              <a:rPr lang="en-US" sz="2800"/>
              <a:t>Registrar repeats steps 3-5 until done</a:t>
            </a:r>
          </a:p>
          <a:p>
            <a:pPr marL="742950" lvl="1" indent="-285750">
              <a:lnSpc>
                <a:spcPct val="80000"/>
              </a:lnSpc>
              <a:buNone/>
            </a:pPr>
            <a:r>
              <a:rPr lang="en-US" sz="2800"/>
              <a:t>6. System saves the semester curriculum</a:t>
            </a:r>
          </a:p>
          <a:p>
            <a:pPr marL="342900" indent="-342900">
              <a:lnSpc>
                <a:spcPct val="80000"/>
              </a:lnSpc>
              <a:buNone/>
            </a:pPr>
            <a:endParaRPr lang="en-US" sz="320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16809" name="Rectangle 716808">
            <a:extLst>
              <a:ext uri="{FF2B5EF4-FFF2-40B4-BE49-F238E27FC236}">
                <a16:creationId xmlns:a16="http://schemas.microsoft.com/office/drawing/2014/main" id="{C2B4C0C7-2745-46BE-B15F-E5058254536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695"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716802" name="Rectangle 2"/>
          <p:cNvSpPr>
            <a:spLocks noGrp="1" noChangeArrowheads="1"/>
          </p:cNvSpPr>
          <p:nvPr>
            <p:ph type="title"/>
          </p:nvPr>
        </p:nvSpPr>
        <p:spPr>
          <a:xfrm>
            <a:off x="6032318" y="0"/>
            <a:ext cx="4977976" cy="1454051"/>
          </a:xfrm>
        </p:spPr>
        <p:txBody>
          <a:bodyPr anchor="b">
            <a:normAutofit/>
          </a:bodyPr>
          <a:lstStyle/>
          <a:p>
            <a:r>
              <a:rPr lang="en-US" altLang="en-US" sz="3600" dirty="0">
                <a:solidFill>
                  <a:schemeClr val="tx2"/>
                </a:solidFill>
              </a:rPr>
              <a:t>Extensions</a:t>
            </a:r>
          </a:p>
        </p:txBody>
      </p:sp>
      <p:pic>
        <p:nvPicPr>
          <p:cNvPr id="716805" name="Picture 716804" descr="Exclamation mark on a yellow background">
            <a:extLst>
              <a:ext uri="{FF2B5EF4-FFF2-40B4-BE49-F238E27FC236}">
                <a16:creationId xmlns:a16="http://schemas.microsoft.com/office/drawing/2014/main" id="{AAD929D2-7541-74FF-FB1E-6DDA5D7D876E}"/>
              </a:ext>
            </a:extLst>
          </p:cNvPr>
          <p:cNvPicPr>
            <a:picLocks noChangeAspect="1"/>
          </p:cNvPicPr>
          <p:nvPr/>
        </p:nvPicPr>
        <p:blipFill rotWithShape="1">
          <a:blip r:embed="rId3">
            <a:alphaModFix/>
          </a:blip>
          <a:srcRect l="20630" r="7712" b="-1"/>
          <a:stretch/>
        </p:blipFill>
        <p:spPr>
          <a:xfrm>
            <a:off x="20" y="907231"/>
            <a:ext cx="4838021" cy="5063738"/>
          </a:xfrm>
          <a:custGeom>
            <a:avLst/>
            <a:gdLst/>
            <a:ahLst/>
            <a:cxnLst/>
            <a:rect l="l" t="t" r="r" b="b"/>
            <a:pathLst>
              <a:path w="4838041" h="5063738">
                <a:moveTo>
                  <a:pt x="2306172" y="0"/>
                </a:moveTo>
                <a:cubicBezTo>
                  <a:pt x="3704485" y="0"/>
                  <a:pt x="4838041" y="1133556"/>
                  <a:pt x="4838041" y="2531869"/>
                </a:cubicBezTo>
                <a:cubicBezTo>
                  <a:pt x="4838041" y="3930182"/>
                  <a:pt x="3704485" y="5063738"/>
                  <a:pt x="2306172" y="5063738"/>
                </a:cubicBezTo>
                <a:cubicBezTo>
                  <a:pt x="1344832" y="5063738"/>
                  <a:pt x="508631" y="4527956"/>
                  <a:pt x="79886" y="3738709"/>
                </a:cubicBezTo>
                <a:lnTo>
                  <a:pt x="0" y="3572876"/>
                </a:lnTo>
                <a:lnTo>
                  <a:pt x="0" y="1490863"/>
                </a:lnTo>
                <a:lnTo>
                  <a:pt x="79886" y="1325030"/>
                </a:lnTo>
                <a:cubicBezTo>
                  <a:pt x="508631" y="535783"/>
                  <a:pt x="1344832" y="0"/>
                  <a:pt x="2306172" y="0"/>
                </a:cubicBezTo>
                <a:close/>
              </a:path>
            </a:pathLst>
          </a:custGeom>
          <a:effectLst>
            <a:softEdge rad="0"/>
          </a:effectLst>
        </p:spPr>
      </p:pic>
      <p:grpSp>
        <p:nvGrpSpPr>
          <p:cNvPr id="716811" name="Group 716810">
            <a:extLst>
              <a:ext uri="{FF2B5EF4-FFF2-40B4-BE49-F238E27FC236}">
                <a16:creationId xmlns:a16="http://schemas.microsoft.com/office/drawing/2014/main" id="{89D8939B-D984-4564-B942-51C44F623C98}"/>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796695"/>
            <a:ext cx="4850918" cy="5212025"/>
            <a:chOff x="0" y="796695"/>
            <a:chExt cx="4850918" cy="5212025"/>
          </a:xfrm>
        </p:grpSpPr>
        <p:sp>
          <p:nvSpPr>
            <p:cNvPr id="716812" name="Freeform: Shape 716811">
              <a:extLst>
                <a:ext uri="{FF2B5EF4-FFF2-40B4-BE49-F238E27FC236}">
                  <a16:creationId xmlns:a16="http://schemas.microsoft.com/office/drawing/2014/main" id="{93EAFB53-01AA-467C-BE85-D555D06E355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 y="926917"/>
              <a:ext cx="4828239" cy="4951702"/>
            </a:xfrm>
            <a:custGeom>
              <a:avLst/>
              <a:gdLst>
                <a:gd name="connsiteX0" fmla="*/ 2407249 w 4828239"/>
                <a:gd name="connsiteY0" fmla="*/ 1168 h 4951702"/>
                <a:gd name="connsiteX1" fmla="*/ 2651971 w 4828239"/>
                <a:gd name="connsiteY1" fmla="*/ 4800 h 4951702"/>
                <a:gd name="connsiteX2" fmla="*/ 3136762 w 4828239"/>
                <a:gd name="connsiteY2" fmla="*/ 80075 h 4951702"/>
                <a:gd name="connsiteX3" fmla="*/ 3598035 w 4828239"/>
                <a:gd name="connsiteY3" fmla="*/ 254778 h 4951702"/>
                <a:gd name="connsiteX4" fmla="*/ 4006734 w 4828239"/>
                <a:gd name="connsiteY4" fmla="*/ 532540 h 4951702"/>
                <a:gd name="connsiteX5" fmla="*/ 4333530 w 4828239"/>
                <a:gd name="connsiteY5" fmla="*/ 900560 h 4951702"/>
                <a:gd name="connsiteX6" fmla="*/ 4368761 w 4828239"/>
                <a:gd name="connsiteY6" fmla="*/ 950864 h 4951702"/>
                <a:gd name="connsiteX7" fmla="*/ 4402539 w 4828239"/>
                <a:gd name="connsiteY7" fmla="*/ 1002077 h 4951702"/>
                <a:gd name="connsiteX8" fmla="*/ 4435319 w 4828239"/>
                <a:gd name="connsiteY8" fmla="*/ 1053834 h 4951702"/>
                <a:gd name="connsiteX9" fmla="*/ 4466918 w 4828239"/>
                <a:gd name="connsiteY9" fmla="*/ 1106317 h 4951702"/>
                <a:gd name="connsiteX10" fmla="*/ 4582327 w 4828239"/>
                <a:gd name="connsiteY10" fmla="*/ 1322244 h 4951702"/>
                <a:gd name="connsiteX11" fmla="*/ 4740322 w 4828239"/>
                <a:gd name="connsiteY11" fmla="*/ 1783517 h 4951702"/>
                <a:gd name="connsiteX12" fmla="*/ 4777370 w 4828239"/>
                <a:gd name="connsiteY12" fmla="*/ 2023507 h 4951702"/>
                <a:gd name="connsiteX13" fmla="*/ 4801432 w 4828239"/>
                <a:gd name="connsiteY13" fmla="*/ 2263678 h 4951702"/>
                <a:gd name="connsiteX14" fmla="*/ 4820591 w 4828239"/>
                <a:gd name="connsiteY14" fmla="*/ 2503848 h 4951702"/>
                <a:gd name="connsiteX15" fmla="*/ 4824496 w 4828239"/>
                <a:gd name="connsiteY15" fmla="*/ 2564050 h 4951702"/>
                <a:gd name="connsiteX16" fmla="*/ 4826221 w 4828239"/>
                <a:gd name="connsiteY16" fmla="*/ 2595013 h 4951702"/>
                <a:gd name="connsiteX17" fmla="*/ 4827492 w 4828239"/>
                <a:gd name="connsiteY17" fmla="*/ 2626522 h 4951702"/>
                <a:gd name="connsiteX18" fmla="*/ 4825767 w 4828239"/>
                <a:gd name="connsiteY18" fmla="*/ 2753462 h 4951702"/>
                <a:gd name="connsiteX19" fmla="*/ 4696465 w 4828239"/>
                <a:gd name="connsiteY19" fmla="*/ 3252055 h 4951702"/>
                <a:gd name="connsiteX20" fmla="*/ 4409077 w 4828239"/>
                <a:gd name="connsiteY20" fmla="*/ 3675464 h 4951702"/>
                <a:gd name="connsiteX21" fmla="*/ 4233920 w 4828239"/>
                <a:gd name="connsiteY21" fmla="*/ 3851983 h 4951702"/>
                <a:gd name="connsiteX22" fmla="*/ 4051318 w 4828239"/>
                <a:gd name="connsiteY22" fmla="*/ 4012430 h 4951702"/>
                <a:gd name="connsiteX23" fmla="*/ 3680392 w 4828239"/>
                <a:gd name="connsiteY23" fmla="*/ 4301543 h 4951702"/>
                <a:gd name="connsiteX24" fmla="*/ 3587048 w 4828239"/>
                <a:gd name="connsiteY24" fmla="*/ 4372096 h 4951702"/>
                <a:gd name="connsiteX25" fmla="*/ 3491161 w 4828239"/>
                <a:gd name="connsiteY25" fmla="*/ 4443103 h 4951702"/>
                <a:gd name="connsiteX26" fmla="*/ 3392914 w 4828239"/>
                <a:gd name="connsiteY26" fmla="*/ 4513202 h 4951702"/>
                <a:gd name="connsiteX27" fmla="*/ 3291579 w 4828239"/>
                <a:gd name="connsiteY27" fmla="*/ 4581303 h 4951702"/>
                <a:gd name="connsiteX28" fmla="*/ 3078830 w 4828239"/>
                <a:gd name="connsiteY28" fmla="*/ 4709153 h 4951702"/>
                <a:gd name="connsiteX29" fmla="*/ 2850010 w 4828239"/>
                <a:gd name="connsiteY29" fmla="*/ 4817842 h 4951702"/>
                <a:gd name="connsiteX30" fmla="*/ 2352052 w 4828239"/>
                <a:gd name="connsiteY30" fmla="*/ 4942876 h 4951702"/>
                <a:gd name="connsiteX31" fmla="*/ 2223840 w 4828239"/>
                <a:gd name="connsiteY31" fmla="*/ 4950958 h 4951702"/>
                <a:gd name="connsiteX32" fmla="*/ 2191787 w 4828239"/>
                <a:gd name="connsiteY32" fmla="*/ 4951684 h 4951702"/>
                <a:gd name="connsiteX33" fmla="*/ 2159825 w 4828239"/>
                <a:gd name="connsiteY33" fmla="*/ 4951503 h 4951702"/>
                <a:gd name="connsiteX34" fmla="*/ 2127953 w 4828239"/>
                <a:gd name="connsiteY34" fmla="*/ 4951139 h 4951702"/>
                <a:gd name="connsiteX35" fmla="*/ 2096990 w 4828239"/>
                <a:gd name="connsiteY35" fmla="*/ 4949959 h 4951702"/>
                <a:gd name="connsiteX36" fmla="*/ 1849646 w 4828239"/>
                <a:gd name="connsiteY36" fmla="*/ 4930255 h 4951702"/>
                <a:gd name="connsiteX37" fmla="*/ 1603845 w 4828239"/>
                <a:gd name="connsiteY37" fmla="*/ 4886852 h 4951702"/>
                <a:gd name="connsiteX38" fmla="*/ 1362403 w 4828239"/>
                <a:gd name="connsiteY38" fmla="*/ 4818841 h 4951702"/>
                <a:gd name="connsiteX39" fmla="*/ 900222 w 4828239"/>
                <a:gd name="connsiteY39" fmla="*/ 4614355 h 4951702"/>
                <a:gd name="connsiteX40" fmla="*/ 510682 w 4828239"/>
                <a:gd name="connsiteY40" fmla="*/ 4296004 h 4951702"/>
                <a:gd name="connsiteX41" fmla="*/ 352778 w 4828239"/>
                <a:gd name="connsiteY41" fmla="*/ 4104412 h 4951702"/>
                <a:gd name="connsiteX42" fmla="*/ 214850 w 4828239"/>
                <a:gd name="connsiteY42" fmla="*/ 3901561 h 4951702"/>
                <a:gd name="connsiteX43" fmla="*/ 182615 w 4828239"/>
                <a:gd name="connsiteY43" fmla="*/ 3849894 h 4951702"/>
                <a:gd name="connsiteX44" fmla="*/ 151833 w 4828239"/>
                <a:gd name="connsiteY44" fmla="*/ 3799772 h 4951702"/>
                <a:gd name="connsiteX45" fmla="*/ 91087 w 4828239"/>
                <a:gd name="connsiteY45" fmla="*/ 3702614 h 4951702"/>
                <a:gd name="connsiteX46" fmla="*/ 0 w 4828239"/>
                <a:gd name="connsiteY46" fmla="*/ 3558952 h 4951702"/>
                <a:gd name="connsiteX47" fmla="*/ 0 w 4828239"/>
                <a:gd name="connsiteY47" fmla="*/ 3152786 h 4951702"/>
                <a:gd name="connsiteX48" fmla="*/ 21078 w 4828239"/>
                <a:gd name="connsiteY48" fmla="*/ 3185589 h 4951702"/>
                <a:gd name="connsiteX49" fmla="*/ 159097 w 4828239"/>
                <a:gd name="connsiteY49" fmla="*/ 3365285 h 4951702"/>
                <a:gd name="connsiteX50" fmla="*/ 308466 w 4828239"/>
                <a:gd name="connsiteY50" fmla="*/ 3546344 h 4951702"/>
                <a:gd name="connsiteX51" fmla="*/ 382742 w 4828239"/>
                <a:gd name="connsiteY51" fmla="*/ 3640869 h 4951702"/>
                <a:gd name="connsiteX52" fmla="*/ 418427 w 4828239"/>
                <a:gd name="connsiteY52" fmla="*/ 3687269 h 4951702"/>
                <a:gd name="connsiteX53" fmla="*/ 453386 w 4828239"/>
                <a:gd name="connsiteY53" fmla="*/ 3731671 h 4951702"/>
                <a:gd name="connsiteX54" fmla="*/ 753758 w 4828239"/>
                <a:gd name="connsiteY54" fmla="*/ 4059829 h 4951702"/>
                <a:gd name="connsiteX55" fmla="*/ 913479 w 4828239"/>
                <a:gd name="connsiteY55" fmla="*/ 4207472 h 4951702"/>
                <a:gd name="connsiteX56" fmla="*/ 1080736 w 4828239"/>
                <a:gd name="connsiteY56" fmla="*/ 4343584 h 4951702"/>
                <a:gd name="connsiteX57" fmla="*/ 1454385 w 4828239"/>
                <a:gd name="connsiteY57" fmla="*/ 4558875 h 4951702"/>
                <a:gd name="connsiteX58" fmla="*/ 1663411 w 4828239"/>
                <a:gd name="connsiteY58" fmla="*/ 4619712 h 4951702"/>
                <a:gd name="connsiteX59" fmla="*/ 1716984 w 4828239"/>
                <a:gd name="connsiteY59" fmla="*/ 4630427 h 4951702"/>
                <a:gd name="connsiteX60" fmla="*/ 1771011 w 4828239"/>
                <a:gd name="connsiteY60" fmla="*/ 4639417 h 4951702"/>
                <a:gd name="connsiteX61" fmla="*/ 1880064 w 4828239"/>
                <a:gd name="connsiteY61" fmla="*/ 4652311 h 4951702"/>
                <a:gd name="connsiteX62" fmla="*/ 1934909 w 4828239"/>
                <a:gd name="connsiteY62" fmla="*/ 4656487 h 4951702"/>
                <a:gd name="connsiteX63" fmla="*/ 1989935 w 4828239"/>
                <a:gd name="connsiteY63" fmla="*/ 4659393 h 4951702"/>
                <a:gd name="connsiteX64" fmla="*/ 2045142 w 4828239"/>
                <a:gd name="connsiteY64" fmla="*/ 4660664 h 4951702"/>
                <a:gd name="connsiteX65" fmla="*/ 2100440 w 4828239"/>
                <a:gd name="connsiteY65" fmla="*/ 4660392 h 4951702"/>
                <a:gd name="connsiteX66" fmla="*/ 2128135 w 4828239"/>
                <a:gd name="connsiteY66" fmla="*/ 4660119 h 4951702"/>
                <a:gd name="connsiteX67" fmla="*/ 2154831 w 4828239"/>
                <a:gd name="connsiteY67" fmla="*/ 4658939 h 4951702"/>
                <a:gd name="connsiteX68" fmla="*/ 2181436 w 4828239"/>
                <a:gd name="connsiteY68" fmla="*/ 4657577 h 4951702"/>
                <a:gd name="connsiteX69" fmla="*/ 2207950 w 4828239"/>
                <a:gd name="connsiteY69" fmla="*/ 4655398 h 4951702"/>
                <a:gd name="connsiteX70" fmla="*/ 2313098 w 4828239"/>
                <a:gd name="connsiteY70" fmla="*/ 4642413 h 4951702"/>
                <a:gd name="connsiteX71" fmla="*/ 2713625 w 4828239"/>
                <a:gd name="connsiteY71" fmla="*/ 4510932 h 4951702"/>
                <a:gd name="connsiteX72" fmla="*/ 3083643 w 4828239"/>
                <a:gd name="connsiteY72" fmla="*/ 4280386 h 4951702"/>
                <a:gd name="connsiteX73" fmla="*/ 3173355 w 4828239"/>
                <a:gd name="connsiteY73" fmla="*/ 4212648 h 4951702"/>
                <a:gd name="connsiteX74" fmla="*/ 3263067 w 4828239"/>
                <a:gd name="connsiteY74" fmla="*/ 4142640 h 4951702"/>
                <a:gd name="connsiteX75" fmla="*/ 3444762 w 4828239"/>
                <a:gd name="connsiteY75" fmla="*/ 3997357 h 4951702"/>
                <a:gd name="connsiteX76" fmla="*/ 3818229 w 4828239"/>
                <a:gd name="connsiteY76" fmla="*/ 3716144 h 4951702"/>
                <a:gd name="connsiteX77" fmla="*/ 4166182 w 4828239"/>
                <a:gd name="connsiteY77" fmla="*/ 3436474 h 4951702"/>
                <a:gd name="connsiteX78" fmla="*/ 4444399 w 4828239"/>
                <a:gd name="connsiteY78" fmla="*/ 3115943 h 4951702"/>
                <a:gd name="connsiteX79" fmla="*/ 4539196 w 4828239"/>
                <a:gd name="connsiteY79" fmla="*/ 2929618 h 4951702"/>
                <a:gd name="connsiteX80" fmla="*/ 4596946 w 4828239"/>
                <a:gd name="connsiteY80" fmla="*/ 2726040 h 4951702"/>
                <a:gd name="connsiteX81" fmla="*/ 4612927 w 4828239"/>
                <a:gd name="connsiteY81" fmla="*/ 2619257 h 4951702"/>
                <a:gd name="connsiteX82" fmla="*/ 4615561 w 4828239"/>
                <a:gd name="connsiteY82" fmla="*/ 2592198 h 4951702"/>
                <a:gd name="connsiteX83" fmla="*/ 4617558 w 4828239"/>
                <a:gd name="connsiteY83" fmla="*/ 2564595 h 4951702"/>
                <a:gd name="connsiteX84" fmla="*/ 4620464 w 4828239"/>
                <a:gd name="connsiteY84" fmla="*/ 2507571 h 4951702"/>
                <a:gd name="connsiteX85" fmla="*/ 4615470 w 4828239"/>
                <a:gd name="connsiteY85" fmla="*/ 2279568 h 4951702"/>
                <a:gd name="connsiteX86" fmla="*/ 4583416 w 4828239"/>
                <a:gd name="connsiteY86" fmla="*/ 2054379 h 4951702"/>
                <a:gd name="connsiteX87" fmla="*/ 4529026 w 4828239"/>
                <a:gd name="connsiteY87" fmla="*/ 1834639 h 4951702"/>
                <a:gd name="connsiteX88" fmla="*/ 4388556 w 4828239"/>
                <a:gd name="connsiteY88" fmla="*/ 1408324 h 4951702"/>
                <a:gd name="connsiteX89" fmla="*/ 4292851 w 4828239"/>
                <a:gd name="connsiteY89" fmla="*/ 1205927 h 4951702"/>
                <a:gd name="connsiteX90" fmla="*/ 4264975 w 4828239"/>
                <a:gd name="connsiteY90" fmla="*/ 1157439 h 4951702"/>
                <a:gd name="connsiteX91" fmla="*/ 4235646 w 4828239"/>
                <a:gd name="connsiteY91" fmla="*/ 1109859 h 4951702"/>
                <a:gd name="connsiteX92" fmla="*/ 4204591 w 4828239"/>
                <a:gd name="connsiteY92" fmla="*/ 1063368 h 4951702"/>
                <a:gd name="connsiteX93" fmla="*/ 4172175 w 4828239"/>
                <a:gd name="connsiteY93" fmla="*/ 1017876 h 4951702"/>
                <a:gd name="connsiteX94" fmla="*/ 3865265 w 4828239"/>
                <a:gd name="connsiteY94" fmla="*/ 697618 h 4951702"/>
                <a:gd name="connsiteX95" fmla="*/ 3495792 w 4828239"/>
                <a:gd name="connsiteY95" fmla="*/ 456267 h 4951702"/>
                <a:gd name="connsiteX96" fmla="*/ 3080011 w 4828239"/>
                <a:gd name="connsiteY96" fmla="*/ 304719 h 4951702"/>
                <a:gd name="connsiteX97" fmla="*/ 2638805 w 4828239"/>
                <a:gd name="connsiteY97" fmla="*/ 241884 h 4951702"/>
                <a:gd name="connsiteX98" fmla="*/ 2191696 w 4828239"/>
                <a:gd name="connsiteY98" fmla="*/ 257865 h 4951702"/>
                <a:gd name="connsiteX99" fmla="*/ 1752851 w 4828239"/>
                <a:gd name="connsiteY99" fmla="*/ 350120 h 4951702"/>
                <a:gd name="connsiteX100" fmla="*/ 1333074 w 4828239"/>
                <a:gd name="connsiteY100" fmla="*/ 510657 h 4951702"/>
                <a:gd name="connsiteX101" fmla="*/ 582960 w 4828239"/>
                <a:gd name="connsiteY101" fmla="*/ 1003893 h 4951702"/>
                <a:gd name="connsiteX102" fmla="*/ 276322 w 4828239"/>
                <a:gd name="connsiteY102" fmla="*/ 1333049 h 4951702"/>
                <a:gd name="connsiteX103" fmla="*/ 33882 w 4828239"/>
                <a:gd name="connsiteY103" fmla="*/ 1711057 h 4951702"/>
                <a:gd name="connsiteX104" fmla="*/ 0 w 4828239"/>
                <a:gd name="connsiteY104" fmla="*/ 1785501 h 4951702"/>
                <a:gd name="connsiteX105" fmla="*/ 0 w 4828239"/>
                <a:gd name="connsiteY105" fmla="*/ 1377082 h 4951702"/>
                <a:gd name="connsiteX106" fmla="*/ 111188 w 4828239"/>
                <a:gd name="connsiteY106" fmla="*/ 1208333 h 4951702"/>
                <a:gd name="connsiteX107" fmla="*/ 431321 w 4828239"/>
                <a:gd name="connsiteY107" fmla="*/ 841539 h 4951702"/>
                <a:gd name="connsiteX108" fmla="*/ 807876 w 4828239"/>
                <a:gd name="connsiteY108" fmla="*/ 533448 h 4951702"/>
                <a:gd name="connsiteX109" fmla="*/ 1228743 w 4828239"/>
                <a:gd name="connsiteY109" fmla="*/ 288828 h 4951702"/>
                <a:gd name="connsiteX110" fmla="*/ 2163003 w 4828239"/>
                <a:gd name="connsiteY110" fmla="*/ 19056 h 4951702"/>
                <a:gd name="connsiteX111" fmla="*/ 2407249 w 4828239"/>
                <a:gd name="connsiteY111" fmla="*/ 1168 h 49517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Lst>
              <a:rect l="l" t="t" r="r" b="b"/>
              <a:pathLst>
                <a:path w="4828239" h="4951702">
                  <a:moveTo>
                    <a:pt x="2407249" y="1168"/>
                  </a:moveTo>
                  <a:cubicBezTo>
                    <a:pt x="2488914" y="-1193"/>
                    <a:pt x="2570658" y="33"/>
                    <a:pt x="2651971" y="4800"/>
                  </a:cubicBezTo>
                  <a:cubicBezTo>
                    <a:pt x="2814869" y="14698"/>
                    <a:pt x="2977677" y="38942"/>
                    <a:pt x="3136762" y="80075"/>
                  </a:cubicBezTo>
                  <a:cubicBezTo>
                    <a:pt x="3295846" y="121117"/>
                    <a:pt x="3451209" y="179231"/>
                    <a:pt x="3598035" y="254778"/>
                  </a:cubicBezTo>
                  <a:cubicBezTo>
                    <a:pt x="3744680" y="330325"/>
                    <a:pt x="3883516" y="422670"/>
                    <a:pt x="4006734" y="532540"/>
                  </a:cubicBezTo>
                  <a:cubicBezTo>
                    <a:pt x="4130043" y="642320"/>
                    <a:pt x="4238460" y="767354"/>
                    <a:pt x="4333530" y="900560"/>
                  </a:cubicBezTo>
                  <a:lnTo>
                    <a:pt x="4368761" y="950864"/>
                  </a:lnTo>
                  <a:lnTo>
                    <a:pt x="4402539" y="1002077"/>
                  </a:lnTo>
                  <a:cubicBezTo>
                    <a:pt x="4413436" y="1019329"/>
                    <a:pt x="4424604" y="1036491"/>
                    <a:pt x="4435319" y="1053834"/>
                  </a:cubicBezTo>
                  <a:lnTo>
                    <a:pt x="4466918" y="1106317"/>
                  </a:lnTo>
                  <a:cubicBezTo>
                    <a:pt x="4508233" y="1176779"/>
                    <a:pt x="4547187" y="1248604"/>
                    <a:pt x="4582327" y="1322244"/>
                  </a:cubicBezTo>
                  <a:cubicBezTo>
                    <a:pt x="4652789" y="1469524"/>
                    <a:pt x="4707088" y="1624523"/>
                    <a:pt x="4740322" y="1783517"/>
                  </a:cubicBezTo>
                  <a:cubicBezTo>
                    <a:pt x="4756848" y="1863060"/>
                    <a:pt x="4768380" y="1943238"/>
                    <a:pt x="4777370" y="2023507"/>
                  </a:cubicBezTo>
                  <a:cubicBezTo>
                    <a:pt x="4786540" y="2103685"/>
                    <a:pt x="4793895" y="2183772"/>
                    <a:pt x="4801432" y="2263678"/>
                  </a:cubicBezTo>
                  <a:cubicBezTo>
                    <a:pt x="4808605" y="2343674"/>
                    <a:pt x="4814961" y="2423670"/>
                    <a:pt x="4820591" y="2503848"/>
                  </a:cubicBezTo>
                  <a:lnTo>
                    <a:pt x="4824496" y="2564050"/>
                  </a:lnTo>
                  <a:cubicBezTo>
                    <a:pt x="4825222" y="2573947"/>
                    <a:pt x="4825676" y="2584571"/>
                    <a:pt x="4826221" y="2595013"/>
                  </a:cubicBezTo>
                  <a:cubicBezTo>
                    <a:pt x="4826766" y="2605455"/>
                    <a:pt x="4827311" y="2615989"/>
                    <a:pt x="4827492" y="2626522"/>
                  </a:cubicBezTo>
                  <a:cubicBezTo>
                    <a:pt x="4828854" y="2668563"/>
                    <a:pt x="4828400" y="2710967"/>
                    <a:pt x="4825767" y="2753462"/>
                  </a:cubicBezTo>
                  <a:cubicBezTo>
                    <a:pt x="4815960" y="2923534"/>
                    <a:pt x="4770287" y="3094877"/>
                    <a:pt x="4696465" y="3252055"/>
                  </a:cubicBezTo>
                  <a:cubicBezTo>
                    <a:pt x="4622825" y="3409687"/>
                    <a:pt x="4521308" y="3551156"/>
                    <a:pt x="4409077" y="3675464"/>
                  </a:cubicBezTo>
                  <a:cubicBezTo>
                    <a:pt x="4352961" y="3737845"/>
                    <a:pt x="4294031" y="3796321"/>
                    <a:pt x="4233920" y="3851983"/>
                  </a:cubicBezTo>
                  <a:cubicBezTo>
                    <a:pt x="4173809" y="3907645"/>
                    <a:pt x="4112882" y="3961218"/>
                    <a:pt x="4051318" y="4012430"/>
                  </a:cubicBezTo>
                  <a:cubicBezTo>
                    <a:pt x="3928463" y="4115308"/>
                    <a:pt x="3802884" y="4209107"/>
                    <a:pt x="3680392" y="4301543"/>
                  </a:cubicBezTo>
                  <a:lnTo>
                    <a:pt x="3587048" y="4372096"/>
                  </a:lnTo>
                  <a:cubicBezTo>
                    <a:pt x="3555449" y="4395795"/>
                    <a:pt x="3523578" y="4419676"/>
                    <a:pt x="3491161" y="4443103"/>
                  </a:cubicBezTo>
                  <a:cubicBezTo>
                    <a:pt x="3458836" y="4466621"/>
                    <a:pt x="3426147" y="4490047"/>
                    <a:pt x="3392914" y="4513202"/>
                  </a:cubicBezTo>
                  <a:cubicBezTo>
                    <a:pt x="3359590" y="4536175"/>
                    <a:pt x="3325993" y="4558966"/>
                    <a:pt x="3291579" y="4581303"/>
                  </a:cubicBezTo>
                  <a:cubicBezTo>
                    <a:pt x="3223114" y="4626069"/>
                    <a:pt x="3152471" y="4669472"/>
                    <a:pt x="3078830" y="4709153"/>
                  </a:cubicBezTo>
                  <a:cubicBezTo>
                    <a:pt x="3005281" y="4749014"/>
                    <a:pt x="2929189" y="4786061"/>
                    <a:pt x="2850010" y="4817842"/>
                  </a:cubicBezTo>
                  <a:cubicBezTo>
                    <a:pt x="2692378" y="4882312"/>
                    <a:pt x="2523032" y="4925806"/>
                    <a:pt x="2352052" y="4942876"/>
                  </a:cubicBezTo>
                  <a:cubicBezTo>
                    <a:pt x="2309285" y="4946963"/>
                    <a:pt x="2266517" y="4950050"/>
                    <a:pt x="2223840" y="4950958"/>
                  </a:cubicBezTo>
                  <a:lnTo>
                    <a:pt x="2191787" y="4951684"/>
                  </a:lnTo>
                  <a:cubicBezTo>
                    <a:pt x="2181163" y="4951775"/>
                    <a:pt x="2170449" y="4951503"/>
                    <a:pt x="2159825" y="4951503"/>
                  </a:cubicBezTo>
                  <a:lnTo>
                    <a:pt x="2127953" y="4951139"/>
                  </a:lnTo>
                  <a:lnTo>
                    <a:pt x="2096990" y="4949959"/>
                  </a:lnTo>
                  <a:cubicBezTo>
                    <a:pt x="2014542" y="4947326"/>
                    <a:pt x="1931912" y="4940788"/>
                    <a:pt x="1849646" y="4930255"/>
                  </a:cubicBezTo>
                  <a:cubicBezTo>
                    <a:pt x="1767288" y="4920267"/>
                    <a:pt x="1685113" y="4905920"/>
                    <a:pt x="1603845" y="4886852"/>
                  </a:cubicBezTo>
                  <a:cubicBezTo>
                    <a:pt x="1522668" y="4867601"/>
                    <a:pt x="1442127" y="4844811"/>
                    <a:pt x="1362403" y="4818841"/>
                  </a:cubicBezTo>
                  <a:cubicBezTo>
                    <a:pt x="1203228" y="4766449"/>
                    <a:pt x="1045868" y="4701253"/>
                    <a:pt x="900222" y="4614355"/>
                  </a:cubicBezTo>
                  <a:cubicBezTo>
                    <a:pt x="754485" y="4527639"/>
                    <a:pt x="624366" y="4417678"/>
                    <a:pt x="510682" y="4296004"/>
                  </a:cubicBezTo>
                  <a:cubicBezTo>
                    <a:pt x="453568" y="4235258"/>
                    <a:pt x="401629" y="4170607"/>
                    <a:pt x="352778" y="4104412"/>
                  </a:cubicBezTo>
                  <a:cubicBezTo>
                    <a:pt x="304199" y="4037945"/>
                    <a:pt x="257980" y="3970479"/>
                    <a:pt x="214850" y="3901561"/>
                  </a:cubicBezTo>
                  <a:cubicBezTo>
                    <a:pt x="203772" y="3884490"/>
                    <a:pt x="193330" y="3867147"/>
                    <a:pt x="182615" y="3849894"/>
                  </a:cubicBezTo>
                  <a:lnTo>
                    <a:pt x="151833" y="3799772"/>
                  </a:lnTo>
                  <a:cubicBezTo>
                    <a:pt x="132129" y="3767356"/>
                    <a:pt x="111699" y="3735212"/>
                    <a:pt x="91087" y="3702614"/>
                  </a:cubicBezTo>
                  <a:lnTo>
                    <a:pt x="0" y="3558952"/>
                  </a:lnTo>
                  <a:lnTo>
                    <a:pt x="0" y="3152786"/>
                  </a:lnTo>
                  <a:lnTo>
                    <a:pt x="21078" y="3185589"/>
                  </a:lnTo>
                  <a:cubicBezTo>
                    <a:pt x="63392" y="3246607"/>
                    <a:pt x="110427" y="3305810"/>
                    <a:pt x="159097" y="3365285"/>
                  </a:cubicBezTo>
                  <a:cubicBezTo>
                    <a:pt x="207767" y="3424851"/>
                    <a:pt x="258616" y="3484417"/>
                    <a:pt x="308466" y="3546344"/>
                  </a:cubicBezTo>
                  <a:cubicBezTo>
                    <a:pt x="333437" y="3577217"/>
                    <a:pt x="358135" y="3608816"/>
                    <a:pt x="382742" y="3640869"/>
                  </a:cubicBezTo>
                  <a:lnTo>
                    <a:pt x="418427" y="3687269"/>
                  </a:lnTo>
                  <a:cubicBezTo>
                    <a:pt x="430141" y="3702069"/>
                    <a:pt x="441309" y="3717233"/>
                    <a:pt x="453386" y="3731671"/>
                  </a:cubicBezTo>
                  <a:cubicBezTo>
                    <a:pt x="547638" y="3849168"/>
                    <a:pt x="649881" y="3957313"/>
                    <a:pt x="753758" y="4059829"/>
                  </a:cubicBezTo>
                  <a:cubicBezTo>
                    <a:pt x="805970" y="4110859"/>
                    <a:pt x="859089" y="4160164"/>
                    <a:pt x="913479" y="4207472"/>
                  </a:cubicBezTo>
                  <a:cubicBezTo>
                    <a:pt x="967869" y="4254780"/>
                    <a:pt x="1023258" y="4300544"/>
                    <a:pt x="1080736" y="4343584"/>
                  </a:cubicBezTo>
                  <a:cubicBezTo>
                    <a:pt x="1195237" y="4429846"/>
                    <a:pt x="1318727" y="4506937"/>
                    <a:pt x="1454385" y="4558875"/>
                  </a:cubicBezTo>
                  <a:cubicBezTo>
                    <a:pt x="1522033" y="4584845"/>
                    <a:pt x="1592132" y="4604730"/>
                    <a:pt x="1663411" y="4619712"/>
                  </a:cubicBezTo>
                  <a:cubicBezTo>
                    <a:pt x="1681299" y="4623254"/>
                    <a:pt x="1699006" y="4627340"/>
                    <a:pt x="1716984" y="4630427"/>
                  </a:cubicBezTo>
                  <a:lnTo>
                    <a:pt x="1771011" y="4639417"/>
                  </a:lnTo>
                  <a:cubicBezTo>
                    <a:pt x="1807241" y="4644229"/>
                    <a:pt x="1843471" y="4649314"/>
                    <a:pt x="1880064" y="4652311"/>
                  </a:cubicBezTo>
                  <a:cubicBezTo>
                    <a:pt x="1898316" y="4654036"/>
                    <a:pt x="1916567" y="4655670"/>
                    <a:pt x="1934909" y="4656487"/>
                  </a:cubicBezTo>
                  <a:cubicBezTo>
                    <a:pt x="1953251" y="4657395"/>
                    <a:pt x="1971502" y="4658848"/>
                    <a:pt x="1989935" y="4659393"/>
                  </a:cubicBezTo>
                  <a:lnTo>
                    <a:pt x="2045142" y="4660664"/>
                  </a:lnTo>
                  <a:cubicBezTo>
                    <a:pt x="2063484" y="4661118"/>
                    <a:pt x="2082008" y="4660482"/>
                    <a:pt x="2100440" y="4660392"/>
                  </a:cubicBezTo>
                  <a:lnTo>
                    <a:pt x="2128135" y="4660119"/>
                  </a:lnTo>
                  <a:cubicBezTo>
                    <a:pt x="2137124" y="4659847"/>
                    <a:pt x="2145932" y="4659302"/>
                    <a:pt x="2154831" y="4658939"/>
                  </a:cubicBezTo>
                  <a:cubicBezTo>
                    <a:pt x="2163729" y="4658485"/>
                    <a:pt x="2172628" y="4658212"/>
                    <a:pt x="2181436" y="4657577"/>
                  </a:cubicBezTo>
                  <a:lnTo>
                    <a:pt x="2207950" y="4655398"/>
                  </a:lnTo>
                  <a:cubicBezTo>
                    <a:pt x="2243272" y="4652583"/>
                    <a:pt x="2278321" y="4647861"/>
                    <a:pt x="2313098" y="4642413"/>
                  </a:cubicBezTo>
                  <a:cubicBezTo>
                    <a:pt x="2452298" y="4619349"/>
                    <a:pt x="2586139" y="4574221"/>
                    <a:pt x="2713625" y="4510932"/>
                  </a:cubicBezTo>
                  <a:cubicBezTo>
                    <a:pt x="2841565" y="4448369"/>
                    <a:pt x="2963330" y="4368282"/>
                    <a:pt x="3083643" y="4280386"/>
                  </a:cubicBezTo>
                  <a:cubicBezTo>
                    <a:pt x="3113698" y="4258503"/>
                    <a:pt x="3143572" y="4235712"/>
                    <a:pt x="3173355" y="4212648"/>
                  </a:cubicBezTo>
                  <a:cubicBezTo>
                    <a:pt x="3203319" y="4189675"/>
                    <a:pt x="3233193" y="4166339"/>
                    <a:pt x="3263067" y="4142640"/>
                  </a:cubicBezTo>
                  <a:lnTo>
                    <a:pt x="3444762" y="3997357"/>
                  </a:lnTo>
                  <a:cubicBezTo>
                    <a:pt x="3569432" y="3898473"/>
                    <a:pt x="3695284" y="3806401"/>
                    <a:pt x="3818229" y="3716144"/>
                  </a:cubicBezTo>
                  <a:cubicBezTo>
                    <a:pt x="3941084" y="3625886"/>
                    <a:pt x="4059309" y="3534721"/>
                    <a:pt x="4166182" y="3436474"/>
                  </a:cubicBezTo>
                  <a:cubicBezTo>
                    <a:pt x="4273056" y="3338408"/>
                    <a:pt x="4369578" y="3233895"/>
                    <a:pt x="4444399" y="3115943"/>
                  </a:cubicBezTo>
                  <a:cubicBezTo>
                    <a:pt x="4481809" y="3057013"/>
                    <a:pt x="4513772" y="2994905"/>
                    <a:pt x="4539196" y="2929618"/>
                  </a:cubicBezTo>
                  <a:cubicBezTo>
                    <a:pt x="4564802" y="2864422"/>
                    <a:pt x="4583235" y="2796139"/>
                    <a:pt x="4596946" y="2726040"/>
                  </a:cubicBezTo>
                  <a:cubicBezTo>
                    <a:pt x="4603756" y="2690991"/>
                    <a:pt x="4609204" y="2655306"/>
                    <a:pt x="4612927" y="2619257"/>
                  </a:cubicBezTo>
                  <a:cubicBezTo>
                    <a:pt x="4614017" y="2610268"/>
                    <a:pt x="4614743" y="2601188"/>
                    <a:pt x="4615561" y="2592198"/>
                  </a:cubicBezTo>
                  <a:cubicBezTo>
                    <a:pt x="4616287" y="2583118"/>
                    <a:pt x="4617195" y="2574220"/>
                    <a:pt x="4617558" y="2564595"/>
                  </a:cubicBezTo>
                  <a:lnTo>
                    <a:pt x="4620464" y="2507571"/>
                  </a:lnTo>
                  <a:cubicBezTo>
                    <a:pt x="4623097" y="2431479"/>
                    <a:pt x="4621462" y="2355297"/>
                    <a:pt x="4615470" y="2279568"/>
                  </a:cubicBezTo>
                  <a:cubicBezTo>
                    <a:pt x="4609658" y="2203748"/>
                    <a:pt x="4598490" y="2128564"/>
                    <a:pt x="4583416" y="2054379"/>
                  </a:cubicBezTo>
                  <a:cubicBezTo>
                    <a:pt x="4568162" y="1980194"/>
                    <a:pt x="4549094" y="1907008"/>
                    <a:pt x="4529026" y="1834639"/>
                  </a:cubicBezTo>
                  <a:cubicBezTo>
                    <a:pt x="4488983" y="1689810"/>
                    <a:pt x="4444762" y="1546888"/>
                    <a:pt x="4388556" y="1408324"/>
                  </a:cubicBezTo>
                  <a:cubicBezTo>
                    <a:pt x="4360407" y="1339133"/>
                    <a:pt x="4328990" y="1271213"/>
                    <a:pt x="4292851" y="1205927"/>
                  </a:cubicBezTo>
                  <a:cubicBezTo>
                    <a:pt x="4284043" y="1189492"/>
                    <a:pt x="4274327" y="1173511"/>
                    <a:pt x="4264975" y="1157439"/>
                  </a:cubicBezTo>
                  <a:cubicBezTo>
                    <a:pt x="4255350" y="1141458"/>
                    <a:pt x="4245361" y="1125749"/>
                    <a:pt x="4235646" y="1109859"/>
                  </a:cubicBezTo>
                  <a:lnTo>
                    <a:pt x="4204591" y="1063368"/>
                  </a:lnTo>
                  <a:lnTo>
                    <a:pt x="4172175" y="1017876"/>
                  </a:lnTo>
                  <a:cubicBezTo>
                    <a:pt x="4083462" y="898290"/>
                    <a:pt x="3979312" y="791326"/>
                    <a:pt x="3865265" y="697618"/>
                  </a:cubicBezTo>
                  <a:cubicBezTo>
                    <a:pt x="3751490" y="603638"/>
                    <a:pt x="3627909" y="521917"/>
                    <a:pt x="3495792" y="456267"/>
                  </a:cubicBezTo>
                  <a:cubicBezTo>
                    <a:pt x="3363766" y="390436"/>
                    <a:pt x="3224022" y="339950"/>
                    <a:pt x="3080011" y="304719"/>
                  </a:cubicBezTo>
                  <a:cubicBezTo>
                    <a:pt x="2935999" y="269397"/>
                    <a:pt x="2787992" y="249057"/>
                    <a:pt x="2638805" y="241884"/>
                  </a:cubicBezTo>
                  <a:cubicBezTo>
                    <a:pt x="2489345" y="234347"/>
                    <a:pt x="2340067" y="239341"/>
                    <a:pt x="2191696" y="257865"/>
                  </a:cubicBezTo>
                  <a:cubicBezTo>
                    <a:pt x="2043417" y="276479"/>
                    <a:pt x="1896500" y="307624"/>
                    <a:pt x="1752851" y="350120"/>
                  </a:cubicBezTo>
                  <a:cubicBezTo>
                    <a:pt x="1609112" y="392433"/>
                    <a:pt x="1468914" y="447187"/>
                    <a:pt x="1333074" y="510657"/>
                  </a:cubicBezTo>
                  <a:cubicBezTo>
                    <a:pt x="1060578" y="636236"/>
                    <a:pt x="806151" y="802767"/>
                    <a:pt x="582960" y="1003893"/>
                  </a:cubicBezTo>
                  <a:cubicBezTo>
                    <a:pt x="471728" y="1104774"/>
                    <a:pt x="368668" y="1214825"/>
                    <a:pt x="276322" y="1333049"/>
                  </a:cubicBezTo>
                  <a:cubicBezTo>
                    <a:pt x="183795" y="1451092"/>
                    <a:pt x="102164" y="1577669"/>
                    <a:pt x="33882" y="1711057"/>
                  </a:cubicBezTo>
                  <a:lnTo>
                    <a:pt x="0" y="1785501"/>
                  </a:lnTo>
                  <a:lnTo>
                    <a:pt x="0" y="1377082"/>
                  </a:lnTo>
                  <a:lnTo>
                    <a:pt x="111188" y="1208333"/>
                  </a:lnTo>
                  <a:cubicBezTo>
                    <a:pt x="206927" y="1076920"/>
                    <a:pt x="314732" y="954315"/>
                    <a:pt x="431321" y="841539"/>
                  </a:cubicBezTo>
                  <a:cubicBezTo>
                    <a:pt x="548183" y="728763"/>
                    <a:pt x="674488" y="625885"/>
                    <a:pt x="807876" y="533448"/>
                  </a:cubicBezTo>
                  <a:cubicBezTo>
                    <a:pt x="941446" y="441103"/>
                    <a:pt x="1082007" y="358837"/>
                    <a:pt x="1228743" y="288828"/>
                  </a:cubicBezTo>
                  <a:cubicBezTo>
                    <a:pt x="1522578" y="149811"/>
                    <a:pt x="1838931" y="57919"/>
                    <a:pt x="2163003" y="19056"/>
                  </a:cubicBezTo>
                  <a:cubicBezTo>
                    <a:pt x="2243998" y="9477"/>
                    <a:pt x="2325584" y="3529"/>
                    <a:pt x="2407249" y="1168"/>
                  </a:cubicBezTo>
                  <a:close/>
                </a:path>
              </a:pathLst>
            </a:custGeom>
            <a:solidFill>
              <a:schemeClr val="bg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716813" name="Freeform: Shape 716812">
              <a:extLst>
                <a:ext uri="{FF2B5EF4-FFF2-40B4-BE49-F238E27FC236}">
                  <a16:creationId xmlns:a16="http://schemas.microsoft.com/office/drawing/2014/main" id="{B2935CA6-94DE-46EF-8BB1-9DB074B6C49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960593"/>
              <a:ext cx="4814598" cy="4884231"/>
            </a:xfrm>
            <a:custGeom>
              <a:avLst/>
              <a:gdLst>
                <a:gd name="connsiteX0" fmla="*/ 2550817 w 4814598"/>
                <a:gd name="connsiteY0" fmla="*/ 544811 h 4884231"/>
                <a:gd name="connsiteX1" fmla="*/ 1694919 w 4814598"/>
                <a:gd name="connsiteY1" fmla="*/ 709526 h 4884231"/>
                <a:gd name="connsiteX2" fmla="*/ 932184 w 4814598"/>
                <a:gd name="connsiteY2" fmla="*/ 1163171 h 4884231"/>
                <a:gd name="connsiteX3" fmla="*/ 407894 w 4814598"/>
                <a:gd name="connsiteY3" fmla="*/ 1812768 h 4884231"/>
                <a:gd name="connsiteX4" fmla="*/ 220025 w 4814598"/>
                <a:gd name="connsiteY4" fmla="*/ 2558977 h 4884231"/>
                <a:gd name="connsiteX5" fmla="*/ 530204 w 4814598"/>
                <a:gd name="connsiteY5" fmla="*/ 3236995 h 4884231"/>
                <a:gd name="connsiteX6" fmla="*/ 697098 w 4814598"/>
                <a:gd name="connsiteY6" fmla="*/ 3471717 h 4884231"/>
                <a:gd name="connsiteX7" fmla="*/ 1333800 w 4814598"/>
                <a:gd name="connsiteY7" fmla="*/ 4121677 h 4884231"/>
                <a:gd name="connsiteX8" fmla="*/ 2170902 w 4814598"/>
                <a:gd name="connsiteY8" fmla="*/ 4339420 h 4884231"/>
                <a:gd name="connsiteX9" fmla="*/ 2709357 w 4814598"/>
                <a:gd name="connsiteY9" fmla="*/ 4200765 h 4884231"/>
                <a:gd name="connsiteX10" fmla="*/ 3290852 w 4814598"/>
                <a:gd name="connsiteY10" fmla="*/ 3800420 h 4884231"/>
                <a:gd name="connsiteX11" fmla="*/ 3434410 w 4814598"/>
                <a:gd name="connsiteY11" fmla="*/ 3689188 h 4884231"/>
                <a:gd name="connsiteX12" fmla="*/ 4069660 w 4814598"/>
                <a:gd name="connsiteY12" fmla="*/ 3124945 h 4884231"/>
                <a:gd name="connsiteX13" fmla="*/ 4269787 w 4814598"/>
                <a:gd name="connsiteY13" fmla="*/ 2558977 h 4884231"/>
                <a:gd name="connsiteX14" fmla="*/ 3797526 w 4814598"/>
                <a:gd name="connsiteY14" fmla="*/ 1099701 h 4884231"/>
                <a:gd name="connsiteX15" fmla="*/ 3273691 w 4814598"/>
                <a:gd name="connsiteY15" fmla="*/ 695179 h 4884231"/>
                <a:gd name="connsiteX16" fmla="*/ 2550817 w 4814598"/>
                <a:gd name="connsiteY16" fmla="*/ 544811 h 4884231"/>
                <a:gd name="connsiteX17" fmla="*/ 2550817 w 4814598"/>
                <a:gd name="connsiteY17" fmla="*/ 0 h 4884231"/>
                <a:gd name="connsiteX18" fmla="*/ 4814598 w 4814598"/>
                <a:gd name="connsiteY18" fmla="*/ 2558977 h 4884231"/>
                <a:gd name="connsiteX19" fmla="*/ 3626365 w 4814598"/>
                <a:gd name="connsiteY19" fmla="*/ 4229640 h 4884231"/>
                <a:gd name="connsiteX20" fmla="*/ 2170902 w 4814598"/>
                <a:gd name="connsiteY20" fmla="*/ 4884231 h 4884231"/>
                <a:gd name="connsiteX21" fmla="*/ 246267 w 4814598"/>
                <a:gd name="connsiteY21" fmla="*/ 3777538 h 4884231"/>
                <a:gd name="connsiteX22" fmla="*/ 40127 w 4814598"/>
                <a:gd name="connsiteY22" fmla="*/ 3489366 h 4884231"/>
                <a:gd name="connsiteX23" fmla="*/ 0 w 4814598"/>
                <a:gd name="connsiteY23" fmla="*/ 3432245 h 4884231"/>
                <a:gd name="connsiteX24" fmla="*/ 0 w 4814598"/>
                <a:gd name="connsiteY24" fmla="*/ 1432577 h 4884231"/>
                <a:gd name="connsiteX25" fmla="*/ 54624 w 4814598"/>
                <a:gd name="connsiteY25" fmla="*/ 1339196 h 4884231"/>
                <a:gd name="connsiteX26" fmla="*/ 2550817 w 4814598"/>
                <a:gd name="connsiteY26" fmla="*/ 0 h 48842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4814598" h="4884231">
                  <a:moveTo>
                    <a:pt x="2550817" y="544811"/>
                  </a:moveTo>
                  <a:cubicBezTo>
                    <a:pt x="2270966" y="544811"/>
                    <a:pt x="1974952" y="601744"/>
                    <a:pt x="1694919" y="709526"/>
                  </a:cubicBezTo>
                  <a:cubicBezTo>
                    <a:pt x="1417883" y="816127"/>
                    <a:pt x="1154103" y="973032"/>
                    <a:pt x="932184" y="1163171"/>
                  </a:cubicBezTo>
                  <a:cubicBezTo>
                    <a:pt x="710536" y="1353038"/>
                    <a:pt x="529296" y="1577682"/>
                    <a:pt x="407894" y="1812768"/>
                  </a:cubicBezTo>
                  <a:cubicBezTo>
                    <a:pt x="283223" y="2054210"/>
                    <a:pt x="220025" y="2305277"/>
                    <a:pt x="220025" y="2558977"/>
                  </a:cubicBezTo>
                  <a:cubicBezTo>
                    <a:pt x="220025" y="2801418"/>
                    <a:pt x="315095" y="2942070"/>
                    <a:pt x="530204" y="3236995"/>
                  </a:cubicBezTo>
                  <a:cubicBezTo>
                    <a:pt x="584050" y="3310817"/>
                    <a:pt x="639711" y="3387181"/>
                    <a:pt x="697098" y="3471717"/>
                  </a:cubicBezTo>
                  <a:cubicBezTo>
                    <a:pt x="900040" y="3770818"/>
                    <a:pt x="1108249" y="3983476"/>
                    <a:pt x="1333800" y="4121677"/>
                  </a:cubicBezTo>
                  <a:cubicBezTo>
                    <a:pt x="1572882" y="4268231"/>
                    <a:pt x="1846740" y="4339420"/>
                    <a:pt x="2170902" y="4339420"/>
                  </a:cubicBezTo>
                  <a:cubicBezTo>
                    <a:pt x="2354867" y="4339420"/>
                    <a:pt x="2525938" y="4295381"/>
                    <a:pt x="2709357" y="4200765"/>
                  </a:cubicBezTo>
                  <a:cubicBezTo>
                    <a:pt x="2897680" y="4103607"/>
                    <a:pt x="3084097" y="3961956"/>
                    <a:pt x="3290852" y="3800420"/>
                  </a:cubicBezTo>
                  <a:cubicBezTo>
                    <a:pt x="3339340" y="3762556"/>
                    <a:pt x="3387647" y="3725236"/>
                    <a:pt x="3434410" y="3689188"/>
                  </a:cubicBezTo>
                  <a:cubicBezTo>
                    <a:pt x="3682844" y="3497505"/>
                    <a:pt x="3917476" y="3316446"/>
                    <a:pt x="4069660" y="3124945"/>
                  </a:cubicBezTo>
                  <a:cubicBezTo>
                    <a:pt x="4209948" y="2948426"/>
                    <a:pt x="4269787" y="2779172"/>
                    <a:pt x="4269787" y="2558977"/>
                  </a:cubicBezTo>
                  <a:cubicBezTo>
                    <a:pt x="4269787" y="1980933"/>
                    <a:pt x="4102076" y="1462636"/>
                    <a:pt x="3797526" y="1099701"/>
                  </a:cubicBezTo>
                  <a:cubicBezTo>
                    <a:pt x="3650427" y="924453"/>
                    <a:pt x="3474272" y="788342"/>
                    <a:pt x="3273691" y="695179"/>
                  </a:cubicBezTo>
                  <a:cubicBezTo>
                    <a:pt x="3058944" y="595388"/>
                    <a:pt x="2815686" y="544811"/>
                    <a:pt x="2550817" y="544811"/>
                  </a:cubicBezTo>
                  <a:close/>
                  <a:moveTo>
                    <a:pt x="2550817" y="0"/>
                  </a:moveTo>
                  <a:cubicBezTo>
                    <a:pt x="3970050" y="0"/>
                    <a:pt x="4814598" y="1145647"/>
                    <a:pt x="4814598" y="2558977"/>
                  </a:cubicBezTo>
                  <a:cubicBezTo>
                    <a:pt x="4814598" y="3376738"/>
                    <a:pt x="4225839" y="3761193"/>
                    <a:pt x="3626365" y="4229640"/>
                  </a:cubicBezTo>
                  <a:cubicBezTo>
                    <a:pt x="3189699" y="4570874"/>
                    <a:pt x="2769014" y="4884231"/>
                    <a:pt x="2170902" y="4884231"/>
                  </a:cubicBezTo>
                  <a:cubicBezTo>
                    <a:pt x="1283950" y="4884231"/>
                    <a:pt x="708085" y="4458279"/>
                    <a:pt x="246267" y="3777538"/>
                  </a:cubicBezTo>
                  <a:cubicBezTo>
                    <a:pt x="176985" y="3675432"/>
                    <a:pt x="106654" y="3581344"/>
                    <a:pt x="40127" y="3489366"/>
                  </a:cubicBezTo>
                  <a:lnTo>
                    <a:pt x="0" y="3432245"/>
                  </a:lnTo>
                  <a:lnTo>
                    <a:pt x="0" y="1432577"/>
                  </a:lnTo>
                  <a:lnTo>
                    <a:pt x="54624" y="1339196"/>
                  </a:lnTo>
                  <a:cubicBezTo>
                    <a:pt x="578230" y="541497"/>
                    <a:pt x="1569352" y="0"/>
                    <a:pt x="2550817" y="0"/>
                  </a:cubicBezTo>
                  <a:close/>
                </a:path>
              </a:pathLst>
            </a:custGeom>
            <a:solidFill>
              <a:schemeClr val="bg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716814" name="Freeform: Shape 716813">
              <a:extLst>
                <a:ext uri="{FF2B5EF4-FFF2-40B4-BE49-F238E27FC236}">
                  <a16:creationId xmlns:a16="http://schemas.microsoft.com/office/drawing/2014/main" id="{2352A8D1-612B-42BB-A925-A3EF53F7202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960593"/>
              <a:ext cx="4814598" cy="4884231"/>
            </a:xfrm>
            <a:custGeom>
              <a:avLst/>
              <a:gdLst>
                <a:gd name="connsiteX0" fmla="*/ 2550817 w 4814598"/>
                <a:gd name="connsiteY0" fmla="*/ 454009 h 4884231"/>
                <a:gd name="connsiteX1" fmla="*/ 1662321 w 4814598"/>
                <a:gd name="connsiteY1" fmla="*/ 624807 h 4884231"/>
                <a:gd name="connsiteX2" fmla="*/ 873072 w 4814598"/>
                <a:gd name="connsiteY2" fmla="*/ 1094253 h 4884231"/>
                <a:gd name="connsiteX3" fmla="*/ 327171 w 4814598"/>
                <a:gd name="connsiteY3" fmla="*/ 1771181 h 4884231"/>
                <a:gd name="connsiteX4" fmla="*/ 129223 w 4814598"/>
                <a:gd name="connsiteY4" fmla="*/ 2558977 h 4884231"/>
                <a:gd name="connsiteX5" fmla="*/ 456836 w 4814598"/>
                <a:gd name="connsiteY5" fmla="*/ 3290477 h 4884231"/>
                <a:gd name="connsiteX6" fmla="*/ 621914 w 4814598"/>
                <a:gd name="connsiteY6" fmla="*/ 3522657 h 4884231"/>
                <a:gd name="connsiteX7" fmla="*/ 2170902 w 4814598"/>
                <a:gd name="connsiteY7" fmla="*/ 4430222 h 4884231"/>
                <a:gd name="connsiteX8" fmla="*/ 3346786 w 4814598"/>
                <a:gd name="connsiteY8" fmla="*/ 3871881 h 4884231"/>
                <a:gd name="connsiteX9" fmla="*/ 3489890 w 4814598"/>
                <a:gd name="connsiteY9" fmla="*/ 3761012 h 4884231"/>
                <a:gd name="connsiteX10" fmla="*/ 4140757 w 4814598"/>
                <a:gd name="connsiteY10" fmla="*/ 3181424 h 4884231"/>
                <a:gd name="connsiteX11" fmla="*/ 4360589 w 4814598"/>
                <a:gd name="connsiteY11" fmla="*/ 2558977 h 4884231"/>
                <a:gd name="connsiteX12" fmla="*/ 3867171 w 4814598"/>
                <a:gd name="connsiteY12" fmla="*/ 1041315 h 4884231"/>
                <a:gd name="connsiteX13" fmla="*/ 3312009 w 4814598"/>
                <a:gd name="connsiteY13" fmla="*/ 612822 h 4884231"/>
                <a:gd name="connsiteX14" fmla="*/ 2550817 w 4814598"/>
                <a:gd name="connsiteY14" fmla="*/ 454009 h 4884231"/>
                <a:gd name="connsiteX15" fmla="*/ 2550817 w 4814598"/>
                <a:gd name="connsiteY15" fmla="*/ 0 h 4884231"/>
                <a:gd name="connsiteX16" fmla="*/ 4814598 w 4814598"/>
                <a:gd name="connsiteY16" fmla="*/ 2558977 h 4884231"/>
                <a:gd name="connsiteX17" fmla="*/ 3626365 w 4814598"/>
                <a:gd name="connsiteY17" fmla="*/ 4229640 h 4884231"/>
                <a:gd name="connsiteX18" fmla="*/ 2170902 w 4814598"/>
                <a:gd name="connsiteY18" fmla="*/ 4884231 h 4884231"/>
                <a:gd name="connsiteX19" fmla="*/ 246267 w 4814598"/>
                <a:gd name="connsiteY19" fmla="*/ 3777538 h 4884231"/>
                <a:gd name="connsiteX20" fmla="*/ 40127 w 4814598"/>
                <a:gd name="connsiteY20" fmla="*/ 3489366 h 4884231"/>
                <a:gd name="connsiteX21" fmla="*/ 0 w 4814598"/>
                <a:gd name="connsiteY21" fmla="*/ 3432245 h 4884231"/>
                <a:gd name="connsiteX22" fmla="*/ 0 w 4814598"/>
                <a:gd name="connsiteY22" fmla="*/ 1432577 h 4884231"/>
                <a:gd name="connsiteX23" fmla="*/ 54624 w 4814598"/>
                <a:gd name="connsiteY23" fmla="*/ 1339196 h 4884231"/>
                <a:gd name="connsiteX24" fmla="*/ 2550817 w 4814598"/>
                <a:gd name="connsiteY24" fmla="*/ 0 h 48842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4814598" h="4884231">
                  <a:moveTo>
                    <a:pt x="2550817" y="454009"/>
                  </a:moveTo>
                  <a:cubicBezTo>
                    <a:pt x="2255802" y="454009"/>
                    <a:pt x="1956792" y="511396"/>
                    <a:pt x="1662321" y="624807"/>
                  </a:cubicBezTo>
                  <a:cubicBezTo>
                    <a:pt x="1375660" y="735041"/>
                    <a:pt x="1102800" y="897394"/>
                    <a:pt x="873072" y="1094253"/>
                  </a:cubicBezTo>
                  <a:cubicBezTo>
                    <a:pt x="639348" y="1294471"/>
                    <a:pt x="455656" y="1522293"/>
                    <a:pt x="327171" y="1771181"/>
                  </a:cubicBezTo>
                  <a:cubicBezTo>
                    <a:pt x="195872" y="2025607"/>
                    <a:pt x="129223" y="2290658"/>
                    <a:pt x="129223" y="2558977"/>
                  </a:cubicBezTo>
                  <a:cubicBezTo>
                    <a:pt x="129223" y="2829294"/>
                    <a:pt x="235552" y="2987108"/>
                    <a:pt x="456836" y="3290477"/>
                  </a:cubicBezTo>
                  <a:cubicBezTo>
                    <a:pt x="510228" y="3363663"/>
                    <a:pt x="565435" y="3439392"/>
                    <a:pt x="621914" y="3522657"/>
                  </a:cubicBezTo>
                  <a:cubicBezTo>
                    <a:pt x="1053495" y="4158815"/>
                    <a:pt x="1516766" y="4430222"/>
                    <a:pt x="2170902" y="4430222"/>
                  </a:cubicBezTo>
                  <a:cubicBezTo>
                    <a:pt x="2600213" y="4430222"/>
                    <a:pt x="2915205" y="4209119"/>
                    <a:pt x="3346786" y="3871881"/>
                  </a:cubicBezTo>
                  <a:cubicBezTo>
                    <a:pt x="3395002" y="3834198"/>
                    <a:pt x="3443218" y="3796969"/>
                    <a:pt x="3489890" y="3761012"/>
                  </a:cubicBezTo>
                  <a:cubicBezTo>
                    <a:pt x="3742864" y="3565879"/>
                    <a:pt x="3981763" y="3381551"/>
                    <a:pt x="4140757" y="3181424"/>
                  </a:cubicBezTo>
                  <a:cubicBezTo>
                    <a:pt x="4292760" y="2990104"/>
                    <a:pt x="4360589" y="2798149"/>
                    <a:pt x="4360589" y="2558977"/>
                  </a:cubicBezTo>
                  <a:cubicBezTo>
                    <a:pt x="4360589" y="1959594"/>
                    <a:pt x="4185341" y="1420595"/>
                    <a:pt x="3867171" y="1041315"/>
                  </a:cubicBezTo>
                  <a:cubicBezTo>
                    <a:pt x="3711446" y="855807"/>
                    <a:pt x="3524667" y="711614"/>
                    <a:pt x="3312009" y="612822"/>
                  </a:cubicBezTo>
                  <a:cubicBezTo>
                    <a:pt x="3085095" y="507491"/>
                    <a:pt x="2829034" y="454009"/>
                    <a:pt x="2550817" y="454009"/>
                  </a:cubicBezTo>
                  <a:close/>
                  <a:moveTo>
                    <a:pt x="2550817" y="0"/>
                  </a:moveTo>
                  <a:cubicBezTo>
                    <a:pt x="3970050" y="0"/>
                    <a:pt x="4814598" y="1145647"/>
                    <a:pt x="4814598" y="2558977"/>
                  </a:cubicBezTo>
                  <a:cubicBezTo>
                    <a:pt x="4814598" y="3376738"/>
                    <a:pt x="4225839" y="3761193"/>
                    <a:pt x="3626365" y="4229640"/>
                  </a:cubicBezTo>
                  <a:cubicBezTo>
                    <a:pt x="3189699" y="4570874"/>
                    <a:pt x="2769014" y="4884231"/>
                    <a:pt x="2170902" y="4884231"/>
                  </a:cubicBezTo>
                  <a:cubicBezTo>
                    <a:pt x="1283950" y="4884231"/>
                    <a:pt x="708085" y="4458279"/>
                    <a:pt x="246267" y="3777538"/>
                  </a:cubicBezTo>
                  <a:cubicBezTo>
                    <a:pt x="176985" y="3675432"/>
                    <a:pt x="106654" y="3581344"/>
                    <a:pt x="40127" y="3489366"/>
                  </a:cubicBezTo>
                  <a:lnTo>
                    <a:pt x="0" y="3432245"/>
                  </a:lnTo>
                  <a:lnTo>
                    <a:pt x="0" y="1432577"/>
                  </a:lnTo>
                  <a:lnTo>
                    <a:pt x="54624" y="1339196"/>
                  </a:lnTo>
                  <a:cubicBezTo>
                    <a:pt x="578230" y="541497"/>
                    <a:pt x="1569352" y="0"/>
                    <a:pt x="2550817" y="0"/>
                  </a:cubicBezTo>
                  <a:close/>
                </a:path>
              </a:pathLst>
            </a:custGeom>
            <a:solidFill>
              <a:schemeClr val="bg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useBgFill="1">
          <p:nvSpPr>
            <p:cNvPr id="716815" name="Freeform: Shape 716814">
              <a:extLst>
                <a:ext uri="{FF2B5EF4-FFF2-40B4-BE49-F238E27FC236}">
                  <a16:creationId xmlns:a16="http://schemas.microsoft.com/office/drawing/2014/main" id="{0858A699-36FD-4E40-A79C-7B11883C911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796695"/>
              <a:ext cx="4850918" cy="5212025"/>
            </a:xfrm>
            <a:custGeom>
              <a:avLst/>
              <a:gdLst>
                <a:gd name="connsiteX0" fmla="*/ 2244906 w 4850918"/>
                <a:gd name="connsiteY0" fmla="*/ 0 h 5212025"/>
                <a:gd name="connsiteX1" fmla="*/ 4850918 w 4850918"/>
                <a:gd name="connsiteY1" fmla="*/ 2606013 h 5212025"/>
                <a:gd name="connsiteX2" fmla="*/ 2244906 w 4850918"/>
                <a:gd name="connsiteY2" fmla="*/ 5212025 h 5212025"/>
                <a:gd name="connsiteX3" fmla="*/ 83949 w 4850918"/>
                <a:gd name="connsiteY3" fmla="*/ 4063077 h 5212025"/>
                <a:gd name="connsiteX4" fmla="*/ 0 w 4850918"/>
                <a:gd name="connsiteY4" fmla="*/ 3924890 h 5212025"/>
                <a:gd name="connsiteX5" fmla="*/ 0 w 4850918"/>
                <a:gd name="connsiteY5" fmla="*/ 3598606 h 5212025"/>
                <a:gd name="connsiteX6" fmla="*/ 15357 w 4850918"/>
                <a:gd name="connsiteY6" fmla="*/ 3619452 h 5212025"/>
                <a:gd name="connsiteX7" fmla="*/ 107340 w 4850918"/>
                <a:gd name="connsiteY7" fmla="*/ 3738402 h 5212025"/>
                <a:gd name="connsiteX8" fmla="*/ 168177 w 4850918"/>
                <a:gd name="connsiteY8" fmla="*/ 3816401 h 5212025"/>
                <a:gd name="connsiteX9" fmla="*/ 245086 w 4850918"/>
                <a:gd name="connsiteY9" fmla="*/ 3916919 h 5212025"/>
                <a:gd name="connsiteX10" fmla="*/ 284403 w 4850918"/>
                <a:gd name="connsiteY10" fmla="*/ 3970310 h 5212025"/>
                <a:gd name="connsiteX11" fmla="*/ 319634 w 4850918"/>
                <a:gd name="connsiteY11" fmla="*/ 4018253 h 5212025"/>
                <a:gd name="connsiteX12" fmla="*/ 319816 w 4850918"/>
                <a:gd name="connsiteY12" fmla="*/ 4018435 h 5212025"/>
                <a:gd name="connsiteX13" fmla="*/ 319998 w 4850918"/>
                <a:gd name="connsiteY13" fmla="*/ 4018617 h 5212025"/>
                <a:gd name="connsiteX14" fmla="*/ 381652 w 4850918"/>
                <a:gd name="connsiteY14" fmla="*/ 4099884 h 5212025"/>
                <a:gd name="connsiteX15" fmla="*/ 393547 w 4850918"/>
                <a:gd name="connsiteY15" fmla="*/ 4115230 h 5212025"/>
                <a:gd name="connsiteX16" fmla="*/ 399540 w 4850918"/>
                <a:gd name="connsiteY16" fmla="*/ 4122676 h 5212025"/>
                <a:gd name="connsiteX17" fmla="*/ 470547 w 4850918"/>
                <a:gd name="connsiteY17" fmla="*/ 4208756 h 5212025"/>
                <a:gd name="connsiteX18" fmla="*/ 633445 w 4850918"/>
                <a:gd name="connsiteY18" fmla="*/ 4384730 h 5212025"/>
                <a:gd name="connsiteX19" fmla="*/ 997833 w 4850918"/>
                <a:gd name="connsiteY19" fmla="*/ 4677384 h 5212025"/>
                <a:gd name="connsiteX20" fmla="*/ 1198505 w 4850918"/>
                <a:gd name="connsiteY20" fmla="*/ 4786982 h 5212025"/>
                <a:gd name="connsiteX21" fmla="*/ 1198687 w 4850918"/>
                <a:gd name="connsiteY21" fmla="*/ 4787073 h 5212025"/>
                <a:gd name="connsiteX22" fmla="*/ 1198869 w 4850918"/>
                <a:gd name="connsiteY22" fmla="*/ 4787164 h 5212025"/>
                <a:gd name="connsiteX23" fmla="*/ 1410709 w 4850918"/>
                <a:gd name="connsiteY23" fmla="*/ 4869975 h 5212025"/>
                <a:gd name="connsiteX24" fmla="*/ 1631902 w 4850918"/>
                <a:gd name="connsiteY24" fmla="*/ 4927271 h 5212025"/>
                <a:gd name="connsiteX25" fmla="*/ 1744134 w 4850918"/>
                <a:gd name="connsiteY25" fmla="*/ 4946157 h 5212025"/>
                <a:gd name="connsiteX26" fmla="*/ 1856819 w 4850918"/>
                <a:gd name="connsiteY26" fmla="*/ 4958961 h 5212025"/>
                <a:gd name="connsiteX27" fmla="*/ 2090089 w 4850918"/>
                <a:gd name="connsiteY27" fmla="*/ 4969130 h 5212025"/>
                <a:gd name="connsiteX28" fmla="*/ 2101802 w 4850918"/>
                <a:gd name="connsiteY28" fmla="*/ 4969130 h 5212025"/>
                <a:gd name="connsiteX29" fmla="*/ 2117238 w 4850918"/>
                <a:gd name="connsiteY29" fmla="*/ 4969221 h 5212025"/>
                <a:gd name="connsiteX30" fmla="*/ 2147294 w 4850918"/>
                <a:gd name="connsiteY30" fmla="*/ 4968767 h 5212025"/>
                <a:gd name="connsiteX31" fmla="*/ 2147566 w 4850918"/>
                <a:gd name="connsiteY31" fmla="*/ 4968767 h 5212025"/>
                <a:gd name="connsiteX32" fmla="*/ 2147838 w 4850918"/>
                <a:gd name="connsiteY32" fmla="*/ 4968767 h 5212025"/>
                <a:gd name="connsiteX33" fmla="*/ 2176078 w 4850918"/>
                <a:gd name="connsiteY33" fmla="*/ 4968041 h 5212025"/>
                <a:gd name="connsiteX34" fmla="*/ 2204499 w 4850918"/>
                <a:gd name="connsiteY34" fmla="*/ 4966588 h 5212025"/>
                <a:gd name="connsiteX35" fmla="*/ 2315822 w 4850918"/>
                <a:gd name="connsiteY35" fmla="*/ 4956872 h 5212025"/>
                <a:gd name="connsiteX36" fmla="*/ 2746222 w 4850918"/>
                <a:gd name="connsiteY36" fmla="*/ 4840555 h 5212025"/>
                <a:gd name="connsiteX37" fmla="*/ 2950617 w 4850918"/>
                <a:gd name="connsiteY37" fmla="*/ 4739220 h 5212025"/>
                <a:gd name="connsiteX38" fmla="*/ 3148929 w 4850918"/>
                <a:gd name="connsiteY38" fmla="*/ 4615367 h 5212025"/>
                <a:gd name="connsiteX39" fmla="*/ 3342791 w 4850918"/>
                <a:gd name="connsiteY39" fmla="*/ 4474533 h 5212025"/>
                <a:gd name="connsiteX40" fmla="*/ 3438496 w 4850918"/>
                <a:gd name="connsiteY40" fmla="*/ 4399894 h 5212025"/>
                <a:gd name="connsiteX41" fmla="*/ 3536108 w 4850918"/>
                <a:gd name="connsiteY41" fmla="*/ 4321804 h 5212025"/>
                <a:gd name="connsiteX42" fmla="*/ 3700641 w 4850918"/>
                <a:gd name="connsiteY42" fmla="*/ 4192956 h 5212025"/>
                <a:gd name="connsiteX43" fmla="*/ 3927282 w 4850918"/>
                <a:gd name="connsiteY43" fmla="*/ 4014258 h 5212025"/>
                <a:gd name="connsiteX44" fmla="*/ 4279230 w 4850918"/>
                <a:gd name="connsiteY44" fmla="*/ 3693909 h 5212025"/>
                <a:gd name="connsiteX45" fmla="*/ 4424785 w 4850918"/>
                <a:gd name="connsiteY45" fmla="*/ 3517209 h 5212025"/>
                <a:gd name="connsiteX46" fmla="*/ 4539922 w 4850918"/>
                <a:gd name="connsiteY46" fmla="*/ 3324800 h 5212025"/>
                <a:gd name="connsiteX47" fmla="*/ 4660234 w 4850918"/>
                <a:gd name="connsiteY47" fmla="*/ 2893945 h 5212025"/>
                <a:gd name="connsiteX48" fmla="*/ 4667045 w 4850918"/>
                <a:gd name="connsiteY48" fmla="*/ 2779081 h 5212025"/>
                <a:gd name="connsiteX49" fmla="*/ 4667135 w 4850918"/>
                <a:gd name="connsiteY49" fmla="*/ 2774632 h 5212025"/>
                <a:gd name="connsiteX50" fmla="*/ 4667408 w 4850918"/>
                <a:gd name="connsiteY50" fmla="*/ 2719787 h 5212025"/>
                <a:gd name="connsiteX51" fmla="*/ 4667317 w 4850918"/>
                <a:gd name="connsiteY51" fmla="*/ 2702444 h 5212025"/>
                <a:gd name="connsiteX52" fmla="*/ 4666772 w 4850918"/>
                <a:gd name="connsiteY52" fmla="*/ 2658950 h 5212025"/>
                <a:gd name="connsiteX53" fmla="*/ 4654787 w 4850918"/>
                <a:gd name="connsiteY53" fmla="*/ 2416691 h 5212025"/>
                <a:gd name="connsiteX54" fmla="*/ 4581781 w 4850918"/>
                <a:gd name="connsiteY54" fmla="*/ 1936985 h 5212025"/>
                <a:gd name="connsiteX55" fmla="*/ 4435046 w 4850918"/>
                <a:gd name="connsiteY55" fmla="*/ 1474894 h 5212025"/>
                <a:gd name="connsiteX56" fmla="*/ 4386104 w 4850918"/>
                <a:gd name="connsiteY56" fmla="*/ 1364116 h 5212025"/>
                <a:gd name="connsiteX57" fmla="*/ 4331623 w 4850918"/>
                <a:gd name="connsiteY57" fmla="*/ 1255698 h 5212025"/>
                <a:gd name="connsiteX58" fmla="*/ 4206861 w 4850918"/>
                <a:gd name="connsiteY58" fmla="*/ 1048216 h 5212025"/>
                <a:gd name="connsiteX59" fmla="*/ 3895592 w 4850918"/>
                <a:gd name="connsiteY59" fmla="*/ 681922 h 5212025"/>
                <a:gd name="connsiteX60" fmla="*/ 3710356 w 4850918"/>
                <a:gd name="connsiteY60" fmla="*/ 530192 h 5212025"/>
                <a:gd name="connsiteX61" fmla="*/ 3507777 w 4850918"/>
                <a:gd name="connsiteY61" fmla="*/ 403705 h 5212025"/>
                <a:gd name="connsiteX62" fmla="*/ 3065936 w 4850918"/>
                <a:gd name="connsiteY62" fmla="*/ 232543 h 5212025"/>
                <a:gd name="connsiteX63" fmla="*/ 2834573 w 4850918"/>
                <a:gd name="connsiteY63" fmla="*/ 187233 h 5212025"/>
                <a:gd name="connsiteX64" fmla="*/ 2601212 w 4850918"/>
                <a:gd name="connsiteY64" fmla="*/ 166894 h 5212025"/>
                <a:gd name="connsiteX65" fmla="*/ 2499332 w 4850918"/>
                <a:gd name="connsiteY65" fmla="*/ 164715 h 5212025"/>
                <a:gd name="connsiteX66" fmla="*/ 2131857 w 4850918"/>
                <a:gd name="connsiteY66" fmla="*/ 192046 h 5212025"/>
                <a:gd name="connsiteX67" fmla="*/ 1901130 w 4850918"/>
                <a:gd name="connsiteY67" fmla="*/ 237084 h 5212025"/>
                <a:gd name="connsiteX68" fmla="*/ 1674579 w 4850918"/>
                <a:gd name="connsiteY68" fmla="*/ 301553 h 5212025"/>
                <a:gd name="connsiteX69" fmla="*/ 1453477 w 4850918"/>
                <a:gd name="connsiteY69" fmla="*/ 383819 h 5212025"/>
                <a:gd name="connsiteX70" fmla="*/ 1238821 w 4850918"/>
                <a:gd name="connsiteY70" fmla="*/ 483338 h 5212025"/>
                <a:gd name="connsiteX71" fmla="*/ 831666 w 4850918"/>
                <a:gd name="connsiteY71" fmla="*/ 727777 h 5212025"/>
                <a:gd name="connsiteX72" fmla="*/ 735416 w 4850918"/>
                <a:gd name="connsiteY72" fmla="*/ 798148 h 5212025"/>
                <a:gd name="connsiteX73" fmla="*/ 735234 w 4850918"/>
                <a:gd name="connsiteY73" fmla="*/ 798330 h 5212025"/>
                <a:gd name="connsiteX74" fmla="*/ 735053 w 4850918"/>
                <a:gd name="connsiteY74" fmla="*/ 798511 h 5212025"/>
                <a:gd name="connsiteX75" fmla="*/ 695554 w 4850918"/>
                <a:gd name="connsiteY75" fmla="*/ 828748 h 5212025"/>
                <a:gd name="connsiteX76" fmla="*/ 687563 w 4850918"/>
                <a:gd name="connsiteY76" fmla="*/ 835014 h 5212025"/>
                <a:gd name="connsiteX77" fmla="*/ 641254 w 4850918"/>
                <a:gd name="connsiteY77" fmla="*/ 871970 h 5212025"/>
                <a:gd name="connsiteX78" fmla="*/ 461013 w 4850918"/>
                <a:gd name="connsiteY78" fmla="*/ 1030147 h 5212025"/>
                <a:gd name="connsiteX79" fmla="*/ 139938 w 4850918"/>
                <a:gd name="connsiteY79" fmla="*/ 1388360 h 5212025"/>
                <a:gd name="connsiteX80" fmla="*/ 3281 w 4850918"/>
                <a:gd name="connsiteY80" fmla="*/ 1587670 h 5212025"/>
                <a:gd name="connsiteX81" fmla="*/ 0 w 4850918"/>
                <a:gd name="connsiteY81" fmla="*/ 1593348 h 5212025"/>
                <a:gd name="connsiteX82" fmla="*/ 0 w 4850918"/>
                <a:gd name="connsiteY82" fmla="*/ 1287136 h 5212025"/>
                <a:gd name="connsiteX83" fmla="*/ 83949 w 4850918"/>
                <a:gd name="connsiteY83" fmla="*/ 1148949 h 5212025"/>
                <a:gd name="connsiteX84" fmla="*/ 2244906 w 4850918"/>
                <a:gd name="connsiteY84" fmla="*/ 0 h 52120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Lst>
              <a:rect l="l" t="t" r="r" b="b"/>
              <a:pathLst>
                <a:path w="4850918" h="5212025">
                  <a:moveTo>
                    <a:pt x="2244906" y="0"/>
                  </a:moveTo>
                  <a:cubicBezTo>
                    <a:pt x="3684206" y="0"/>
                    <a:pt x="4850918" y="1166713"/>
                    <a:pt x="4850918" y="2606013"/>
                  </a:cubicBezTo>
                  <a:cubicBezTo>
                    <a:pt x="4850918" y="4045313"/>
                    <a:pt x="3684206" y="5212025"/>
                    <a:pt x="2244906" y="5212025"/>
                  </a:cubicBezTo>
                  <a:cubicBezTo>
                    <a:pt x="1345344" y="5212025"/>
                    <a:pt x="552260" y="4756278"/>
                    <a:pt x="83949" y="4063077"/>
                  </a:cubicBezTo>
                  <a:lnTo>
                    <a:pt x="0" y="3924890"/>
                  </a:lnTo>
                  <a:lnTo>
                    <a:pt x="0" y="3598606"/>
                  </a:lnTo>
                  <a:lnTo>
                    <a:pt x="15357" y="3619452"/>
                  </a:lnTo>
                  <a:cubicBezTo>
                    <a:pt x="45413" y="3659314"/>
                    <a:pt x="76921" y="3699539"/>
                    <a:pt x="107340" y="3738402"/>
                  </a:cubicBezTo>
                  <a:cubicBezTo>
                    <a:pt x="127316" y="3763917"/>
                    <a:pt x="148019" y="3790250"/>
                    <a:pt x="168177" y="3816401"/>
                  </a:cubicBezTo>
                  <a:cubicBezTo>
                    <a:pt x="189334" y="3843732"/>
                    <a:pt x="217210" y="3879781"/>
                    <a:pt x="245086" y="3916919"/>
                  </a:cubicBezTo>
                  <a:cubicBezTo>
                    <a:pt x="258343" y="3934443"/>
                    <a:pt x="271600" y="3952695"/>
                    <a:pt x="284403" y="3970310"/>
                  </a:cubicBezTo>
                  <a:cubicBezTo>
                    <a:pt x="296571" y="3987018"/>
                    <a:pt x="308102" y="4002908"/>
                    <a:pt x="319634" y="4018253"/>
                  </a:cubicBezTo>
                  <a:lnTo>
                    <a:pt x="319816" y="4018435"/>
                  </a:lnTo>
                  <a:lnTo>
                    <a:pt x="319998" y="4018617"/>
                  </a:lnTo>
                  <a:cubicBezTo>
                    <a:pt x="339883" y="4045948"/>
                    <a:pt x="361131" y="4073370"/>
                    <a:pt x="381652" y="4099884"/>
                  </a:cubicBezTo>
                  <a:lnTo>
                    <a:pt x="393547" y="4115230"/>
                  </a:lnTo>
                  <a:lnTo>
                    <a:pt x="399540" y="4122676"/>
                  </a:lnTo>
                  <a:cubicBezTo>
                    <a:pt x="422604" y="4151187"/>
                    <a:pt x="446303" y="4180698"/>
                    <a:pt x="470547" y="4208756"/>
                  </a:cubicBezTo>
                  <a:cubicBezTo>
                    <a:pt x="523848" y="4271228"/>
                    <a:pt x="578692" y="4330430"/>
                    <a:pt x="633445" y="4384730"/>
                  </a:cubicBezTo>
                  <a:cubicBezTo>
                    <a:pt x="750035" y="4499776"/>
                    <a:pt x="872708" y="4598296"/>
                    <a:pt x="997833" y="4677384"/>
                  </a:cubicBezTo>
                  <a:cubicBezTo>
                    <a:pt x="1068659" y="4721786"/>
                    <a:pt x="1134218" y="4757653"/>
                    <a:pt x="1198505" y="4786982"/>
                  </a:cubicBezTo>
                  <a:lnTo>
                    <a:pt x="1198687" y="4787073"/>
                  </a:lnTo>
                  <a:lnTo>
                    <a:pt x="1198869" y="4787164"/>
                  </a:lnTo>
                  <a:cubicBezTo>
                    <a:pt x="1264246" y="4817945"/>
                    <a:pt x="1335525" y="4845821"/>
                    <a:pt x="1410709" y="4869975"/>
                  </a:cubicBezTo>
                  <a:cubicBezTo>
                    <a:pt x="1479900" y="4892221"/>
                    <a:pt x="1554358" y="4911562"/>
                    <a:pt x="1631902" y="4927271"/>
                  </a:cubicBezTo>
                  <a:cubicBezTo>
                    <a:pt x="1667588" y="4934353"/>
                    <a:pt x="1705452" y="4940709"/>
                    <a:pt x="1744134" y="4946157"/>
                  </a:cubicBezTo>
                  <a:cubicBezTo>
                    <a:pt x="1780454" y="4951243"/>
                    <a:pt x="1818409" y="4955510"/>
                    <a:pt x="1856819" y="4958961"/>
                  </a:cubicBezTo>
                  <a:cubicBezTo>
                    <a:pt x="1930277" y="4965680"/>
                    <a:pt x="2006551" y="4968949"/>
                    <a:pt x="2090089" y="4969130"/>
                  </a:cubicBezTo>
                  <a:lnTo>
                    <a:pt x="2101802" y="4969130"/>
                  </a:lnTo>
                  <a:cubicBezTo>
                    <a:pt x="2106978" y="4969221"/>
                    <a:pt x="2112063" y="4969221"/>
                    <a:pt x="2117238" y="4969221"/>
                  </a:cubicBezTo>
                  <a:cubicBezTo>
                    <a:pt x="2129678" y="4969221"/>
                    <a:pt x="2138940" y="4969130"/>
                    <a:pt x="2147294" y="4968767"/>
                  </a:cubicBezTo>
                  <a:lnTo>
                    <a:pt x="2147566" y="4968767"/>
                  </a:lnTo>
                  <a:lnTo>
                    <a:pt x="2147838" y="4968767"/>
                  </a:lnTo>
                  <a:lnTo>
                    <a:pt x="2176078" y="4968041"/>
                  </a:lnTo>
                  <a:lnTo>
                    <a:pt x="2204499" y="4966588"/>
                  </a:lnTo>
                  <a:cubicBezTo>
                    <a:pt x="2236824" y="4965135"/>
                    <a:pt x="2271238" y="4962138"/>
                    <a:pt x="2315822" y="4956872"/>
                  </a:cubicBezTo>
                  <a:cubicBezTo>
                    <a:pt x="2460651" y="4939166"/>
                    <a:pt x="2605480" y="4900030"/>
                    <a:pt x="2746222" y="4840555"/>
                  </a:cubicBezTo>
                  <a:cubicBezTo>
                    <a:pt x="2810783" y="4813587"/>
                    <a:pt x="2877613" y="4780444"/>
                    <a:pt x="2950617" y="4739220"/>
                  </a:cubicBezTo>
                  <a:cubicBezTo>
                    <a:pt x="3013452" y="4703989"/>
                    <a:pt x="3078285" y="4663492"/>
                    <a:pt x="3148929" y="4615367"/>
                  </a:cubicBezTo>
                  <a:cubicBezTo>
                    <a:pt x="3207042" y="4575777"/>
                    <a:pt x="3268696" y="4531012"/>
                    <a:pt x="3342791" y="4474533"/>
                  </a:cubicBezTo>
                  <a:cubicBezTo>
                    <a:pt x="3375298" y="4449835"/>
                    <a:pt x="3408077" y="4423956"/>
                    <a:pt x="3438496" y="4399894"/>
                  </a:cubicBezTo>
                  <a:lnTo>
                    <a:pt x="3536108" y="4321804"/>
                  </a:lnTo>
                  <a:cubicBezTo>
                    <a:pt x="3591043" y="4278219"/>
                    <a:pt x="3646795" y="4234907"/>
                    <a:pt x="3700641" y="4192956"/>
                  </a:cubicBezTo>
                  <a:cubicBezTo>
                    <a:pt x="3775643" y="4134571"/>
                    <a:pt x="3853279" y="4074187"/>
                    <a:pt x="3927282" y="4014258"/>
                  </a:cubicBezTo>
                  <a:cubicBezTo>
                    <a:pt x="4077741" y="3892493"/>
                    <a:pt x="4186340" y="3793610"/>
                    <a:pt x="4279230" y="3693909"/>
                  </a:cubicBezTo>
                  <a:cubicBezTo>
                    <a:pt x="4335800" y="3632800"/>
                    <a:pt x="4383471" y="3574959"/>
                    <a:pt x="4424785" y="3517209"/>
                  </a:cubicBezTo>
                  <a:cubicBezTo>
                    <a:pt x="4471367" y="3451559"/>
                    <a:pt x="4508959" y="3388725"/>
                    <a:pt x="4539922" y="3324800"/>
                  </a:cubicBezTo>
                  <a:cubicBezTo>
                    <a:pt x="4604664" y="3192774"/>
                    <a:pt x="4645162" y="3047763"/>
                    <a:pt x="4660234" y="2893945"/>
                  </a:cubicBezTo>
                  <a:cubicBezTo>
                    <a:pt x="4663776" y="2857443"/>
                    <a:pt x="4666046" y="2818671"/>
                    <a:pt x="4667045" y="2779081"/>
                  </a:cubicBezTo>
                  <a:lnTo>
                    <a:pt x="4667135" y="2774632"/>
                  </a:lnTo>
                  <a:cubicBezTo>
                    <a:pt x="4667408" y="2756834"/>
                    <a:pt x="4667680" y="2738583"/>
                    <a:pt x="4667408" y="2719787"/>
                  </a:cubicBezTo>
                  <a:cubicBezTo>
                    <a:pt x="4667408" y="2713976"/>
                    <a:pt x="4667317" y="2708256"/>
                    <a:pt x="4667317" y="2702444"/>
                  </a:cubicBezTo>
                  <a:cubicBezTo>
                    <a:pt x="4667317" y="2688188"/>
                    <a:pt x="4667226" y="2673569"/>
                    <a:pt x="4666772" y="2658950"/>
                  </a:cubicBezTo>
                  <a:cubicBezTo>
                    <a:pt x="4665228" y="2576139"/>
                    <a:pt x="4661142" y="2494599"/>
                    <a:pt x="4654787" y="2416691"/>
                  </a:cubicBezTo>
                  <a:cubicBezTo>
                    <a:pt x="4640531" y="2247618"/>
                    <a:pt x="4616014" y="2086263"/>
                    <a:pt x="4581781" y="1936985"/>
                  </a:cubicBezTo>
                  <a:cubicBezTo>
                    <a:pt x="4544280" y="1773814"/>
                    <a:pt x="4494884" y="1618361"/>
                    <a:pt x="4435046" y="1474894"/>
                  </a:cubicBezTo>
                  <a:cubicBezTo>
                    <a:pt x="4419519" y="1437484"/>
                    <a:pt x="4402993" y="1400164"/>
                    <a:pt x="4386104" y="1364116"/>
                  </a:cubicBezTo>
                  <a:cubicBezTo>
                    <a:pt x="4369578" y="1329248"/>
                    <a:pt x="4351236" y="1292837"/>
                    <a:pt x="4331623" y="1255698"/>
                  </a:cubicBezTo>
                  <a:cubicBezTo>
                    <a:pt x="4294757" y="1186054"/>
                    <a:pt x="4252988" y="1116318"/>
                    <a:pt x="4206861" y="1048216"/>
                  </a:cubicBezTo>
                  <a:cubicBezTo>
                    <a:pt x="4117058" y="913920"/>
                    <a:pt x="4012273" y="790612"/>
                    <a:pt x="3895592" y="681922"/>
                  </a:cubicBezTo>
                  <a:cubicBezTo>
                    <a:pt x="3836662" y="627441"/>
                    <a:pt x="3774281" y="576319"/>
                    <a:pt x="3710356" y="530192"/>
                  </a:cubicBezTo>
                  <a:cubicBezTo>
                    <a:pt x="3642437" y="481795"/>
                    <a:pt x="3574335" y="439299"/>
                    <a:pt x="3507777" y="403705"/>
                  </a:cubicBezTo>
                  <a:cubicBezTo>
                    <a:pt x="3371575" y="329974"/>
                    <a:pt x="3222932" y="272406"/>
                    <a:pt x="3065936" y="232543"/>
                  </a:cubicBezTo>
                  <a:cubicBezTo>
                    <a:pt x="2990933" y="213475"/>
                    <a:pt x="2913116" y="198220"/>
                    <a:pt x="2834573" y="187233"/>
                  </a:cubicBezTo>
                  <a:cubicBezTo>
                    <a:pt x="2758208" y="176610"/>
                    <a:pt x="2679756" y="169799"/>
                    <a:pt x="2601212" y="166894"/>
                  </a:cubicBezTo>
                  <a:cubicBezTo>
                    <a:pt x="2567434" y="165441"/>
                    <a:pt x="2533201" y="164715"/>
                    <a:pt x="2499332" y="164715"/>
                  </a:cubicBezTo>
                  <a:cubicBezTo>
                    <a:pt x="2378294" y="164715"/>
                    <a:pt x="2254531" y="173886"/>
                    <a:pt x="2131857" y="192046"/>
                  </a:cubicBezTo>
                  <a:cubicBezTo>
                    <a:pt x="2052043" y="204304"/>
                    <a:pt x="1974407" y="219468"/>
                    <a:pt x="1901130" y="237084"/>
                  </a:cubicBezTo>
                  <a:cubicBezTo>
                    <a:pt x="1822314" y="256334"/>
                    <a:pt x="1746040" y="278035"/>
                    <a:pt x="1674579" y="301553"/>
                  </a:cubicBezTo>
                  <a:cubicBezTo>
                    <a:pt x="1599849" y="326069"/>
                    <a:pt x="1525483" y="353764"/>
                    <a:pt x="1453477" y="383819"/>
                  </a:cubicBezTo>
                  <a:cubicBezTo>
                    <a:pt x="1381199" y="414147"/>
                    <a:pt x="1309011" y="447653"/>
                    <a:pt x="1238821" y="483338"/>
                  </a:cubicBezTo>
                  <a:cubicBezTo>
                    <a:pt x="1097715" y="555162"/>
                    <a:pt x="960695" y="637338"/>
                    <a:pt x="831666" y="727777"/>
                  </a:cubicBezTo>
                  <a:cubicBezTo>
                    <a:pt x="805061" y="746573"/>
                    <a:pt x="770102" y="771543"/>
                    <a:pt x="735416" y="798148"/>
                  </a:cubicBezTo>
                  <a:lnTo>
                    <a:pt x="735234" y="798330"/>
                  </a:lnTo>
                  <a:lnTo>
                    <a:pt x="735053" y="798511"/>
                  </a:lnTo>
                  <a:cubicBezTo>
                    <a:pt x="721796" y="808318"/>
                    <a:pt x="708448" y="818669"/>
                    <a:pt x="695554" y="828748"/>
                  </a:cubicBezTo>
                  <a:lnTo>
                    <a:pt x="687563" y="835014"/>
                  </a:lnTo>
                  <a:cubicBezTo>
                    <a:pt x="670765" y="847817"/>
                    <a:pt x="654784" y="860892"/>
                    <a:pt x="641254" y="871970"/>
                  </a:cubicBezTo>
                  <a:cubicBezTo>
                    <a:pt x="574061" y="926996"/>
                    <a:pt x="515131" y="978753"/>
                    <a:pt x="461013" y="1030147"/>
                  </a:cubicBezTo>
                  <a:cubicBezTo>
                    <a:pt x="343152" y="1141288"/>
                    <a:pt x="235189" y="1261782"/>
                    <a:pt x="139938" y="1388360"/>
                  </a:cubicBezTo>
                  <a:cubicBezTo>
                    <a:pt x="90632" y="1453919"/>
                    <a:pt x="44596" y="1521021"/>
                    <a:pt x="3281" y="1587670"/>
                  </a:cubicBezTo>
                  <a:lnTo>
                    <a:pt x="0" y="1593348"/>
                  </a:lnTo>
                  <a:lnTo>
                    <a:pt x="0" y="1287136"/>
                  </a:lnTo>
                  <a:lnTo>
                    <a:pt x="83949" y="1148949"/>
                  </a:lnTo>
                  <a:cubicBezTo>
                    <a:pt x="552260" y="455747"/>
                    <a:pt x="1345344" y="0"/>
                    <a:pt x="2244906" y="0"/>
                  </a:cubicBezTo>
                  <a:close/>
                </a:path>
              </a:pathLst>
            </a:cu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sp>
        <p:nvSpPr>
          <p:cNvPr id="716803" name="Rectangle 3"/>
          <p:cNvSpPr>
            <a:spLocks noGrp="1" noChangeArrowheads="1"/>
          </p:cNvSpPr>
          <p:nvPr>
            <p:ph type="body" idx="1"/>
          </p:nvPr>
        </p:nvSpPr>
        <p:spPr>
          <a:xfrm>
            <a:off x="4814598" y="1663908"/>
            <a:ext cx="6847750" cy="4397063"/>
          </a:xfrm>
        </p:spPr>
        <p:txBody>
          <a:bodyPr anchor="ctr">
            <a:normAutofit/>
          </a:bodyPr>
          <a:lstStyle/>
          <a:p>
            <a:pPr marL="342900" indent="-342900"/>
            <a:r>
              <a:rPr lang="en-US" altLang="en-US" sz="2500" dirty="0">
                <a:solidFill>
                  <a:schemeClr val="tx2"/>
                </a:solidFill>
              </a:rPr>
              <a:t>Alternate scenario paths such as</a:t>
            </a:r>
          </a:p>
          <a:p>
            <a:pPr marL="742950" lvl="1" indent="-285750"/>
            <a:r>
              <a:rPr lang="en-US" altLang="en-US" sz="2500" dirty="0">
                <a:solidFill>
                  <a:schemeClr val="tx2"/>
                </a:solidFill>
              </a:rPr>
              <a:t>Exception conditions (failure conditions)</a:t>
            </a:r>
          </a:p>
          <a:p>
            <a:pPr marL="742950" lvl="1" indent="-285750"/>
            <a:r>
              <a:rPr lang="en-US" altLang="en-US" sz="2500" dirty="0">
                <a:solidFill>
                  <a:schemeClr val="tx2"/>
                </a:solidFill>
              </a:rPr>
              <a:t>Alternate scenarios of success</a:t>
            </a:r>
          </a:p>
          <a:p>
            <a:pPr marL="342900" indent="-342900"/>
            <a:r>
              <a:rPr lang="en-US" altLang="en-US" sz="2500" dirty="0">
                <a:solidFill>
                  <a:schemeClr val="tx2"/>
                </a:solidFill>
              </a:rPr>
              <a:t>Example</a:t>
            </a:r>
          </a:p>
          <a:p>
            <a:pPr marL="742950" lvl="1" indent="-285750">
              <a:buNone/>
            </a:pPr>
            <a:r>
              <a:rPr lang="en-US" altLang="en-US" sz="2500" dirty="0">
                <a:solidFill>
                  <a:schemeClr val="tx2"/>
                </a:solidFill>
              </a:rPr>
              <a:t>*a. At any time system fails</a:t>
            </a:r>
          </a:p>
          <a:p>
            <a:pPr lvl="2">
              <a:buNone/>
            </a:pPr>
            <a:r>
              <a:rPr lang="en-US" altLang="en-US" sz="2500" dirty="0">
                <a:solidFill>
                  <a:schemeClr val="tx2"/>
                </a:solidFill>
              </a:rPr>
              <a:t>1. Registrar starts again from the point of failure</a:t>
            </a:r>
          </a:p>
          <a:p>
            <a:pPr marL="742950" lvl="1" indent="-285750">
              <a:buNone/>
            </a:pPr>
            <a:r>
              <a:rPr lang="en-US" altLang="en-US" sz="2500" dirty="0">
                <a:solidFill>
                  <a:schemeClr val="tx2"/>
                </a:solidFill>
              </a:rPr>
              <a:t>2a. Incorrect semester</a:t>
            </a:r>
          </a:p>
          <a:p>
            <a:pPr lvl="2">
              <a:buNone/>
            </a:pPr>
            <a:r>
              <a:rPr lang="en-US" altLang="en-US" sz="2500" dirty="0">
                <a:solidFill>
                  <a:schemeClr val="tx2"/>
                </a:solidFill>
              </a:rPr>
              <a:t>1. System signals error and rejects entry</a:t>
            </a:r>
          </a:p>
        </p:txBody>
      </p:sp>
      <p:sp>
        <p:nvSpPr>
          <p:cNvPr id="4" name="Slide Number Placeholder 3"/>
          <p:cNvSpPr>
            <a:spLocks noGrp="1"/>
          </p:cNvSpPr>
          <p:nvPr>
            <p:ph type="sldNum" sz="quarter" idx="10"/>
          </p:nvPr>
        </p:nvSpPr>
        <p:spPr>
          <a:xfrm>
            <a:off x="8610600" y="6356350"/>
            <a:ext cx="2743200" cy="365125"/>
          </a:xfrm>
        </p:spPr>
        <p:txBody>
          <a:bodyPr>
            <a:normAutofit/>
          </a:bodyPr>
          <a:lstStyle/>
          <a:p>
            <a:pPr marL="0" marR="0" lvl="0" indent="0" algn="r" defTabSz="914400" rtl="0" eaLnBrk="1" fontAlgn="auto" latinLnBrk="0" hangingPunct="1">
              <a:lnSpc>
                <a:spcPct val="100000"/>
              </a:lnSpc>
              <a:spcBef>
                <a:spcPts val="0"/>
              </a:spcBef>
              <a:spcAft>
                <a:spcPts val="600"/>
              </a:spcAft>
              <a:buClrTx/>
              <a:buSzTx/>
              <a:buFontTx/>
              <a:buNone/>
              <a:tabLst/>
              <a:defRPr/>
            </a:pPr>
            <a:fld id="{37E6699A-4360-4153-B45A-23F6E8745E55}" type="slidenum">
              <a:rPr kumimoji="0" lang="de-DE"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600"/>
                </a:spcAft>
                <a:buClrTx/>
                <a:buSzTx/>
                <a:buFontTx/>
                <a:buNone/>
                <a:tabLst/>
                <a:defRPr/>
              </a:pPr>
              <a:t>58</a:t>
            </a:fld>
            <a:endParaRPr kumimoji="0" lang="de-DE"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E6A8D3C-6D89-AC8F-850E-1CB2B1504228}"/>
              </a:ext>
            </a:extLst>
          </p:cNvPr>
          <p:cNvSpPr>
            <a:spLocks noGrp="1"/>
          </p:cNvSpPr>
          <p:nvPr>
            <p:ph type="title"/>
          </p:nvPr>
        </p:nvSpPr>
        <p:spPr/>
        <p:txBody>
          <a:bodyPr/>
          <a:lstStyle/>
          <a:p>
            <a:r>
              <a:rPr lang="en-US" dirty="0"/>
              <a:t>For your Assignment 1, Deliverable 2:</a:t>
            </a:r>
          </a:p>
        </p:txBody>
      </p:sp>
      <p:sp>
        <p:nvSpPr>
          <p:cNvPr id="3" name="Content Placeholder 2">
            <a:extLst>
              <a:ext uri="{FF2B5EF4-FFF2-40B4-BE49-F238E27FC236}">
                <a16:creationId xmlns:a16="http://schemas.microsoft.com/office/drawing/2014/main" id="{C009972C-AD4D-3D52-243A-5CE91CAD2508}"/>
              </a:ext>
            </a:extLst>
          </p:cNvPr>
          <p:cNvSpPr>
            <a:spLocks noGrp="1"/>
          </p:cNvSpPr>
          <p:nvPr>
            <p:ph idx="1"/>
          </p:nvPr>
        </p:nvSpPr>
        <p:spPr/>
        <p:txBody>
          <a:bodyPr>
            <a:normAutofit fontScale="85000" lnSpcReduction="10000"/>
          </a:bodyPr>
          <a:lstStyle/>
          <a:p>
            <a:r>
              <a:rPr lang="en-US" dirty="0"/>
              <a:t>For your </a:t>
            </a:r>
            <a:r>
              <a:rPr lang="en-US" b="1" dirty="0">
                <a:solidFill>
                  <a:schemeClr val="accent2">
                    <a:lumMod val="75000"/>
                  </a:schemeClr>
                </a:solidFill>
              </a:rPr>
              <a:t>Assignment 1</a:t>
            </a:r>
            <a:r>
              <a:rPr lang="en-US" dirty="0"/>
              <a:t>:</a:t>
            </a:r>
          </a:p>
          <a:p>
            <a:endParaRPr lang="en-US" dirty="0"/>
          </a:p>
          <a:p>
            <a:pPr lvl="1"/>
            <a:r>
              <a:rPr lang="en-US" dirty="0"/>
              <a:t>You will write requirements in “Shall Statements” format in section 5</a:t>
            </a:r>
          </a:p>
          <a:p>
            <a:pPr lvl="1"/>
            <a:endParaRPr lang="en-US" dirty="0"/>
          </a:p>
          <a:p>
            <a:pPr lvl="1"/>
            <a:r>
              <a:rPr lang="en-US" dirty="0"/>
              <a:t>For Section 6, You will then select five major requirements and rewrite them in use cases format. we recommend at least the following sections to be included for every use case:</a:t>
            </a:r>
          </a:p>
          <a:p>
            <a:pPr marL="457200" lvl="1" indent="0">
              <a:buNone/>
            </a:pPr>
            <a:endParaRPr lang="en-US" dirty="0"/>
          </a:p>
          <a:p>
            <a:pPr marL="971550" lvl="1" indent="-514350">
              <a:buFont typeface="+mj-lt"/>
              <a:buAutoNum type="arabicPeriod"/>
            </a:pPr>
            <a:r>
              <a:rPr lang="en-US" dirty="0"/>
              <a:t>Use Case Title</a:t>
            </a:r>
          </a:p>
          <a:p>
            <a:pPr marL="971550" lvl="1" indent="-514350">
              <a:buFont typeface="+mj-lt"/>
              <a:buAutoNum type="arabicPeriod"/>
            </a:pPr>
            <a:r>
              <a:rPr lang="en-US" dirty="0"/>
              <a:t>Main Success Scenario</a:t>
            </a:r>
          </a:p>
          <a:p>
            <a:pPr marL="971550" lvl="1" indent="-514350">
              <a:buFont typeface="+mj-lt"/>
              <a:buAutoNum type="arabicPeriod"/>
            </a:pPr>
            <a:r>
              <a:rPr lang="en-US" dirty="0"/>
              <a:t>Extensions (Alternative or Failure Scenarios)</a:t>
            </a:r>
          </a:p>
          <a:p>
            <a:pPr marL="514350" indent="-514350">
              <a:buFont typeface="+mj-lt"/>
              <a:buAutoNum type="arabicPeriod"/>
            </a:pPr>
            <a:endParaRPr lang="en-US" dirty="0"/>
          </a:p>
          <a:p>
            <a:r>
              <a:rPr lang="en-US" dirty="0"/>
              <a:t>For your </a:t>
            </a:r>
            <a:r>
              <a:rPr lang="en-US" b="1" dirty="0">
                <a:solidFill>
                  <a:schemeClr val="accent2">
                    <a:lumMod val="75000"/>
                  </a:schemeClr>
                </a:solidFill>
              </a:rPr>
              <a:t>Project Deliverable 2</a:t>
            </a:r>
            <a:r>
              <a:rPr lang="en-US" dirty="0"/>
              <a:t>, you will write all your requirements in “Shall Statements” format.</a:t>
            </a:r>
          </a:p>
        </p:txBody>
      </p:sp>
    </p:spTree>
    <p:extLst>
      <p:ext uri="{BB962C8B-B14F-4D97-AF65-F5344CB8AC3E}">
        <p14:creationId xmlns:p14="http://schemas.microsoft.com/office/powerpoint/2010/main" val="180241530"/>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4CF56F3-5C3D-7964-9C74-B18CA45B5EA8}"/>
              </a:ext>
            </a:extLst>
          </p:cNvPr>
          <p:cNvSpPr>
            <a:spLocks noGrp="1"/>
          </p:cNvSpPr>
          <p:nvPr>
            <p:ph type="title"/>
          </p:nvPr>
        </p:nvSpPr>
        <p:spPr>
          <a:xfrm>
            <a:off x="498348" y="11176"/>
            <a:ext cx="10058400" cy="1609344"/>
          </a:xfrm>
        </p:spPr>
        <p:txBody>
          <a:bodyPr>
            <a:noAutofit/>
          </a:bodyPr>
          <a:lstStyle/>
          <a:p>
            <a:pPr algn="just"/>
            <a:r>
              <a:rPr lang="en-US" sz="4000" dirty="0"/>
              <a:t>Readings , Assignments, Project Tasks</a:t>
            </a:r>
          </a:p>
        </p:txBody>
      </p:sp>
      <p:sp>
        <p:nvSpPr>
          <p:cNvPr id="3" name="Content Placeholder 2">
            <a:extLst>
              <a:ext uri="{FF2B5EF4-FFF2-40B4-BE49-F238E27FC236}">
                <a16:creationId xmlns:a16="http://schemas.microsoft.com/office/drawing/2014/main" id="{94CA3C13-C6C6-1D43-90A5-FDB216772D13}"/>
              </a:ext>
            </a:extLst>
          </p:cNvPr>
          <p:cNvSpPr>
            <a:spLocks noGrp="1"/>
          </p:cNvSpPr>
          <p:nvPr>
            <p:ph idx="1"/>
          </p:nvPr>
        </p:nvSpPr>
        <p:spPr>
          <a:xfrm>
            <a:off x="1069848" y="2121408"/>
            <a:ext cx="10881360" cy="4050792"/>
          </a:xfrm>
        </p:spPr>
        <p:txBody>
          <a:bodyPr>
            <a:normAutofit fontScale="85000" lnSpcReduction="10000"/>
          </a:bodyPr>
          <a:lstStyle/>
          <a:p>
            <a:pPr marL="0" indent="0">
              <a:buNone/>
            </a:pPr>
            <a:r>
              <a:rPr lang="en-US" dirty="0"/>
              <a:t>       </a:t>
            </a:r>
            <a:r>
              <a:rPr lang="en-US" sz="3100" b="1" dirty="0"/>
              <a:t>Read:</a:t>
            </a:r>
          </a:p>
          <a:p>
            <a:pPr lvl="2"/>
            <a:endParaRPr lang="en-US" sz="3100" dirty="0"/>
          </a:p>
          <a:p>
            <a:pPr lvl="2"/>
            <a:r>
              <a:rPr lang="en-US" sz="3100" dirty="0"/>
              <a:t>Chapter 5 of the textbook.</a:t>
            </a:r>
          </a:p>
          <a:p>
            <a:pPr lvl="2"/>
            <a:r>
              <a:rPr lang="en-US" sz="3100" dirty="0"/>
              <a:t>Read IEEE 29148 Template at </a:t>
            </a:r>
            <a:r>
              <a:rPr lang="en-US" sz="3100" dirty="0">
                <a:hlinkClick r:id="rId2"/>
              </a:rPr>
              <a:t>https://</a:t>
            </a:r>
            <a:r>
              <a:rPr lang="en-US" sz="3100" dirty="0" err="1">
                <a:hlinkClick r:id="rId2"/>
              </a:rPr>
              <a:t>github.com</a:t>
            </a:r>
            <a:r>
              <a:rPr lang="en-US" sz="3100" dirty="0">
                <a:hlinkClick r:id="rId2"/>
              </a:rPr>
              <a:t>/jam01/SRS-Template/blob/master/</a:t>
            </a:r>
            <a:r>
              <a:rPr lang="en-US" sz="3100" dirty="0" err="1">
                <a:hlinkClick r:id="rId2"/>
              </a:rPr>
              <a:t>template.md</a:t>
            </a:r>
            <a:r>
              <a:rPr lang="en-US" sz="3100" dirty="0"/>
              <a:t>. (This is your template for project delivery 2 as well)</a:t>
            </a:r>
          </a:p>
          <a:p>
            <a:pPr marL="274637" lvl="1" indent="0">
              <a:buNone/>
            </a:pPr>
            <a:endParaRPr lang="en-US" sz="3100" dirty="0"/>
          </a:p>
          <a:p>
            <a:pPr marL="0" lvl="1" indent="0">
              <a:spcBef>
                <a:spcPts val="1200"/>
              </a:spcBef>
              <a:buNone/>
            </a:pPr>
            <a:r>
              <a:rPr lang="en-US" sz="3100" dirty="0"/>
              <a:t>         </a:t>
            </a:r>
            <a:r>
              <a:rPr lang="en-US" sz="3100" b="1" dirty="0"/>
              <a:t>Assignments &amp; Project Tasks:</a:t>
            </a:r>
          </a:p>
          <a:p>
            <a:pPr lvl="2"/>
            <a:r>
              <a:rPr lang="en-US" sz="3100" dirty="0"/>
              <a:t>Project Delivery 1 is due Friday. </a:t>
            </a:r>
          </a:p>
          <a:p>
            <a:pPr lvl="2"/>
            <a:r>
              <a:rPr lang="en-US" sz="3100" dirty="0"/>
              <a:t>Assignment 1 is open (Due next Friday). This is an </a:t>
            </a:r>
            <a:r>
              <a:rPr lang="en-US" sz="3100" u="sng" dirty="0"/>
              <a:t>Individual Submission</a:t>
            </a:r>
            <a:r>
              <a:rPr lang="en-US" sz="3100" dirty="0"/>
              <a:t>.</a:t>
            </a:r>
            <a:endParaRPr lang="en-US" dirty="0"/>
          </a:p>
          <a:p>
            <a:endParaRPr lang="en-US" dirty="0"/>
          </a:p>
        </p:txBody>
      </p:sp>
      <p:sp>
        <p:nvSpPr>
          <p:cNvPr id="4" name="Slide Number Placeholder 3">
            <a:extLst>
              <a:ext uri="{FF2B5EF4-FFF2-40B4-BE49-F238E27FC236}">
                <a16:creationId xmlns:a16="http://schemas.microsoft.com/office/drawing/2014/main" id="{9D2E8F83-779A-E8B9-DD19-B6BCF0E14214}"/>
              </a:ext>
            </a:extLst>
          </p:cNvPr>
          <p:cNvSpPr>
            <a:spLocks noGrp="1"/>
          </p:cNvSpPr>
          <p:nvPr>
            <p:ph type="sldNum" sz="quarter" idx="12"/>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4FAB73BC-B049-4115-A692-8D63A059BFB8}" type="slidenum">
              <a:rPr kumimoji="0" lang="en-US" sz="1400" b="1" i="0" u="none" strike="noStrike" kern="1200" cap="none" spc="0" normalizeH="0" baseline="0" noProof="0" smtClean="0">
                <a:ln>
                  <a:noFill/>
                </a:ln>
                <a:solidFill>
                  <a:srgbClr val="FFFFFF"/>
                </a:solidFill>
                <a:effectLst/>
                <a:uLnTx/>
                <a:uFillTx/>
                <a:latin typeface="Calibri" panose="020F0502020204030204"/>
                <a:ea typeface="+mn-ea"/>
                <a:cs typeface="+mn-cs"/>
              </a:rPr>
              <a:pPr marL="0" marR="0" lvl="0" indent="0" algn="ctr" defTabSz="914400" rtl="0" eaLnBrk="1" fontAlgn="auto" latinLnBrk="0" hangingPunct="1">
                <a:lnSpc>
                  <a:spcPct val="100000"/>
                </a:lnSpc>
                <a:spcBef>
                  <a:spcPts val="0"/>
                </a:spcBef>
                <a:spcAft>
                  <a:spcPts val="0"/>
                </a:spcAft>
                <a:buClrTx/>
                <a:buSzTx/>
                <a:buFontTx/>
                <a:buNone/>
                <a:tabLst/>
                <a:defRPr/>
              </a:pPr>
              <a:t>60</a:t>
            </a:fld>
            <a:endParaRPr kumimoji="0" lang="en-US" sz="1400" b="1"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pic>
        <p:nvPicPr>
          <p:cNvPr id="6" name="Graphic 5" descr="Closed book with solid fill">
            <a:extLst>
              <a:ext uri="{FF2B5EF4-FFF2-40B4-BE49-F238E27FC236}">
                <a16:creationId xmlns:a16="http://schemas.microsoft.com/office/drawing/2014/main" id="{361AFB0C-1F93-39C9-9BCB-758EFEAABE98}"/>
              </a:ext>
            </a:extLst>
          </p:cNvPr>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743277" y="1848539"/>
            <a:ext cx="914400" cy="914400"/>
          </a:xfrm>
          <a:prstGeom prst="rect">
            <a:avLst/>
          </a:prstGeom>
        </p:spPr>
      </p:pic>
      <p:pic>
        <p:nvPicPr>
          <p:cNvPr id="8" name="Graphic 7" descr="Inbox Check with solid fill">
            <a:extLst>
              <a:ext uri="{FF2B5EF4-FFF2-40B4-BE49-F238E27FC236}">
                <a16:creationId xmlns:a16="http://schemas.microsoft.com/office/drawing/2014/main" id="{7E1EAE56-3188-9CC6-4554-392E28EF3154}"/>
              </a:ext>
            </a:extLst>
          </p:cNvPr>
          <p:cNvPicPr>
            <a:picLocks noChangeAspect="1"/>
          </p:cNvPicPr>
          <p:nvPr/>
        </p:nvPicPr>
        <p: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743277" y="4095062"/>
            <a:ext cx="914400" cy="914400"/>
          </a:xfrm>
          <a:prstGeom prst="rect">
            <a:avLst/>
          </a:prstGeom>
        </p:spPr>
      </p:pic>
    </p:spTree>
    <p:extLst>
      <p:ext uri="{BB962C8B-B14F-4D97-AF65-F5344CB8AC3E}">
        <p14:creationId xmlns:p14="http://schemas.microsoft.com/office/powerpoint/2010/main" val="3541923313"/>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0671A8AE-40A1-4631-A6B8-581AFF06548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descr="Yellow question mark">
            <a:extLst>
              <a:ext uri="{FF2B5EF4-FFF2-40B4-BE49-F238E27FC236}">
                <a16:creationId xmlns:a16="http://schemas.microsoft.com/office/drawing/2014/main" id="{DD3F0050-C909-9BB5-A8EB-63BC87AB4884}"/>
              </a:ext>
            </a:extLst>
          </p:cNvPr>
          <p:cNvPicPr>
            <a:picLocks noChangeAspect="1"/>
          </p:cNvPicPr>
          <p:nvPr/>
        </p:nvPicPr>
        <p:blipFill rotWithShape="1">
          <a:blip r:embed="rId2"/>
          <a:srcRect l="18221" r="5939"/>
          <a:stretch/>
        </p:blipFill>
        <p:spPr>
          <a:xfrm>
            <a:off x="3523488" y="10"/>
            <a:ext cx="8668512" cy="6857990"/>
          </a:xfrm>
          <a:prstGeom prst="rect">
            <a:avLst/>
          </a:prstGeom>
        </p:spPr>
      </p:pic>
      <p:sp>
        <p:nvSpPr>
          <p:cNvPr id="11" name="Rectangle 10">
            <a:extLst>
              <a:ext uri="{FF2B5EF4-FFF2-40B4-BE49-F238E27FC236}">
                <a16:creationId xmlns:a16="http://schemas.microsoft.com/office/drawing/2014/main" id="{AB58EF07-17C2-48CF-ABB0-EEF1F17CB8F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 y="0"/>
            <a:ext cx="9339206" cy="6858000"/>
          </a:xfrm>
          <a:prstGeom prst="rect">
            <a:avLst/>
          </a:prstGeom>
          <a:gradFill>
            <a:gsLst>
              <a:gs pos="58000">
                <a:schemeClr val="bg1"/>
              </a:gs>
              <a:gs pos="33000">
                <a:schemeClr val="bg1">
                  <a:alpha val="64000"/>
                </a:schemeClr>
              </a:gs>
              <a:gs pos="0">
                <a:schemeClr val="bg1">
                  <a:alpha val="0"/>
                </a:schemeClr>
              </a:gs>
              <a:gs pos="100000">
                <a:schemeClr val="bg1"/>
              </a:gs>
            </a:gsLst>
            <a:lin ang="10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D6B1D7E0-B191-506C-BEAC-9EE92AE52092}"/>
              </a:ext>
            </a:extLst>
          </p:cNvPr>
          <p:cNvSpPr>
            <a:spLocks noGrp="1"/>
          </p:cNvSpPr>
          <p:nvPr>
            <p:ph type="title"/>
          </p:nvPr>
        </p:nvSpPr>
        <p:spPr>
          <a:xfrm>
            <a:off x="477981" y="1122363"/>
            <a:ext cx="4023360" cy="3204134"/>
          </a:xfrm>
        </p:spPr>
        <p:txBody>
          <a:bodyPr vert="horz" lIns="91440" tIns="45720" rIns="91440" bIns="45720" rtlCol="0" anchor="b">
            <a:normAutofit/>
          </a:bodyPr>
          <a:lstStyle/>
          <a:p>
            <a:r>
              <a:rPr lang="en-US" sz="4800"/>
              <a:t>Questions?</a:t>
            </a:r>
          </a:p>
        </p:txBody>
      </p:sp>
      <p:sp>
        <p:nvSpPr>
          <p:cNvPr id="13" name="Rectangle 12">
            <a:extLst>
              <a:ext uri="{FF2B5EF4-FFF2-40B4-BE49-F238E27FC236}">
                <a16:creationId xmlns:a16="http://schemas.microsoft.com/office/drawing/2014/main" id="{AF2F604E-43BE-4DC3-B983-E071523364F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759921" y="346791"/>
            <a:ext cx="146304" cy="70408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15" name="Rectangle 14">
            <a:extLst>
              <a:ext uri="{FF2B5EF4-FFF2-40B4-BE49-F238E27FC236}">
                <a16:creationId xmlns:a16="http://schemas.microsoft.com/office/drawing/2014/main" id="{08C9B587-E65E-4B52-B37C-ABEBB6E8792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81029" y="4546920"/>
            <a:ext cx="3977640" cy="18288"/>
          </a:xfrm>
          <a:prstGeom prst="rect">
            <a:avLst/>
          </a:prstGeom>
          <a:solidFill>
            <a:schemeClr val="tx1"/>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 name="Slide Number Placeholder 2">
            <a:extLst>
              <a:ext uri="{FF2B5EF4-FFF2-40B4-BE49-F238E27FC236}">
                <a16:creationId xmlns:a16="http://schemas.microsoft.com/office/drawing/2014/main" id="{365D9345-1B5D-35BD-9FCE-3D1D1ADCD500}"/>
              </a:ext>
            </a:extLst>
          </p:cNvPr>
          <p:cNvSpPr>
            <a:spLocks noGrp="1"/>
          </p:cNvSpPr>
          <p:nvPr>
            <p:ph type="sldNum" sz="quarter" idx="12"/>
          </p:nvPr>
        </p:nvSpPr>
        <p:spPr/>
        <p:txBody>
          <a:bodyPr/>
          <a:lstStyle/>
          <a:p>
            <a:fld id="{7DF6DEEC-D04A-4FF0-9A08-7D39859C24F4}" type="slidenum">
              <a:rPr lang="en-US" smtClean="0"/>
              <a:t>61</a:t>
            </a:fld>
            <a:endParaRPr lang="en-US"/>
          </a:p>
        </p:txBody>
      </p:sp>
    </p:spTree>
    <p:extLst>
      <p:ext uri="{BB962C8B-B14F-4D97-AF65-F5344CB8AC3E}">
        <p14:creationId xmlns:p14="http://schemas.microsoft.com/office/powerpoint/2010/main" val="49305509"/>
      </p:ext>
    </p:extLst>
  </p:cSld>
  <p:clrMapOvr>
    <a:overrideClrMapping bg1="dk1" tx1="lt1" bg2="dk2" tx2="lt2" accent1="accent1" accent2="accent2" accent3="accent3" accent4="accent4" accent5="accent5" accent6="accent6" hlink="hlink" folHlink="folHlink"/>
  </p:clrMapOvr>
</p:sld>
</file>

<file path=ppt/theme/_rels/theme2.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Wood Type">
  <a:themeElements>
    <a:clrScheme name="Wood Type">
      <a:dk1>
        <a:sysClr val="windowText" lastClr="000000"/>
      </a:dk1>
      <a:lt1>
        <a:sysClr val="window" lastClr="FFFFFF"/>
      </a:lt1>
      <a:dk2>
        <a:srgbClr val="696464"/>
      </a:dk2>
      <a:lt2>
        <a:srgbClr val="E9E5DC"/>
      </a:lt2>
      <a:accent1>
        <a:srgbClr val="D34817"/>
      </a:accent1>
      <a:accent2>
        <a:srgbClr val="9B2D1F"/>
      </a:accent2>
      <a:accent3>
        <a:srgbClr val="A28E6A"/>
      </a:accent3>
      <a:accent4>
        <a:srgbClr val="956251"/>
      </a:accent4>
      <a:accent5>
        <a:srgbClr val="918485"/>
      </a:accent5>
      <a:accent6>
        <a:srgbClr val="855D5D"/>
      </a:accent6>
      <a:hlink>
        <a:srgbClr val="CC9900"/>
      </a:hlink>
      <a:folHlink>
        <a:srgbClr val="96A9A9"/>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Wood Type">
      <a:fillStyleLst>
        <a:solidFill>
          <a:schemeClr val="phClr"/>
        </a:solidFill>
        <a:blipFill rotWithShape="1">
          <a:blip xmlns:r="http://schemas.openxmlformats.org/officeDocument/2006/relationships" r:embed="rId1">
            <a:duotone>
              <a:schemeClr val="phClr">
                <a:tint val="70000"/>
                <a:shade val="63000"/>
              </a:schemeClr>
              <a:schemeClr val="phClr">
                <a:tint val="10000"/>
                <a:satMod val="150000"/>
              </a:schemeClr>
            </a:duotone>
          </a:blip>
          <a:tile tx="0" ty="0" sx="60000" sy="59000" flip="none" algn="tl"/>
        </a:blipFill>
        <a:blipFill rotWithShape="1">
          <a:blip xmlns:r="http://schemas.openxmlformats.org/officeDocument/2006/relationships" r:embed="rId1">
            <a:duotone>
              <a:schemeClr val="phClr">
                <a:shade val="36000"/>
                <a:satMod val="120000"/>
              </a:schemeClr>
              <a:schemeClr val="phClr">
                <a:tint val="40000"/>
              </a:schemeClr>
            </a:duotone>
          </a:blip>
          <a:tile tx="0" ty="0" sx="60000" sy="59000" flip="none" algn="tl"/>
        </a:blipFill>
      </a:fillStyleLst>
      <a:lnStyleLst>
        <a:ln w="6350" cap="flat" cmpd="sng" algn="ctr">
          <a:solidFill>
            <a:schemeClr val="phClr"/>
          </a:solidFill>
          <a:prstDash val="solid"/>
        </a:ln>
        <a:ln w="12700" cap="flat" cmpd="sng" algn="ctr">
          <a:solidFill>
            <a:schemeClr val="phClr"/>
          </a:solidFill>
          <a:prstDash val="solid"/>
        </a:ln>
        <a:ln w="19050" cap="flat" cmpd="sng" algn="ctr">
          <a:solidFill>
            <a:schemeClr val="phClr"/>
          </a:solidFill>
          <a:prstDash val="solid"/>
        </a:ln>
      </a:lnStyleLst>
      <a:effectStyleLst>
        <a:effectStyle>
          <a:effectLst/>
        </a:effectStyle>
        <a:effectStyle>
          <a:effectLst>
            <a:softEdge rad="12700"/>
          </a:effectLst>
        </a:effectStyle>
        <a:effectStyle>
          <a:effectLst>
            <a:outerShdw blurRad="50800" dist="19050" dir="5400000" algn="tl" rotWithShape="0">
              <a:srgbClr val="000000">
                <a:alpha val="60000"/>
              </a:srgbClr>
            </a:outerShdw>
            <a:softEdge rad="12700"/>
          </a:effectLst>
        </a:effectStyle>
      </a:effectStyleLst>
      <a:bgFillStyleLst>
        <a:solidFill>
          <a:schemeClr val="phClr"/>
        </a:solidFill>
        <a:solidFill>
          <a:schemeClr val="phClr">
            <a:shade val="97000"/>
            <a:satMod val="150000"/>
          </a:schemeClr>
        </a:solidFill>
        <a:blipFill rotWithShape="1">
          <a:blip xmlns:r="http://schemas.openxmlformats.org/officeDocument/2006/relationships" r:embed="rId1">
            <a:duotone>
              <a:schemeClr val="phClr">
                <a:tint val="75000"/>
                <a:shade val="58000"/>
                <a:satMod val="120000"/>
              </a:schemeClr>
              <a:schemeClr val="phClr">
                <a:tint val="50000"/>
                <a:shade val="96000"/>
              </a:schemeClr>
            </a:duotone>
          </a:blip>
          <a:tile tx="0" ty="0" sx="100000" sy="100000" flip="none" algn="tl"/>
        </a:blipFill>
      </a:bgFillStyleLst>
    </a:fmtScheme>
  </a:themeElements>
  <a:objectDefaults/>
  <a:extraClrSchemeLst/>
  <a:extLst>
    <a:ext uri="{05A4C25C-085E-4340-85A3-A5531E510DB2}">
      <thm15:themeFamily xmlns:thm15="http://schemas.microsoft.com/office/thememl/2012/main" name="Wood Type" id="{7ACABC62-BF99-48CF-A9DC-4DB89C7B13DC}" vid="{142A1326-48AB-42A9-8428-CB14AA30176D}"/>
    </a:ext>
  </a:extLst>
</a:theme>
</file>

<file path=ppt/theme/theme3.xml><?xml version="1.0" encoding="utf-8"?>
<a:theme xmlns:a="http://schemas.openxmlformats.org/drawingml/2006/main" name="1_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798</TotalTime>
  <Words>4706</Words>
  <Application>Microsoft Macintosh PowerPoint</Application>
  <PresentationFormat>Widescreen</PresentationFormat>
  <Paragraphs>586</Paragraphs>
  <Slides>61</Slides>
  <Notes>15</Notes>
  <HiddenSlides>0</HiddenSlides>
  <MMClips>1</MMClips>
  <ScaleCrop>false</ScaleCrop>
  <HeadingPairs>
    <vt:vector size="6" baseType="variant">
      <vt:variant>
        <vt:lpstr>Fonts Used</vt:lpstr>
      </vt:variant>
      <vt:variant>
        <vt:i4>11</vt:i4>
      </vt:variant>
      <vt:variant>
        <vt:lpstr>Theme</vt:lpstr>
      </vt:variant>
      <vt:variant>
        <vt:i4>3</vt:i4>
      </vt:variant>
      <vt:variant>
        <vt:lpstr>Slide Titles</vt:lpstr>
      </vt:variant>
      <vt:variant>
        <vt:i4>61</vt:i4>
      </vt:variant>
    </vt:vector>
  </HeadingPairs>
  <TitlesOfParts>
    <vt:vector size="75" baseType="lpstr">
      <vt:lpstr>Arial</vt:lpstr>
      <vt:lpstr>Calibri</vt:lpstr>
      <vt:lpstr>Calibri Light</vt:lpstr>
      <vt:lpstr>Century Schoolbook</vt:lpstr>
      <vt:lpstr>Courier</vt:lpstr>
      <vt:lpstr>Courier New</vt:lpstr>
      <vt:lpstr>Lato Extended</vt:lpstr>
      <vt:lpstr>Rockwell Extra Bold</vt:lpstr>
      <vt:lpstr>Tahoma</vt:lpstr>
      <vt:lpstr>Times New Roman</vt:lpstr>
      <vt:lpstr>Wingdings</vt:lpstr>
      <vt:lpstr>Office Theme</vt:lpstr>
      <vt:lpstr>Wood Type</vt:lpstr>
      <vt:lpstr>1_Office Theme</vt:lpstr>
      <vt:lpstr>Software Engineering CS411, FALL 2025 </vt:lpstr>
      <vt:lpstr>Lesson plan</vt:lpstr>
      <vt:lpstr>How to Write down Requirements?</vt:lpstr>
      <vt:lpstr>Informal Representation</vt:lpstr>
      <vt:lpstr>PowerPoint Presentation</vt:lpstr>
      <vt:lpstr>Shall Statements</vt:lpstr>
      <vt:lpstr>Use Cases</vt:lpstr>
      <vt:lpstr>A Use Case Example</vt:lpstr>
      <vt:lpstr>PowerPoint Presentation</vt:lpstr>
      <vt:lpstr>Semi-Formal</vt:lpstr>
      <vt:lpstr>FORMAL</vt:lpstr>
      <vt:lpstr>VDM++ example</vt:lpstr>
      <vt:lpstr>Requirements Representation in practice</vt:lpstr>
      <vt:lpstr>Our focus today…</vt:lpstr>
      <vt:lpstr>Shall statements for medical record system</vt:lpstr>
      <vt:lpstr>Shall statements for medical record system</vt:lpstr>
      <vt:lpstr>What is wrong with these requirements?</vt:lpstr>
      <vt:lpstr>Problems with Requirements</vt:lpstr>
      <vt:lpstr>The Requirements Document</vt:lpstr>
      <vt:lpstr>Users of a Requirements Document</vt:lpstr>
      <vt:lpstr>ISO/IEC/IEEE Standard 29148</vt:lpstr>
      <vt:lpstr>ISO/IEC/IEEE Standard 29148</vt:lpstr>
      <vt:lpstr>Table of Contents for an SRS</vt:lpstr>
      <vt:lpstr>SRS Document</vt:lpstr>
      <vt:lpstr>Organizational Options for section 3.1</vt:lpstr>
      <vt:lpstr>IEEE Std 29148 Considerations for requirements</vt:lpstr>
      <vt:lpstr>IEEE Std 29148</vt:lpstr>
      <vt:lpstr>Singular</vt:lpstr>
      <vt:lpstr>Feasible</vt:lpstr>
      <vt:lpstr>Unambiguous</vt:lpstr>
      <vt:lpstr>Complete</vt:lpstr>
      <vt:lpstr>Consistent</vt:lpstr>
      <vt:lpstr>Verifiable</vt:lpstr>
      <vt:lpstr>Traceable</vt:lpstr>
      <vt:lpstr>Traceability Matrix</vt:lpstr>
      <vt:lpstr>Bounded</vt:lpstr>
      <vt:lpstr>Affordable</vt:lpstr>
      <vt:lpstr>Ranked</vt:lpstr>
      <vt:lpstr>Best Practices</vt:lpstr>
      <vt:lpstr>Shall or Must?</vt:lpstr>
      <vt:lpstr>Best Practices</vt:lpstr>
      <vt:lpstr>Shall Not Requirements</vt:lpstr>
      <vt:lpstr>Avoid The Following</vt:lpstr>
      <vt:lpstr>Bad Habits in Requirements Specification</vt:lpstr>
      <vt:lpstr>Best Practices</vt:lpstr>
      <vt:lpstr>Weak Phrases</vt:lpstr>
      <vt:lpstr>Use Cases</vt:lpstr>
      <vt:lpstr>Online Checkout (Main Success Scenario) </vt:lpstr>
      <vt:lpstr>Online Checkout  (Alternative Scenarios (Extensions))</vt:lpstr>
      <vt:lpstr>What is a use case?</vt:lpstr>
      <vt:lpstr>Use case modeling elements</vt:lpstr>
      <vt:lpstr>Actors</vt:lpstr>
      <vt:lpstr>Top Level Use Case Diagram</vt:lpstr>
      <vt:lpstr>Use Case Diagrams</vt:lpstr>
      <vt:lpstr>How to document Use Cases?</vt:lpstr>
      <vt:lpstr>Fully Dressed Use Case Template (Larman’s Template)</vt:lpstr>
      <vt:lpstr>Main Success Scenario</vt:lpstr>
      <vt:lpstr>Extensions</vt:lpstr>
      <vt:lpstr>For your Assignment 1, Deliverable 2:</vt:lpstr>
      <vt:lpstr>Readings , Assignments, Project Tasks</vt:lpstr>
      <vt:lpstr>Questions?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Requirements Engineering for Software and Systems, 3rd Edition</dc:title>
  <dc:creator>Kassab, Mohamad Hassan</dc:creator>
  <cp:lastModifiedBy>Kontothanassis, Leonidas</cp:lastModifiedBy>
  <cp:revision>49</cp:revision>
  <dcterms:created xsi:type="dcterms:W3CDTF">2022-09-05T18:50:47Z</dcterms:created>
  <dcterms:modified xsi:type="dcterms:W3CDTF">2025-09-10T20:21:47Z</dcterms:modified>
</cp:coreProperties>
</file>