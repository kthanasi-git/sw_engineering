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0" r:id="rId2"/>
    <p:sldMasterId id="2147483673" r:id="rId3"/>
  </p:sldMasterIdLst>
  <p:notesMasterIdLst>
    <p:notesMasterId r:id="rId66"/>
  </p:notesMasterIdLst>
  <p:sldIdLst>
    <p:sldId id="339" r:id="rId4"/>
    <p:sldId id="770" r:id="rId5"/>
    <p:sldId id="760" r:id="rId6"/>
    <p:sldId id="761" r:id="rId7"/>
    <p:sldId id="762" r:id="rId8"/>
    <p:sldId id="763" r:id="rId9"/>
    <p:sldId id="784" r:id="rId10"/>
    <p:sldId id="771" r:id="rId11"/>
    <p:sldId id="764" r:id="rId12"/>
    <p:sldId id="765" r:id="rId13"/>
    <p:sldId id="766" r:id="rId14"/>
    <p:sldId id="783" r:id="rId15"/>
    <p:sldId id="337" r:id="rId16"/>
    <p:sldId id="768" r:id="rId17"/>
    <p:sldId id="777" r:id="rId18"/>
    <p:sldId id="778" r:id="rId19"/>
    <p:sldId id="373" r:id="rId20"/>
    <p:sldId id="335" r:id="rId21"/>
    <p:sldId id="345" r:id="rId22"/>
    <p:sldId id="346" r:id="rId23"/>
    <p:sldId id="769" r:id="rId24"/>
    <p:sldId id="773" r:id="rId25"/>
    <p:sldId id="336" r:id="rId26"/>
    <p:sldId id="785" r:id="rId27"/>
    <p:sldId id="354" r:id="rId28"/>
    <p:sldId id="430" r:id="rId29"/>
    <p:sldId id="431" r:id="rId30"/>
    <p:sldId id="432" r:id="rId31"/>
    <p:sldId id="433" r:id="rId32"/>
    <p:sldId id="434" r:id="rId33"/>
    <p:sldId id="435" r:id="rId34"/>
    <p:sldId id="436" r:id="rId35"/>
    <p:sldId id="437" r:id="rId36"/>
    <p:sldId id="438" r:id="rId37"/>
    <p:sldId id="786" r:id="rId38"/>
    <p:sldId id="439" r:id="rId39"/>
    <p:sldId id="440" r:id="rId40"/>
    <p:sldId id="441" r:id="rId41"/>
    <p:sldId id="774" r:id="rId42"/>
    <p:sldId id="359" r:id="rId43"/>
    <p:sldId id="364" r:id="rId44"/>
    <p:sldId id="360" r:id="rId45"/>
    <p:sldId id="361" r:id="rId46"/>
    <p:sldId id="352" r:id="rId47"/>
    <p:sldId id="353" r:id="rId48"/>
    <p:sldId id="451" r:id="rId49"/>
    <p:sldId id="776" r:id="rId50"/>
    <p:sldId id="781" r:id="rId51"/>
    <p:sldId id="782" r:id="rId52"/>
    <p:sldId id="406" r:id="rId53"/>
    <p:sldId id="408" r:id="rId54"/>
    <p:sldId id="409" r:id="rId55"/>
    <p:sldId id="410" r:id="rId56"/>
    <p:sldId id="411" r:id="rId57"/>
    <p:sldId id="780" r:id="rId58"/>
    <p:sldId id="412" r:id="rId59"/>
    <p:sldId id="417" r:id="rId60"/>
    <p:sldId id="418" r:id="rId61"/>
    <p:sldId id="779" r:id="rId62"/>
    <p:sldId id="775" r:id="rId63"/>
    <p:sldId id="787" r:id="rId64"/>
    <p:sldId id="747" r:id="rId6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449" autoAdjust="0"/>
    <p:restoredTop sz="83058" autoAdjust="0"/>
  </p:normalViewPr>
  <p:slideViewPr>
    <p:cSldViewPr snapToGrid="0">
      <p:cViewPr varScale="1">
        <p:scale>
          <a:sx n="132" d="100"/>
          <a:sy n="132" d="100"/>
        </p:scale>
        <p:origin x="616" y="168"/>
      </p:cViewPr>
      <p:guideLst/>
    </p:cSldViewPr>
  </p:slideViewPr>
  <p:notesTextViewPr>
    <p:cViewPr>
      <p:scale>
        <a:sx n="170" d="100"/>
        <a:sy n="17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notesMaster" Target="notesMasters/notesMaster1.xml"/><Relationship Id="rId5" Type="http://schemas.openxmlformats.org/officeDocument/2006/relationships/slide" Target="slides/slide2.xml"/><Relationship Id="rId61" Type="http://schemas.openxmlformats.org/officeDocument/2006/relationships/slide" Target="slides/slide58.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theme" Target="theme/theme1.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presProps" Target="presProps.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8F2C13D-C83D-4AFD-8432-1F74094EB6FD}"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828F0036-5A28-4F1C-8ACD-EB8B8983479C}">
      <dgm:prSet/>
      <dgm:spPr/>
      <dgm:t>
        <a:bodyPr/>
        <a:lstStyle/>
        <a:p>
          <a:r>
            <a:rPr lang="en-US" dirty="0"/>
            <a:t>The system shall not permit access to unauthorized users.</a:t>
          </a:r>
        </a:p>
      </dgm:t>
    </dgm:pt>
    <dgm:pt modelId="{F6F444D3-A404-41D9-8018-BD3596093172}" type="parTrans" cxnId="{CFCA5A84-1E6C-43C9-AC5A-B4F5218780AB}">
      <dgm:prSet/>
      <dgm:spPr/>
      <dgm:t>
        <a:bodyPr/>
        <a:lstStyle/>
        <a:p>
          <a:endParaRPr lang="en-US"/>
        </a:p>
      </dgm:t>
    </dgm:pt>
    <dgm:pt modelId="{4617BAFA-DC42-4FA6-82A5-280B081C848D}" type="sibTrans" cxnId="{CFCA5A84-1E6C-43C9-AC5A-B4F5218780AB}">
      <dgm:prSet/>
      <dgm:spPr/>
      <dgm:t>
        <a:bodyPr/>
        <a:lstStyle/>
        <a:p>
          <a:endParaRPr lang="en-US"/>
        </a:p>
      </dgm:t>
    </dgm:pt>
    <dgm:pt modelId="{58979AE0-78B2-45D6-8CCA-49A003B31F9A}">
      <dgm:prSet/>
      <dgm:spPr/>
      <dgm:t>
        <a:bodyPr/>
        <a:lstStyle/>
        <a:p>
          <a:r>
            <a:rPr lang="en-US"/>
            <a:t>The system shall permit access only to authorized users.</a:t>
          </a:r>
        </a:p>
      </dgm:t>
    </dgm:pt>
    <dgm:pt modelId="{65F23134-C614-4319-B98E-2C434FF8EF31}" type="parTrans" cxnId="{E3C3296E-AA40-45E3-B4E6-E3081D2A7A92}">
      <dgm:prSet/>
      <dgm:spPr/>
      <dgm:t>
        <a:bodyPr/>
        <a:lstStyle/>
        <a:p>
          <a:endParaRPr lang="en-US"/>
        </a:p>
      </dgm:t>
    </dgm:pt>
    <dgm:pt modelId="{96F19701-7038-41A2-904E-17F2EEB57DA2}" type="sibTrans" cxnId="{E3C3296E-AA40-45E3-B4E6-E3081D2A7A92}">
      <dgm:prSet/>
      <dgm:spPr/>
      <dgm:t>
        <a:bodyPr/>
        <a:lstStyle/>
        <a:p>
          <a:endParaRPr lang="en-US"/>
        </a:p>
      </dgm:t>
    </dgm:pt>
    <dgm:pt modelId="{E3E3B2DF-4E5C-4E8D-81B8-61FDF4721040}">
      <dgm:prSet/>
      <dgm:spPr/>
      <dgm:t>
        <a:bodyPr/>
        <a:lstStyle/>
        <a:p>
          <a:r>
            <a:rPr lang="en-US"/>
            <a:t>The system shall be completely reliable.</a:t>
          </a:r>
        </a:p>
      </dgm:t>
    </dgm:pt>
    <dgm:pt modelId="{7B66248F-E16A-47F7-941C-733BC164919D}" type="parTrans" cxnId="{9DC7DEB4-BF0D-4162-8187-4E9F5AD1209C}">
      <dgm:prSet/>
      <dgm:spPr/>
      <dgm:t>
        <a:bodyPr/>
        <a:lstStyle/>
        <a:p>
          <a:endParaRPr lang="en-US"/>
        </a:p>
      </dgm:t>
    </dgm:pt>
    <dgm:pt modelId="{B416942B-7B88-4A3E-AFE1-F99EBCCDC113}" type="sibTrans" cxnId="{9DC7DEB4-BF0D-4162-8187-4E9F5AD1209C}">
      <dgm:prSet/>
      <dgm:spPr/>
      <dgm:t>
        <a:bodyPr/>
        <a:lstStyle/>
        <a:p>
          <a:endParaRPr lang="en-US"/>
        </a:p>
      </dgm:t>
    </dgm:pt>
    <dgm:pt modelId="{36A4ECDC-09C6-43E7-A0AE-FF71A0EDEAAB}">
      <dgm:prSet/>
      <dgm:spPr/>
      <dgm:t>
        <a:bodyPr/>
        <a:lstStyle/>
        <a:p>
          <a:r>
            <a:rPr lang="en-US"/>
            <a:t>The number of pieces of baggage lost by the system shall be minimal.</a:t>
          </a:r>
        </a:p>
      </dgm:t>
    </dgm:pt>
    <dgm:pt modelId="{4215CE44-9102-45C4-86D2-BE557F583138}" type="parTrans" cxnId="{253E676D-4CD0-44EF-910E-F32E1FB0CE9B}">
      <dgm:prSet/>
      <dgm:spPr/>
      <dgm:t>
        <a:bodyPr/>
        <a:lstStyle/>
        <a:p>
          <a:endParaRPr lang="en-US"/>
        </a:p>
      </dgm:t>
    </dgm:pt>
    <dgm:pt modelId="{F750085F-01AC-416F-808F-1BC3A096E890}" type="sibTrans" cxnId="{253E676D-4CD0-44EF-910E-F32E1FB0CE9B}">
      <dgm:prSet/>
      <dgm:spPr/>
      <dgm:t>
        <a:bodyPr/>
        <a:lstStyle/>
        <a:p>
          <a:endParaRPr lang="en-US"/>
        </a:p>
      </dgm:t>
    </dgm:pt>
    <dgm:pt modelId="{B50C16F2-9D3F-4336-A659-7C27AE97EAF6}" type="pres">
      <dgm:prSet presAssocID="{18F2C13D-C83D-4AFD-8432-1F74094EB6FD}" presName="linear" presStyleCnt="0">
        <dgm:presLayoutVars>
          <dgm:animLvl val="lvl"/>
          <dgm:resizeHandles val="exact"/>
        </dgm:presLayoutVars>
      </dgm:prSet>
      <dgm:spPr/>
    </dgm:pt>
    <dgm:pt modelId="{967E246F-DAD1-43FF-BD6C-A9D376B28F44}" type="pres">
      <dgm:prSet presAssocID="{828F0036-5A28-4F1C-8ACD-EB8B8983479C}" presName="parentText" presStyleLbl="node1" presStyleIdx="0" presStyleCnt="4">
        <dgm:presLayoutVars>
          <dgm:chMax val="0"/>
          <dgm:bulletEnabled val="1"/>
        </dgm:presLayoutVars>
      </dgm:prSet>
      <dgm:spPr/>
    </dgm:pt>
    <dgm:pt modelId="{CE5DD8E4-CFE2-403F-81E7-8338D51F37C6}" type="pres">
      <dgm:prSet presAssocID="{4617BAFA-DC42-4FA6-82A5-280B081C848D}" presName="spacer" presStyleCnt="0"/>
      <dgm:spPr/>
    </dgm:pt>
    <dgm:pt modelId="{BDBC83B6-0630-4891-B015-BEB42E4FD849}" type="pres">
      <dgm:prSet presAssocID="{58979AE0-78B2-45D6-8CCA-49A003B31F9A}" presName="parentText" presStyleLbl="node1" presStyleIdx="1" presStyleCnt="4">
        <dgm:presLayoutVars>
          <dgm:chMax val="0"/>
          <dgm:bulletEnabled val="1"/>
        </dgm:presLayoutVars>
      </dgm:prSet>
      <dgm:spPr/>
    </dgm:pt>
    <dgm:pt modelId="{88791B9B-FC58-493D-AC2B-32838C3DA901}" type="pres">
      <dgm:prSet presAssocID="{96F19701-7038-41A2-904E-17F2EEB57DA2}" presName="spacer" presStyleCnt="0"/>
      <dgm:spPr/>
    </dgm:pt>
    <dgm:pt modelId="{332CB782-25A5-454E-B72C-7D55E9A19C28}" type="pres">
      <dgm:prSet presAssocID="{E3E3B2DF-4E5C-4E8D-81B8-61FDF4721040}" presName="parentText" presStyleLbl="node1" presStyleIdx="2" presStyleCnt="4">
        <dgm:presLayoutVars>
          <dgm:chMax val="0"/>
          <dgm:bulletEnabled val="1"/>
        </dgm:presLayoutVars>
      </dgm:prSet>
      <dgm:spPr/>
    </dgm:pt>
    <dgm:pt modelId="{75A561D3-745F-4469-98BF-03DE851D3E94}" type="pres">
      <dgm:prSet presAssocID="{B416942B-7B88-4A3E-AFE1-F99EBCCDC113}" presName="spacer" presStyleCnt="0"/>
      <dgm:spPr/>
    </dgm:pt>
    <dgm:pt modelId="{7B0DE498-77A3-44D7-BD9D-DAC267F782B9}" type="pres">
      <dgm:prSet presAssocID="{36A4ECDC-09C6-43E7-A0AE-FF71A0EDEAAB}" presName="parentText" presStyleLbl="node1" presStyleIdx="3" presStyleCnt="4">
        <dgm:presLayoutVars>
          <dgm:chMax val="0"/>
          <dgm:bulletEnabled val="1"/>
        </dgm:presLayoutVars>
      </dgm:prSet>
      <dgm:spPr/>
    </dgm:pt>
  </dgm:ptLst>
  <dgm:cxnLst>
    <dgm:cxn modelId="{253E676D-4CD0-44EF-910E-F32E1FB0CE9B}" srcId="{18F2C13D-C83D-4AFD-8432-1F74094EB6FD}" destId="{36A4ECDC-09C6-43E7-A0AE-FF71A0EDEAAB}" srcOrd="3" destOrd="0" parTransId="{4215CE44-9102-45C4-86D2-BE557F583138}" sibTransId="{F750085F-01AC-416F-808F-1BC3A096E890}"/>
    <dgm:cxn modelId="{E3C3296E-AA40-45E3-B4E6-E3081D2A7A92}" srcId="{18F2C13D-C83D-4AFD-8432-1F74094EB6FD}" destId="{58979AE0-78B2-45D6-8CCA-49A003B31F9A}" srcOrd="1" destOrd="0" parTransId="{65F23134-C614-4319-B98E-2C434FF8EF31}" sibTransId="{96F19701-7038-41A2-904E-17F2EEB57DA2}"/>
    <dgm:cxn modelId="{CFCA5A84-1E6C-43C9-AC5A-B4F5218780AB}" srcId="{18F2C13D-C83D-4AFD-8432-1F74094EB6FD}" destId="{828F0036-5A28-4F1C-8ACD-EB8B8983479C}" srcOrd="0" destOrd="0" parTransId="{F6F444D3-A404-41D9-8018-BD3596093172}" sibTransId="{4617BAFA-DC42-4FA6-82A5-280B081C848D}"/>
    <dgm:cxn modelId="{7D8EA987-FD80-49C9-AB5B-A76F1F6C74BF}" type="presOf" srcId="{36A4ECDC-09C6-43E7-A0AE-FF71A0EDEAAB}" destId="{7B0DE498-77A3-44D7-BD9D-DAC267F782B9}" srcOrd="0" destOrd="0" presId="urn:microsoft.com/office/officeart/2005/8/layout/vList2"/>
    <dgm:cxn modelId="{4DFFDD90-1976-490C-9FB3-52114466B49B}" type="presOf" srcId="{18F2C13D-C83D-4AFD-8432-1F74094EB6FD}" destId="{B50C16F2-9D3F-4336-A659-7C27AE97EAF6}" srcOrd="0" destOrd="0" presId="urn:microsoft.com/office/officeart/2005/8/layout/vList2"/>
    <dgm:cxn modelId="{9DC7DEB4-BF0D-4162-8187-4E9F5AD1209C}" srcId="{18F2C13D-C83D-4AFD-8432-1F74094EB6FD}" destId="{E3E3B2DF-4E5C-4E8D-81B8-61FDF4721040}" srcOrd="2" destOrd="0" parTransId="{7B66248F-E16A-47F7-941C-733BC164919D}" sibTransId="{B416942B-7B88-4A3E-AFE1-F99EBCCDC113}"/>
    <dgm:cxn modelId="{A98DBEF4-D19D-44BE-BD2D-9282350A940A}" type="presOf" srcId="{E3E3B2DF-4E5C-4E8D-81B8-61FDF4721040}" destId="{332CB782-25A5-454E-B72C-7D55E9A19C28}" srcOrd="0" destOrd="0" presId="urn:microsoft.com/office/officeart/2005/8/layout/vList2"/>
    <dgm:cxn modelId="{5E6C93FA-700C-4424-B6B4-082209C4B0C9}" type="presOf" srcId="{58979AE0-78B2-45D6-8CCA-49A003B31F9A}" destId="{BDBC83B6-0630-4891-B015-BEB42E4FD849}" srcOrd="0" destOrd="0" presId="urn:microsoft.com/office/officeart/2005/8/layout/vList2"/>
    <dgm:cxn modelId="{861982FB-625F-42F7-A737-1923CF2EA5F3}" type="presOf" srcId="{828F0036-5A28-4F1C-8ACD-EB8B8983479C}" destId="{967E246F-DAD1-43FF-BD6C-A9D376B28F44}" srcOrd="0" destOrd="0" presId="urn:microsoft.com/office/officeart/2005/8/layout/vList2"/>
    <dgm:cxn modelId="{90224D5B-CADD-45C1-891B-841F2BADA40F}" type="presParOf" srcId="{B50C16F2-9D3F-4336-A659-7C27AE97EAF6}" destId="{967E246F-DAD1-43FF-BD6C-A9D376B28F44}" srcOrd="0" destOrd="0" presId="urn:microsoft.com/office/officeart/2005/8/layout/vList2"/>
    <dgm:cxn modelId="{BB25F20B-C30F-41C4-9F92-489EC8098503}" type="presParOf" srcId="{B50C16F2-9D3F-4336-A659-7C27AE97EAF6}" destId="{CE5DD8E4-CFE2-403F-81E7-8338D51F37C6}" srcOrd="1" destOrd="0" presId="urn:microsoft.com/office/officeart/2005/8/layout/vList2"/>
    <dgm:cxn modelId="{314A70CF-0801-43F9-8E6E-5C6730F29A8B}" type="presParOf" srcId="{B50C16F2-9D3F-4336-A659-7C27AE97EAF6}" destId="{BDBC83B6-0630-4891-B015-BEB42E4FD849}" srcOrd="2" destOrd="0" presId="urn:microsoft.com/office/officeart/2005/8/layout/vList2"/>
    <dgm:cxn modelId="{4DF5F442-E349-41A3-87CA-0491CB20BF8A}" type="presParOf" srcId="{B50C16F2-9D3F-4336-A659-7C27AE97EAF6}" destId="{88791B9B-FC58-493D-AC2B-32838C3DA901}" srcOrd="3" destOrd="0" presId="urn:microsoft.com/office/officeart/2005/8/layout/vList2"/>
    <dgm:cxn modelId="{133D484B-1EA3-40B7-B552-736FEAA8C70B}" type="presParOf" srcId="{B50C16F2-9D3F-4336-A659-7C27AE97EAF6}" destId="{332CB782-25A5-454E-B72C-7D55E9A19C28}" srcOrd="4" destOrd="0" presId="urn:microsoft.com/office/officeart/2005/8/layout/vList2"/>
    <dgm:cxn modelId="{90FC4B29-F541-4473-A30A-57FDB1F07601}" type="presParOf" srcId="{B50C16F2-9D3F-4336-A659-7C27AE97EAF6}" destId="{75A561D3-745F-4469-98BF-03DE851D3E94}" srcOrd="5" destOrd="0" presId="urn:microsoft.com/office/officeart/2005/8/layout/vList2"/>
    <dgm:cxn modelId="{96B08853-4BBF-4CDC-B00F-5D30C50D66E1}" type="presParOf" srcId="{B50C16F2-9D3F-4336-A659-7C27AE97EAF6}" destId="{7B0DE498-77A3-44D7-BD9D-DAC267F782B9}"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B40D9CE-9A67-49EB-8F0D-D5EAF7A9247C}"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21AC7F76-E363-4780-90A3-E1119CB1E95B}">
      <dgm:prSet/>
      <dgm:spPr/>
      <dgm:t>
        <a:bodyPr/>
        <a:lstStyle/>
        <a:p>
          <a:r>
            <a:rPr lang="en-US"/>
            <a:t>Requirements can be</a:t>
          </a:r>
        </a:p>
      </dgm:t>
    </dgm:pt>
    <dgm:pt modelId="{EECB565A-D766-4E18-9617-73C00B05F55B}" type="parTrans" cxnId="{323BCB51-D890-471D-9ACD-56A10530CD89}">
      <dgm:prSet/>
      <dgm:spPr/>
      <dgm:t>
        <a:bodyPr/>
        <a:lstStyle/>
        <a:p>
          <a:endParaRPr lang="en-US"/>
        </a:p>
      </dgm:t>
    </dgm:pt>
    <dgm:pt modelId="{EABC1648-7C3D-4470-BE54-867BC4ABD3CE}" type="sibTrans" cxnId="{323BCB51-D890-471D-9ACD-56A10530CD89}">
      <dgm:prSet/>
      <dgm:spPr/>
      <dgm:t>
        <a:bodyPr/>
        <a:lstStyle/>
        <a:p>
          <a:endParaRPr lang="en-US"/>
        </a:p>
      </dgm:t>
    </dgm:pt>
    <dgm:pt modelId="{93F660EA-E03E-49A5-93E4-D32E278AF24F}">
      <dgm:prSet/>
      <dgm:spPr/>
      <dgm:t>
        <a:bodyPr/>
        <a:lstStyle/>
        <a:p>
          <a:r>
            <a:rPr lang="en-US" b="1" dirty="0"/>
            <a:t>Confusing</a:t>
          </a:r>
        </a:p>
      </dgm:t>
    </dgm:pt>
    <dgm:pt modelId="{C82ECD53-AB0C-4307-A8CD-DC8F74DC4BA1}" type="parTrans" cxnId="{DB59AEE6-9354-4D68-8D68-AF48DA2D3222}">
      <dgm:prSet/>
      <dgm:spPr/>
      <dgm:t>
        <a:bodyPr/>
        <a:lstStyle/>
        <a:p>
          <a:endParaRPr lang="en-US"/>
        </a:p>
      </dgm:t>
    </dgm:pt>
    <dgm:pt modelId="{7084B702-1ADA-4538-AB85-258AC74CB215}" type="sibTrans" cxnId="{DB59AEE6-9354-4D68-8D68-AF48DA2D3222}">
      <dgm:prSet/>
      <dgm:spPr/>
      <dgm:t>
        <a:bodyPr/>
        <a:lstStyle/>
        <a:p>
          <a:endParaRPr lang="en-US"/>
        </a:p>
      </dgm:t>
    </dgm:pt>
    <dgm:pt modelId="{127D4B8C-B0C3-49FE-BD85-BEFF137243AE}">
      <dgm:prSet/>
      <dgm:spPr/>
      <dgm:t>
        <a:bodyPr/>
        <a:lstStyle/>
        <a:p>
          <a:r>
            <a:rPr lang="en-US" b="1" dirty="0"/>
            <a:t>Extraneous</a:t>
          </a:r>
        </a:p>
      </dgm:t>
    </dgm:pt>
    <dgm:pt modelId="{C7A56296-6A19-42B1-A37A-C2DFA07F9A60}" type="parTrans" cxnId="{D9F83257-69C6-41CD-8297-6BAFA4F2D646}">
      <dgm:prSet/>
      <dgm:spPr/>
      <dgm:t>
        <a:bodyPr/>
        <a:lstStyle/>
        <a:p>
          <a:endParaRPr lang="en-US"/>
        </a:p>
      </dgm:t>
    </dgm:pt>
    <dgm:pt modelId="{C33D4EB6-6B8D-43F4-AD1C-FBC3D7E325D5}" type="sibTrans" cxnId="{D9F83257-69C6-41CD-8297-6BAFA4F2D646}">
      <dgm:prSet/>
      <dgm:spPr/>
      <dgm:t>
        <a:bodyPr/>
        <a:lstStyle/>
        <a:p>
          <a:endParaRPr lang="en-US"/>
        </a:p>
      </dgm:t>
    </dgm:pt>
    <dgm:pt modelId="{6B412E3C-CB45-442D-AD7B-97F297A14AB0}">
      <dgm:prSet/>
      <dgm:spPr/>
      <dgm:t>
        <a:bodyPr/>
        <a:lstStyle/>
        <a:p>
          <a:r>
            <a:rPr lang="en-US" b="1" dirty="0"/>
            <a:t>Duplicated</a:t>
          </a:r>
        </a:p>
      </dgm:t>
    </dgm:pt>
    <dgm:pt modelId="{073CE3A1-088C-40A2-8C8A-F5B19FE2E973}" type="parTrans" cxnId="{1CD6049A-780D-4033-995F-9F2A9E7A4830}">
      <dgm:prSet/>
      <dgm:spPr/>
      <dgm:t>
        <a:bodyPr/>
        <a:lstStyle/>
        <a:p>
          <a:endParaRPr lang="en-US"/>
        </a:p>
      </dgm:t>
    </dgm:pt>
    <dgm:pt modelId="{F3D32E5C-6899-4CCF-A8E8-9D76E511063A}" type="sibTrans" cxnId="{1CD6049A-780D-4033-995F-9F2A9E7A4830}">
      <dgm:prSet/>
      <dgm:spPr/>
      <dgm:t>
        <a:bodyPr/>
        <a:lstStyle/>
        <a:p>
          <a:endParaRPr lang="en-US"/>
        </a:p>
      </dgm:t>
    </dgm:pt>
    <dgm:pt modelId="{51F4EC51-ED0B-4C1B-9B7B-C091172244E5}">
      <dgm:prSet/>
      <dgm:spPr/>
      <dgm:t>
        <a:bodyPr/>
        <a:lstStyle/>
        <a:p>
          <a:r>
            <a:rPr lang="en-US" b="1" dirty="0"/>
            <a:t>Conflicting</a:t>
          </a:r>
        </a:p>
      </dgm:t>
    </dgm:pt>
    <dgm:pt modelId="{37D8AB35-340A-4AF5-8A67-A3277E40E16E}" type="parTrans" cxnId="{32E16937-66D1-4DC3-A63F-24D23D388E94}">
      <dgm:prSet/>
      <dgm:spPr/>
      <dgm:t>
        <a:bodyPr/>
        <a:lstStyle/>
        <a:p>
          <a:endParaRPr lang="en-US"/>
        </a:p>
      </dgm:t>
    </dgm:pt>
    <dgm:pt modelId="{F76E117B-6D2E-40EC-B6A9-1D9593E87B90}" type="sibTrans" cxnId="{32E16937-66D1-4DC3-A63F-24D23D388E94}">
      <dgm:prSet/>
      <dgm:spPr/>
      <dgm:t>
        <a:bodyPr/>
        <a:lstStyle/>
        <a:p>
          <a:endParaRPr lang="en-US"/>
        </a:p>
      </dgm:t>
    </dgm:pt>
    <dgm:pt modelId="{BC620E25-807D-4F15-A52C-B81C9D825B91}">
      <dgm:prSet/>
      <dgm:spPr/>
      <dgm:t>
        <a:bodyPr/>
        <a:lstStyle/>
        <a:p>
          <a:r>
            <a:rPr lang="en-US" b="1" dirty="0"/>
            <a:t>Missing</a:t>
          </a:r>
        </a:p>
      </dgm:t>
    </dgm:pt>
    <dgm:pt modelId="{1E03168B-A30F-490A-83FE-F1F90F2AA597}" type="parTrans" cxnId="{BFD6992E-CD37-47CF-8590-D785AA4B65F4}">
      <dgm:prSet/>
      <dgm:spPr/>
      <dgm:t>
        <a:bodyPr/>
        <a:lstStyle/>
        <a:p>
          <a:endParaRPr lang="en-US"/>
        </a:p>
      </dgm:t>
    </dgm:pt>
    <dgm:pt modelId="{04BC34A6-F826-4DEE-9625-5242F5276810}" type="sibTrans" cxnId="{BFD6992E-CD37-47CF-8590-D785AA4B65F4}">
      <dgm:prSet/>
      <dgm:spPr/>
      <dgm:t>
        <a:bodyPr/>
        <a:lstStyle/>
        <a:p>
          <a:endParaRPr lang="en-US"/>
        </a:p>
      </dgm:t>
    </dgm:pt>
    <dgm:pt modelId="{426C70F2-0F89-4DFF-8A54-370D26AE2568}">
      <dgm:prSet/>
      <dgm:spPr/>
      <dgm:t>
        <a:bodyPr/>
        <a:lstStyle/>
        <a:p>
          <a:r>
            <a:rPr lang="en-US"/>
            <a:t>Requirements analysis – determine if the above</a:t>
          </a:r>
        </a:p>
      </dgm:t>
    </dgm:pt>
    <dgm:pt modelId="{0F3A8444-C2FA-4CBF-8B14-DFFF15787A82}" type="parTrans" cxnId="{D46EE648-0C02-4C06-AFE9-4587F4F527CF}">
      <dgm:prSet/>
      <dgm:spPr/>
      <dgm:t>
        <a:bodyPr/>
        <a:lstStyle/>
        <a:p>
          <a:endParaRPr lang="en-US"/>
        </a:p>
      </dgm:t>
    </dgm:pt>
    <dgm:pt modelId="{7B066BB9-62C8-4DF7-9E04-CCA40D24DE4E}" type="sibTrans" cxnId="{D46EE648-0C02-4C06-AFE9-4587F4F527CF}">
      <dgm:prSet/>
      <dgm:spPr/>
      <dgm:t>
        <a:bodyPr/>
        <a:lstStyle/>
        <a:p>
          <a:endParaRPr lang="en-US"/>
        </a:p>
      </dgm:t>
    </dgm:pt>
    <dgm:pt modelId="{B8A6A674-1C75-4E84-943C-389A72D0FD6C}">
      <dgm:prSet/>
      <dgm:spPr/>
      <dgm:t>
        <a:bodyPr/>
        <a:lstStyle/>
        <a:p>
          <a:r>
            <a:rPr lang="en-US"/>
            <a:t>Requirements agreement – techniques to deal with these</a:t>
          </a:r>
        </a:p>
      </dgm:t>
    </dgm:pt>
    <dgm:pt modelId="{DAAB3BF8-CF31-43CB-973F-C7B23F5FC591}" type="parTrans" cxnId="{82B3D0EB-9F42-415C-AA12-DF91EC73A87C}">
      <dgm:prSet/>
      <dgm:spPr/>
      <dgm:t>
        <a:bodyPr/>
        <a:lstStyle/>
        <a:p>
          <a:endParaRPr lang="en-US"/>
        </a:p>
      </dgm:t>
    </dgm:pt>
    <dgm:pt modelId="{45AAD07B-F0C1-4404-AA54-BC9BD8F230C4}" type="sibTrans" cxnId="{82B3D0EB-9F42-415C-AA12-DF91EC73A87C}">
      <dgm:prSet/>
      <dgm:spPr/>
      <dgm:t>
        <a:bodyPr/>
        <a:lstStyle/>
        <a:p>
          <a:endParaRPr lang="en-US"/>
        </a:p>
      </dgm:t>
    </dgm:pt>
    <dgm:pt modelId="{BDF700D1-92F9-4D38-B6F6-2352E87ADCF4}" type="pres">
      <dgm:prSet presAssocID="{DB40D9CE-9A67-49EB-8F0D-D5EAF7A9247C}" presName="linear" presStyleCnt="0">
        <dgm:presLayoutVars>
          <dgm:animLvl val="lvl"/>
          <dgm:resizeHandles val="exact"/>
        </dgm:presLayoutVars>
      </dgm:prSet>
      <dgm:spPr/>
    </dgm:pt>
    <dgm:pt modelId="{3EE08FC6-66DC-4825-9386-DBC66AC2DD3B}" type="pres">
      <dgm:prSet presAssocID="{21AC7F76-E363-4780-90A3-E1119CB1E95B}" presName="parentText" presStyleLbl="node1" presStyleIdx="0" presStyleCnt="3">
        <dgm:presLayoutVars>
          <dgm:chMax val="0"/>
          <dgm:bulletEnabled val="1"/>
        </dgm:presLayoutVars>
      </dgm:prSet>
      <dgm:spPr/>
    </dgm:pt>
    <dgm:pt modelId="{6F7F13B1-8B90-4B49-A930-87188713937F}" type="pres">
      <dgm:prSet presAssocID="{21AC7F76-E363-4780-90A3-E1119CB1E95B}" presName="childText" presStyleLbl="revTx" presStyleIdx="0" presStyleCnt="1">
        <dgm:presLayoutVars>
          <dgm:bulletEnabled val="1"/>
        </dgm:presLayoutVars>
      </dgm:prSet>
      <dgm:spPr/>
    </dgm:pt>
    <dgm:pt modelId="{1BE811CF-1217-4067-A2F6-B6D38A97FABE}" type="pres">
      <dgm:prSet presAssocID="{426C70F2-0F89-4DFF-8A54-370D26AE2568}" presName="parentText" presStyleLbl="node1" presStyleIdx="1" presStyleCnt="3">
        <dgm:presLayoutVars>
          <dgm:chMax val="0"/>
          <dgm:bulletEnabled val="1"/>
        </dgm:presLayoutVars>
      </dgm:prSet>
      <dgm:spPr/>
    </dgm:pt>
    <dgm:pt modelId="{59003A09-0469-4E78-B5B3-F62AF91B7C60}" type="pres">
      <dgm:prSet presAssocID="{7B066BB9-62C8-4DF7-9E04-CCA40D24DE4E}" presName="spacer" presStyleCnt="0"/>
      <dgm:spPr/>
    </dgm:pt>
    <dgm:pt modelId="{EDF37727-D00A-44FA-84A9-EAFD6291AEFF}" type="pres">
      <dgm:prSet presAssocID="{B8A6A674-1C75-4E84-943C-389A72D0FD6C}" presName="parentText" presStyleLbl="node1" presStyleIdx="2" presStyleCnt="3">
        <dgm:presLayoutVars>
          <dgm:chMax val="0"/>
          <dgm:bulletEnabled val="1"/>
        </dgm:presLayoutVars>
      </dgm:prSet>
      <dgm:spPr/>
    </dgm:pt>
  </dgm:ptLst>
  <dgm:cxnLst>
    <dgm:cxn modelId="{C2E06602-C575-45F9-BDAF-9B640128CE1A}" type="presOf" srcId="{21AC7F76-E363-4780-90A3-E1119CB1E95B}" destId="{3EE08FC6-66DC-4825-9386-DBC66AC2DD3B}" srcOrd="0" destOrd="0" presId="urn:microsoft.com/office/officeart/2005/8/layout/vList2"/>
    <dgm:cxn modelId="{BFD6992E-CD37-47CF-8590-D785AA4B65F4}" srcId="{21AC7F76-E363-4780-90A3-E1119CB1E95B}" destId="{BC620E25-807D-4F15-A52C-B81C9D825B91}" srcOrd="4" destOrd="0" parTransId="{1E03168B-A30F-490A-83FE-F1F90F2AA597}" sibTransId="{04BC34A6-F826-4DEE-9625-5242F5276810}"/>
    <dgm:cxn modelId="{32E16937-66D1-4DC3-A63F-24D23D388E94}" srcId="{21AC7F76-E363-4780-90A3-E1119CB1E95B}" destId="{51F4EC51-ED0B-4C1B-9B7B-C091172244E5}" srcOrd="3" destOrd="0" parTransId="{37D8AB35-340A-4AF5-8A67-A3277E40E16E}" sibTransId="{F76E117B-6D2E-40EC-B6A9-1D9593E87B90}"/>
    <dgm:cxn modelId="{D46EE648-0C02-4C06-AFE9-4587F4F527CF}" srcId="{DB40D9CE-9A67-49EB-8F0D-D5EAF7A9247C}" destId="{426C70F2-0F89-4DFF-8A54-370D26AE2568}" srcOrd="1" destOrd="0" parTransId="{0F3A8444-C2FA-4CBF-8B14-DFFF15787A82}" sibTransId="{7B066BB9-62C8-4DF7-9E04-CCA40D24DE4E}"/>
    <dgm:cxn modelId="{AFF3EA48-3175-46F3-B606-A04A6BE02C48}" type="presOf" srcId="{6B412E3C-CB45-442D-AD7B-97F297A14AB0}" destId="{6F7F13B1-8B90-4B49-A930-87188713937F}" srcOrd="0" destOrd="2" presId="urn:microsoft.com/office/officeart/2005/8/layout/vList2"/>
    <dgm:cxn modelId="{323BCB51-D890-471D-9ACD-56A10530CD89}" srcId="{DB40D9CE-9A67-49EB-8F0D-D5EAF7A9247C}" destId="{21AC7F76-E363-4780-90A3-E1119CB1E95B}" srcOrd="0" destOrd="0" parTransId="{EECB565A-D766-4E18-9617-73C00B05F55B}" sibTransId="{EABC1648-7C3D-4470-BE54-867BC4ABD3CE}"/>
    <dgm:cxn modelId="{D9F83257-69C6-41CD-8297-6BAFA4F2D646}" srcId="{21AC7F76-E363-4780-90A3-E1119CB1E95B}" destId="{127D4B8C-B0C3-49FE-BD85-BEFF137243AE}" srcOrd="1" destOrd="0" parTransId="{C7A56296-6A19-42B1-A37A-C2DFA07F9A60}" sibTransId="{C33D4EB6-6B8D-43F4-AD1C-FBC3D7E325D5}"/>
    <dgm:cxn modelId="{AB34155B-5E81-4E29-B607-386810FC9E27}" type="presOf" srcId="{DB40D9CE-9A67-49EB-8F0D-D5EAF7A9247C}" destId="{BDF700D1-92F9-4D38-B6F6-2352E87ADCF4}" srcOrd="0" destOrd="0" presId="urn:microsoft.com/office/officeart/2005/8/layout/vList2"/>
    <dgm:cxn modelId="{05E8998B-F34D-4377-AFA9-F4634791211E}" type="presOf" srcId="{51F4EC51-ED0B-4C1B-9B7B-C091172244E5}" destId="{6F7F13B1-8B90-4B49-A930-87188713937F}" srcOrd="0" destOrd="3" presId="urn:microsoft.com/office/officeart/2005/8/layout/vList2"/>
    <dgm:cxn modelId="{B979E092-271E-4A36-8A44-811A28E75AAE}" type="presOf" srcId="{B8A6A674-1C75-4E84-943C-389A72D0FD6C}" destId="{EDF37727-D00A-44FA-84A9-EAFD6291AEFF}" srcOrd="0" destOrd="0" presId="urn:microsoft.com/office/officeart/2005/8/layout/vList2"/>
    <dgm:cxn modelId="{1CD6049A-780D-4033-995F-9F2A9E7A4830}" srcId="{21AC7F76-E363-4780-90A3-E1119CB1E95B}" destId="{6B412E3C-CB45-442D-AD7B-97F297A14AB0}" srcOrd="2" destOrd="0" parTransId="{073CE3A1-088C-40A2-8C8A-F5B19FE2E973}" sibTransId="{F3D32E5C-6899-4CCF-A8E8-9D76E511063A}"/>
    <dgm:cxn modelId="{31982DAE-6EA4-4247-9E3B-AF8B6D3BAC12}" type="presOf" srcId="{93F660EA-E03E-49A5-93E4-D32E278AF24F}" destId="{6F7F13B1-8B90-4B49-A930-87188713937F}" srcOrd="0" destOrd="0" presId="urn:microsoft.com/office/officeart/2005/8/layout/vList2"/>
    <dgm:cxn modelId="{3FDB3BB4-47EC-4347-B4E6-B2A50FA85DAC}" type="presOf" srcId="{BC620E25-807D-4F15-A52C-B81C9D825B91}" destId="{6F7F13B1-8B90-4B49-A930-87188713937F}" srcOrd="0" destOrd="4" presId="urn:microsoft.com/office/officeart/2005/8/layout/vList2"/>
    <dgm:cxn modelId="{65B28BB9-0114-4F8B-BA24-D3772DCB12C0}" type="presOf" srcId="{127D4B8C-B0C3-49FE-BD85-BEFF137243AE}" destId="{6F7F13B1-8B90-4B49-A930-87188713937F}" srcOrd="0" destOrd="1" presId="urn:microsoft.com/office/officeart/2005/8/layout/vList2"/>
    <dgm:cxn modelId="{214AE6CD-C94B-4863-A625-B0263F2DB940}" type="presOf" srcId="{426C70F2-0F89-4DFF-8A54-370D26AE2568}" destId="{1BE811CF-1217-4067-A2F6-B6D38A97FABE}" srcOrd="0" destOrd="0" presId="urn:microsoft.com/office/officeart/2005/8/layout/vList2"/>
    <dgm:cxn modelId="{DB59AEE6-9354-4D68-8D68-AF48DA2D3222}" srcId="{21AC7F76-E363-4780-90A3-E1119CB1E95B}" destId="{93F660EA-E03E-49A5-93E4-D32E278AF24F}" srcOrd="0" destOrd="0" parTransId="{C82ECD53-AB0C-4307-A8CD-DC8F74DC4BA1}" sibTransId="{7084B702-1ADA-4538-AB85-258AC74CB215}"/>
    <dgm:cxn modelId="{82B3D0EB-9F42-415C-AA12-DF91EC73A87C}" srcId="{DB40D9CE-9A67-49EB-8F0D-D5EAF7A9247C}" destId="{B8A6A674-1C75-4E84-943C-389A72D0FD6C}" srcOrd="2" destOrd="0" parTransId="{DAAB3BF8-CF31-43CB-973F-C7B23F5FC591}" sibTransId="{45AAD07B-F0C1-4404-AA54-BC9BD8F230C4}"/>
    <dgm:cxn modelId="{D34599E1-049F-444D-97BC-05CB02C9FD44}" type="presParOf" srcId="{BDF700D1-92F9-4D38-B6F6-2352E87ADCF4}" destId="{3EE08FC6-66DC-4825-9386-DBC66AC2DD3B}" srcOrd="0" destOrd="0" presId="urn:microsoft.com/office/officeart/2005/8/layout/vList2"/>
    <dgm:cxn modelId="{B9E42925-8C0C-4CEC-ACD9-F82CCF70D688}" type="presParOf" srcId="{BDF700D1-92F9-4D38-B6F6-2352E87ADCF4}" destId="{6F7F13B1-8B90-4B49-A930-87188713937F}" srcOrd="1" destOrd="0" presId="urn:microsoft.com/office/officeart/2005/8/layout/vList2"/>
    <dgm:cxn modelId="{465EDF75-2D62-4E31-8983-FD039C36394B}" type="presParOf" srcId="{BDF700D1-92F9-4D38-B6F6-2352E87ADCF4}" destId="{1BE811CF-1217-4067-A2F6-B6D38A97FABE}" srcOrd="2" destOrd="0" presId="urn:microsoft.com/office/officeart/2005/8/layout/vList2"/>
    <dgm:cxn modelId="{F8F0D630-2180-45B3-ABE1-DA1C6231A206}" type="presParOf" srcId="{BDF700D1-92F9-4D38-B6F6-2352E87ADCF4}" destId="{59003A09-0469-4E78-B5B3-F62AF91B7C60}" srcOrd="3" destOrd="0" presId="urn:microsoft.com/office/officeart/2005/8/layout/vList2"/>
    <dgm:cxn modelId="{0C2F5B62-5D3F-41CB-8A20-6CE47AAF6B7A}" type="presParOf" srcId="{BDF700D1-92F9-4D38-B6F6-2352E87ADCF4}" destId="{EDF37727-D00A-44FA-84A9-EAFD6291AEFF}"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2182D98-E435-4B34-BD31-78311667CDCE}" type="doc">
      <dgm:prSet loTypeId="urn:microsoft.com/office/officeart/2005/8/layout/vList2" loCatId="list" qsTypeId="urn:microsoft.com/office/officeart/2005/8/quickstyle/simple4" qsCatId="simple" csTypeId="urn:microsoft.com/office/officeart/2005/8/colors/colorful2" csCatId="colorful" phldr="1"/>
      <dgm:spPr/>
      <dgm:t>
        <a:bodyPr/>
        <a:lstStyle/>
        <a:p>
          <a:endParaRPr lang="en-US"/>
        </a:p>
      </dgm:t>
    </dgm:pt>
    <dgm:pt modelId="{7371FBF9-1987-43FF-BEE6-3F1A23318616}">
      <dgm:prSet/>
      <dgm:spPr/>
      <dgm:t>
        <a:bodyPr/>
        <a:lstStyle/>
        <a:p>
          <a:r>
            <a:rPr lang="en-US"/>
            <a:t>For a single requirement</a:t>
          </a:r>
        </a:p>
      </dgm:t>
    </dgm:pt>
    <dgm:pt modelId="{B8F09003-BE39-4362-B436-C48F653C8305}" type="parTrans" cxnId="{C0F83F64-6A10-4FB6-863D-2A466DCD7C5F}">
      <dgm:prSet/>
      <dgm:spPr/>
      <dgm:t>
        <a:bodyPr/>
        <a:lstStyle/>
        <a:p>
          <a:endParaRPr lang="en-US"/>
        </a:p>
      </dgm:t>
    </dgm:pt>
    <dgm:pt modelId="{8D5974BA-C0E9-4A1F-9B85-3382E21C73CC}" type="sibTrans" cxnId="{C0F83F64-6A10-4FB6-863D-2A466DCD7C5F}">
      <dgm:prSet/>
      <dgm:spPr/>
      <dgm:t>
        <a:bodyPr/>
        <a:lstStyle/>
        <a:p>
          <a:endParaRPr lang="en-US"/>
        </a:p>
      </dgm:t>
    </dgm:pt>
    <dgm:pt modelId="{CF5B6DA4-11A9-42C1-8405-741BD9A4B407}">
      <dgm:prSet/>
      <dgm:spPr/>
      <dgm:t>
        <a:bodyPr/>
        <a:lstStyle/>
        <a:p>
          <a:r>
            <a:rPr lang="en-US" dirty="0"/>
            <a:t>Singular</a:t>
          </a:r>
        </a:p>
      </dgm:t>
    </dgm:pt>
    <dgm:pt modelId="{403C76EC-7154-4323-AA4A-ECFC96A880BC}" type="parTrans" cxnId="{86526F8A-975F-4601-82F5-97AA70132D66}">
      <dgm:prSet/>
      <dgm:spPr/>
      <dgm:t>
        <a:bodyPr/>
        <a:lstStyle/>
        <a:p>
          <a:endParaRPr lang="en-US"/>
        </a:p>
      </dgm:t>
    </dgm:pt>
    <dgm:pt modelId="{7B0D763A-198C-4582-91A2-39B850A52DCA}" type="sibTrans" cxnId="{86526F8A-975F-4601-82F5-97AA70132D66}">
      <dgm:prSet/>
      <dgm:spPr/>
      <dgm:t>
        <a:bodyPr/>
        <a:lstStyle/>
        <a:p>
          <a:endParaRPr lang="en-US"/>
        </a:p>
      </dgm:t>
    </dgm:pt>
    <dgm:pt modelId="{22E5F417-0797-489D-9AF7-157F36239ADC}">
      <dgm:prSet/>
      <dgm:spPr/>
      <dgm:t>
        <a:bodyPr/>
        <a:lstStyle/>
        <a:p>
          <a:r>
            <a:rPr lang="en-US" dirty="0"/>
            <a:t>Feasible</a:t>
          </a:r>
        </a:p>
      </dgm:t>
    </dgm:pt>
    <dgm:pt modelId="{42757368-65A9-4B3C-9C2E-F9B5CBEDBE71}" type="parTrans" cxnId="{8993F1EA-9587-4AF2-8847-BEF16E3DDBD8}">
      <dgm:prSet/>
      <dgm:spPr/>
      <dgm:t>
        <a:bodyPr/>
        <a:lstStyle/>
        <a:p>
          <a:endParaRPr lang="en-US"/>
        </a:p>
      </dgm:t>
    </dgm:pt>
    <dgm:pt modelId="{AF136642-66A2-48A3-A44B-27245302B2CC}" type="sibTrans" cxnId="{8993F1EA-9587-4AF2-8847-BEF16E3DDBD8}">
      <dgm:prSet/>
      <dgm:spPr/>
      <dgm:t>
        <a:bodyPr/>
        <a:lstStyle/>
        <a:p>
          <a:endParaRPr lang="en-US"/>
        </a:p>
      </dgm:t>
    </dgm:pt>
    <dgm:pt modelId="{68B9F4D8-682F-45B2-8FED-21FE5DF70548}">
      <dgm:prSet/>
      <dgm:spPr/>
      <dgm:t>
        <a:bodyPr/>
        <a:lstStyle/>
        <a:p>
          <a:r>
            <a:rPr lang="en-US" dirty="0"/>
            <a:t>Unambiguous</a:t>
          </a:r>
        </a:p>
      </dgm:t>
    </dgm:pt>
    <dgm:pt modelId="{1813F13A-6480-4CBF-8224-F5898E00F099}" type="parTrans" cxnId="{BAC2A305-51A6-4795-B4B1-C80A626F2DE7}">
      <dgm:prSet/>
      <dgm:spPr/>
      <dgm:t>
        <a:bodyPr/>
        <a:lstStyle/>
        <a:p>
          <a:endParaRPr lang="en-US"/>
        </a:p>
      </dgm:t>
    </dgm:pt>
    <dgm:pt modelId="{0C944B40-AF7F-4669-87DD-64D27348387C}" type="sibTrans" cxnId="{BAC2A305-51A6-4795-B4B1-C80A626F2DE7}">
      <dgm:prSet/>
      <dgm:spPr/>
      <dgm:t>
        <a:bodyPr/>
        <a:lstStyle/>
        <a:p>
          <a:endParaRPr lang="en-US"/>
        </a:p>
      </dgm:t>
    </dgm:pt>
    <dgm:pt modelId="{D074E5A4-9FD4-40CA-A22C-6EF35A19FE48}">
      <dgm:prSet/>
      <dgm:spPr/>
      <dgm:t>
        <a:bodyPr/>
        <a:lstStyle/>
        <a:p>
          <a:r>
            <a:rPr lang="en-US"/>
            <a:t>Complete</a:t>
          </a:r>
        </a:p>
      </dgm:t>
    </dgm:pt>
    <dgm:pt modelId="{CB67DF7E-BBAF-4840-8D63-230A04A19B9D}" type="parTrans" cxnId="{E6A6B1DE-2B14-405F-8667-20DD0EFC1F3C}">
      <dgm:prSet/>
      <dgm:spPr/>
      <dgm:t>
        <a:bodyPr/>
        <a:lstStyle/>
        <a:p>
          <a:endParaRPr lang="en-US"/>
        </a:p>
      </dgm:t>
    </dgm:pt>
    <dgm:pt modelId="{C957ABD9-6082-4CFE-AA3B-68B52AB6B373}" type="sibTrans" cxnId="{E6A6B1DE-2B14-405F-8667-20DD0EFC1F3C}">
      <dgm:prSet/>
      <dgm:spPr/>
      <dgm:t>
        <a:bodyPr/>
        <a:lstStyle/>
        <a:p>
          <a:endParaRPr lang="en-US"/>
        </a:p>
      </dgm:t>
    </dgm:pt>
    <dgm:pt modelId="{1E598C76-825A-4DD8-971E-CEFEFAB2997B}">
      <dgm:prSet/>
      <dgm:spPr/>
      <dgm:t>
        <a:bodyPr/>
        <a:lstStyle/>
        <a:p>
          <a:r>
            <a:rPr lang="en-US" dirty="0"/>
            <a:t>Consistent</a:t>
          </a:r>
        </a:p>
      </dgm:t>
    </dgm:pt>
    <dgm:pt modelId="{B3B5CB5A-F19A-414F-BEB3-512B6916B4E1}" type="parTrans" cxnId="{4A48D7AB-E32B-4C1A-B1C9-CA3E0F421788}">
      <dgm:prSet/>
      <dgm:spPr/>
      <dgm:t>
        <a:bodyPr/>
        <a:lstStyle/>
        <a:p>
          <a:endParaRPr lang="en-US"/>
        </a:p>
      </dgm:t>
    </dgm:pt>
    <dgm:pt modelId="{C8D5AF17-5660-479A-A19F-B1723BAD0590}" type="sibTrans" cxnId="{4A48D7AB-E32B-4C1A-B1C9-CA3E0F421788}">
      <dgm:prSet/>
      <dgm:spPr/>
      <dgm:t>
        <a:bodyPr/>
        <a:lstStyle/>
        <a:p>
          <a:endParaRPr lang="en-US"/>
        </a:p>
      </dgm:t>
    </dgm:pt>
    <dgm:pt modelId="{2D573985-F5BF-4998-8525-161391A721FB}">
      <dgm:prSet/>
      <dgm:spPr/>
      <dgm:t>
        <a:bodyPr/>
        <a:lstStyle/>
        <a:p>
          <a:r>
            <a:rPr lang="en-US"/>
            <a:t>Verifiable</a:t>
          </a:r>
        </a:p>
      </dgm:t>
    </dgm:pt>
    <dgm:pt modelId="{5639316D-1CA0-485B-8879-7428D20E893F}" type="parTrans" cxnId="{B6CD47DD-DF14-4A73-86B3-D9279BB2DCA2}">
      <dgm:prSet/>
      <dgm:spPr/>
      <dgm:t>
        <a:bodyPr/>
        <a:lstStyle/>
        <a:p>
          <a:endParaRPr lang="en-US"/>
        </a:p>
      </dgm:t>
    </dgm:pt>
    <dgm:pt modelId="{FEB8A9CB-A4A3-45B6-9202-12E777D4039B}" type="sibTrans" cxnId="{B6CD47DD-DF14-4A73-86B3-D9279BB2DCA2}">
      <dgm:prSet/>
      <dgm:spPr/>
      <dgm:t>
        <a:bodyPr/>
        <a:lstStyle/>
        <a:p>
          <a:endParaRPr lang="en-US"/>
        </a:p>
      </dgm:t>
    </dgm:pt>
    <dgm:pt modelId="{E502E88B-707E-4392-ACB1-8DC19CDC843F}">
      <dgm:prSet/>
      <dgm:spPr/>
      <dgm:t>
        <a:bodyPr/>
        <a:lstStyle/>
        <a:p>
          <a:r>
            <a:rPr lang="en-US" dirty="0"/>
            <a:t>Traceable</a:t>
          </a:r>
        </a:p>
      </dgm:t>
    </dgm:pt>
    <dgm:pt modelId="{C5734332-4060-4A8A-B2D7-45367881CE52}" type="parTrans" cxnId="{F4B1212A-7319-44BC-83C3-2A322DB789AE}">
      <dgm:prSet/>
      <dgm:spPr/>
      <dgm:t>
        <a:bodyPr/>
        <a:lstStyle/>
        <a:p>
          <a:endParaRPr lang="en-US"/>
        </a:p>
      </dgm:t>
    </dgm:pt>
    <dgm:pt modelId="{CA8C34AA-248A-4E39-8B5A-4B75BA32FA1B}" type="sibTrans" cxnId="{F4B1212A-7319-44BC-83C3-2A322DB789AE}">
      <dgm:prSet/>
      <dgm:spPr/>
      <dgm:t>
        <a:bodyPr/>
        <a:lstStyle/>
        <a:p>
          <a:endParaRPr lang="en-US"/>
        </a:p>
      </dgm:t>
    </dgm:pt>
    <dgm:pt modelId="{4865CB50-998E-43E0-8148-30D132EAAB97}" type="pres">
      <dgm:prSet presAssocID="{C2182D98-E435-4B34-BD31-78311667CDCE}" presName="linear" presStyleCnt="0">
        <dgm:presLayoutVars>
          <dgm:animLvl val="lvl"/>
          <dgm:resizeHandles val="exact"/>
        </dgm:presLayoutVars>
      </dgm:prSet>
      <dgm:spPr/>
    </dgm:pt>
    <dgm:pt modelId="{BC6F3F2D-D164-43C1-83D7-325522925075}" type="pres">
      <dgm:prSet presAssocID="{7371FBF9-1987-43FF-BEE6-3F1A23318616}" presName="parentText" presStyleLbl="node1" presStyleIdx="0" presStyleCnt="1">
        <dgm:presLayoutVars>
          <dgm:chMax val="0"/>
          <dgm:bulletEnabled val="1"/>
        </dgm:presLayoutVars>
      </dgm:prSet>
      <dgm:spPr/>
    </dgm:pt>
    <dgm:pt modelId="{8310EEBA-91AB-4496-9DC8-5B61244665E8}" type="pres">
      <dgm:prSet presAssocID="{7371FBF9-1987-43FF-BEE6-3F1A23318616}" presName="childText" presStyleLbl="revTx" presStyleIdx="0" presStyleCnt="1">
        <dgm:presLayoutVars>
          <dgm:bulletEnabled val="1"/>
        </dgm:presLayoutVars>
      </dgm:prSet>
      <dgm:spPr/>
    </dgm:pt>
  </dgm:ptLst>
  <dgm:cxnLst>
    <dgm:cxn modelId="{BAC2A305-51A6-4795-B4B1-C80A626F2DE7}" srcId="{7371FBF9-1987-43FF-BEE6-3F1A23318616}" destId="{68B9F4D8-682F-45B2-8FED-21FE5DF70548}" srcOrd="2" destOrd="0" parTransId="{1813F13A-6480-4CBF-8224-F5898E00F099}" sibTransId="{0C944B40-AF7F-4669-87DD-64D27348387C}"/>
    <dgm:cxn modelId="{A6330213-DA7A-4C19-907D-34E1A69B8A49}" type="presOf" srcId="{D074E5A4-9FD4-40CA-A22C-6EF35A19FE48}" destId="{8310EEBA-91AB-4496-9DC8-5B61244665E8}" srcOrd="0" destOrd="3" presId="urn:microsoft.com/office/officeart/2005/8/layout/vList2"/>
    <dgm:cxn modelId="{55547B23-04C3-477C-A4C5-178C05F00E06}" type="presOf" srcId="{C2182D98-E435-4B34-BD31-78311667CDCE}" destId="{4865CB50-998E-43E0-8148-30D132EAAB97}" srcOrd="0" destOrd="0" presId="urn:microsoft.com/office/officeart/2005/8/layout/vList2"/>
    <dgm:cxn modelId="{F4B1212A-7319-44BC-83C3-2A322DB789AE}" srcId="{7371FBF9-1987-43FF-BEE6-3F1A23318616}" destId="{E502E88B-707E-4392-ACB1-8DC19CDC843F}" srcOrd="6" destOrd="0" parTransId="{C5734332-4060-4A8A-B2D7-45367881CE52}" sibTransId="{CA8C34AA-248A-4E39-8B5A-4B75BA32FA1B}"/>
    <dgm:cxn modelId="{0AF8AC32-3E99-452B-BA05-30CD3D2CD12C}" type="presOf" srcId="{68B9F4D8-682F-45B2-8FED-21FE5DF70548}" destId="{8310EEBA-91AB-4496-9DC8-5B61244665E8}" srcOrd="0" destOrd="2" presId="urn:microsoft.com/office/officeart/2005/8/layout/vList2"/>
    <dgm:cxn modelId="{91056A57-DF65-49BE-99C1-1D7F415F6DB7}" type="presOf" srcId="{22E5F417-0797-489D-9AF7-157F36239ADC}" destId="{8310EEBA-91AB-4496-9DC8-5B61244665E8}" srcOrd="0" destOrd="1" presId="urn:microsoft.com/office/officeart/2005/8/layout/vList2"/>
    <dgm:cxn modelId="{69B74E59-9AE7-4CC8-BC9A-1DFC42B995DD}" type="presOf" srcId="{2D573985-F5BF-4998-8525-161391A721FB}" destId="{8310EEBA-91AB-4496-9DC8-5B61244665E8}" srcOrd="0" destOrd="5" presId="urn:microsoft.com/office/officeart/2005/8/layout/vList2"/>
    <dgm:cxn modelId="{9FD01763-C765-4FEF-A2FF-D2AAE39926F9}" type="presOf" srcId="{7371FBF9-1987-43FF-BEE6-3F1A23318616}" destId="{BC6F3F2D-D164-43C1-83D7-325522925075}" srcOrd="0" destOrd="0" presId="urn:microsoft.com/office/officeart/2005/8/layout/vList2"/>
    <dgm:cxn modelId="{C0F83F64-6A10-4FB6-863D-2A466DCD7C5F}" srcId="{C2182D98-E435-4B34-BD31-78311667CDCE}" destId="{7371FBF9-1987-43FF-BEE6-3F1A23318616}" srcOrd="0" destOrd="0" parTransId="{B8F09003-BE39-4362-B436-C48F653C8305}" sibTransId="{8D5974BA-C0E9-4A1F-9B85-3382E21C73CC}"/>
    <dgm:cxn modelId="{F5775867-9C7A-41DC-9362-5446D4ED8F54}" type="presOf" srcId="{CF5B6DA4-11A9-42C1-8405-741BD9A4B407}" destId="{8310EEBA-91AB-4496-9DC8-5B61244665E8}" srcOrd="0" destOrd="0" presId="urn:microsoft.com/office/officeart/2005/8/layout/vList2"/>
    <dgm:cxn modelId="{86526F8A-975F-4601-82F5-97AA70132D66}" srcId="{7371FBF9-1987-43FF-BEE6-3F1A23318616}" destId="{CF5B6DA4-11A9-42C1-8405-741BD9A4B407}" srcOrd="0" destOrd="0" parTransId="{403C76EC-7154-4323-AA4A-ECFC96A880BC}" sibTransId="{7B0D763A-198C-4582-91A2-39B850A52DCA}"/>
    <dgm:cxn modelId="{4A48D7AB-E32B-4C1A-B1C9-CA3E0F421788}" srcId="{7371FBF9-1987-43FF-BEE6-3F1A23318616}" destId="{1E598C76-825A-4DD8-971E-CEFEFAB2997B}" srcOrd="4" destOrd="0" parTransId="{B3B5CB5A-F19A-414F-BEB3-512B6916B4E1}" sibTransId="{C8D5AF17-5660-479A-A19F-B1723BAD0590}"/>
    <dgm:cxn modelId="{ADB610DA-7B1D-40A8-812C-7058BEEEE3DE}" type="presOf" srcId="{E502E88B-707E-4392-ACB1-8DC19CDC843F}" destId="{8310EEBA-91AB-4496-9DC8-5B61244665E8}" srcOrd="0" destOrd="6" presId="urn:microsoft.com/office/officeart/2005/8/layout/vList2"/>
    <dgm:cxn modelId="{B6CD47DD-DF14-4A73-86B3-D9279BB2DCA2}" srcId="{7371FBF9-1987-43FF-BEE6-3F1A23318616}" destId="{2D573985-F5BF-4998-8525-161391A721FB}" srcOrd="5" destOrd="0" parTransId="{5639316D-1CA0-485B-8879-7428D20E893F}" sibTransId="{FEB8A9CB-A4A3-45B6-9202-12E777D4039B}"/>
    <dgm:cxn modelId="{E6A6B1DE-2B14-405F-8667-20DD0EFC1F3C}" srcId="{7371FBF9-1987-43FF-BEE6-3F1A23318616}" destId="{D074E5A4-9FD4-40CA-A22C-6EF35A19FE48}" srcOrd="3" destOrd="0" parTransId="{CB67DF7E-BBAF-4840-8D63-230A04A19B9D}" sibTransId="{C957ABD9-6082-4CFE-AA3B-68B52AB6B373}"/>
    <dgm:cxn modelId="{8993F1EA-9587-4AF2-8847-BEF16E3DDBD8}" srcId="{7371FBF9-1987-43FF-BEE6-3F1A23318616}" destId="{22E5F417-0797-489D-9AF7-157F36239ADC}" srcOrd="1" destOrd="0" parTransId="{42757368-65A9-4B3C-9C2E-F9B5CBEDBE71}" sibTransId="{AF136642-66A2-48A3-A44B-27245302B2CC}"/>
    <dgm:cxn modelId="{1E0BA3F4-EA75-46AE-B561-D094BB2D18D4}" type="presOf" srcId="{1E598C76-825A-4DD8-971E-CEFEFAB2997B}" destId="{8310EEBA-91AB-4496-9DC8-5B61244665E8}" srcOrd="0" destOrd="4" presId="urn:microsoft.com/office/officeart/2005/8/layout/vList2"/>
    <dgm:cxn modelId="{5E7B13E9-36BE-4A7E-9EA1-F61C29382710}" type="presParOf" srcId="{4865CB50-998E-43E0-8148-30D132EAAB97}" destId="{BC6F3F2D-D164-43C1-83D7-325522925075}" srcOrd="0" destOrd="0" presId="urn:microsoft.com/office/officeart/2005/8/layout/vList2"/>
    <dgm:cxn modelId="{0DF722B6-ED82-413C-AEC6-7D35A03D51A4}" type="presParOf" srcId="{4865CB50-998E-43E0-8148-30D132EAAB97}" destId="{8310EEBA-91AB-4496-9DC8-5B61244665E8}" srcOrd="1"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C13644A-3EFE-4AF9-BE7F-7EC197C548F4}" type="doc">
      <dgm:prSet loTypeId="urn:microsoft.com/office/officeart/2005/8/layout/list1" loCatId="list" qsTypeId="urn:microsoft.com/office/officeart/2005/8/quickstyle/simple1" qsCatId="simple" csTypeId="urn:microsoft.com/office/officeart/2005/8/colors/colorful5" csCatId="colorful"/>
      <dgm:spPr/>
      <dgm:t>
        <a:bodyPr/>
        <a:lstStyle/>
        <a:p>
          <a:endParaRPr lang="en-US"/>
        </a:p>
      </dgm:t>
    </dgm:pt>
    <dgm:pt modelId="{814C89BA-2FA4-4F56-A617-75EF359B9E2F}">
      <dgm:prSet/>
      <dgm:spPr/>
      <dgm:t>
        <a:bodyPr/>
        <a:lstStyle/>
        <a:p>
          <a:r>
            <a:rPr lang="en-US"/>
            <a:t>Can be rewritten in positive form. Ex</a:t>
          </a:r>
        </a:p>
      </dgm:t>
    </dgm:pt>
    <dgm:pt modelId="{2A76E5F6-91B4-4CD1-A8AE-4D064B13B8D2}" type="parTrans" cxnId="{8699AD77-2E62-4DCD-AACF-23E646019268}">
      <dgm:prSet/>
      <dgm:spPr/>
      <dgm:t>
        <a:bodyPr/>
        <a:lstStyle/>
        <a:p>
          <a:endParaRPr lang="en-US"/>
        </a:p>
      </dgm:t>
    </dgm:pt>
    <dgm:pt modelId="{F0E3AFA8-CDC7-4AC5-9323-42EB594789A1}" type="sibTrans" cxnId="{8699AD77-2E62-4DCD-AACF-23E646019268}">
      <dgm:prSet/>
      <dgm:spPr/>
      <dgm:t>
        <a:bodyPr/>
        <a:lstStyle/>
        <a:p>
          <a:endParaRPr lang="en-US"/>
        </a:p>
      </dgm:t>
    </dgm:pt>
    <dgm:pt modelId="{C1A638FD-2BBE-4EC4-BA8E-25E44096DC6C}">
      <dgm:prSet/>
      <dgm:spPr/>
      <dgm:t>
        <a:bodyPr/>
        <a:lstStyle/>
        <a:p>
          <a:r>
            <a:rPr lang="en-US"/>
            <a:t>The system shall not harm humans.</a:t>
          </a:r>
        </a:p>
      </dgm:t>
    </dgm:pt>
    <dgm:pt modelId="{B2A99AD5-4FA2-4F2E-902A-667EDC9DB099}" type="parTrans" cxnId="{1712882E-DFA6-4953-A616-A2D2BED939F3}">
      <dgm:prSet/>
      <dgm:spPr/>
      <dgm:t>
        <a:bodyPr/>
        <a:lstStyle/>
        <a:p>
          <a:endParaRPr lang="en-US"/>
        </a:p>
      </dgm:t>
    </dgm:pt>
    <dgm:pt modelId="{DB46370C-92E2-406D-BB85-A518A532E77F}" type="sibTrans" cxnId="{1712882E-DFA6-4953-A616-A2D2BED939F3}">
      <dgm:prSet/>
      <dgm:spPr/>
      <dgm:t>
        <a:bodyPr/>
        <a:lstStyle/>
        <a:p>
          <a:endParaRPr lang="en-US"/>
        </a:p>
      </dgm:t>
    </dgm:pt>
    <dgm:pt modelId="{78D0B0BD-B9E4-4E17-B23B-CECA716D0BE7}">
      <dgm:prSet/>
      <dgm:spPr/>
      <dgm:t>
        <a:bodyPr/>
        <a:lstStyle/>
        <a:p>
          <a:r>
            <a:rPr lang="en-US"/>
            <a:t>Alternative</a:t>
          </a:r>
        </a:p>
      </dgm:t>
    </dgm:pt>
    <dgm:pt modelId="{A521FCFF-0680-48A4-BADF-32DB41A437CE}" type="parTrans" cxnId="{9CE0DFF2-F43E-46A6-B451-1E606930CECB}">
      <dgm:prSet/>
      <dgm:spPr/>
      <dgm:t>
        <a:bodyPr/>
        <a:lstStyle/>
        <a:p>
          <a:endParaRPr lang="en-US"/>
        </a:p>
      </dgm:t>
    </dgm:pt>
    <dgm:pt modelId="{FFB6D497-509E-40A4-A1B0-1D675ADCFEBB}" type="sibTrans" cxnId="{9CE0DFF2-F43E-46A6-B451-1E606930CECB}">
      <dgm:prSet/>
      <dgm:spPr/>
      <dgm:t>
        <a:bodyPr/>
        <a:lstStyle/>
        <a:p>
          <a:endParaRPr lang="en-US"/>
        </a:p>
      </dgm:t>
    </dgm:pt>
    <dgm:pt modelId="{93C418B3-C14B-4034-A892-4E4745E81DEC}">
      <dgm:prSet/>
      <dgm:spPr/>
      <dgm:t>
        <a:bodyPr/>
        <a:lstStyle/>
        <a:p>
          <a:r>
            <a:rPr lang="en-US"/>
            <a:t>The system shall cause humans no harm.</a:t>
          </a:r>
        </a:p>
      </dgm:t>
    </dgm:pt>
    <dgm:pt modelId="{07A9FF06-7858-4D44-A3C9-52760401698E}" type="parTrans" cxnId="{72907041-A49D-4168-9CFB-929FB1F246B4}">
      <dgm:prSet/>
      <dgm:spPr/>
      <dgm:t>
        <a:bodyPr/>
        <a:lstStyle/>
        <a:p>
          <a:endParaRPr lang="en-US"/>
        </a:p>
      </dgm:t>
    </dgm:pt>
    <dgm:pt modelId="{DE65BF10-0E3D-477E-8D0D-44677FFC226B}" type="sibTrans" cxnId="{72907041-A49D-4168-9CFB-929FB1F246B4}">
      <dgm:prSet/>
      <dgm:spPr/>
      <dgm:t>
        <a:bodyPr/>
        <a:lstStyle/>
        <a:p>
          <a:endParaRPr lang="en-US"/>
        </a:p>
      </dgm:t>
    </dgm:pt>
    <dgm:pt modelId="{18237821-5799-4D13-BB8D-458FE7B9CAEC}" type="pres">
      <dgm:prSet presAssocID="{0C13644A-3EFE-4AF9-BE7F-7EC197C548F4}" presName="linear" presStyleCnt="0">
        <dgm:presLayoutVars>
          <dgm:dir/>
          <dgm:animLvl val="lvl"/>
          <dgm:resizeHandles val="exact"/>
        </dgm:presLayoutVars>
      </dgm:prSet>
      <dgm:spPr/>
    </dgm:pt>
    <dgm:pt modelId="{F3C79F50-D4A9-4A29-BAF4-0F452CF5C352}" type="pres">
      <dgm:prSet presAssocID="{814C89BA-2FA4-4F56-A617-75EF359B9E2F}" presName="parentLin" presStyleCnt="0"/>
      <dgm:spPr/>
    </dgm:pt>
    <dgm:pt modelId="{B2020041-0452-4080-8489-B46ED96D4678}" type="pres">
      <dgm:prSet presAssocID="{814C89BA-2FA4-4F56-A617-75EF359B9E2F}" presName="parentLeftMargin" presStyleLbl="node1" presStyleIdx="0" presStyleCnt="2"/>
      <dgm:spPr/>
    </dgm:pt>
    <dgm:pt modelId="{5C25EDBC-8A1C-479C-86C7-9BDEFE6C36B2}" type="pres">
      <dgm:prSet presAssocID="{814C89BA-2FA4-4F56-A617-75EF359B9E2F}" presName="parentText" presStyleLbl="node1" presStyleIdx="0" presStyleCnt="2">
        <dgm:presLayoutVars>
          <dgm:chMax val="0"/>
          <dgm:bulletEnabled val="1"/>
        </dgm:presLayoutVars>
      </dgm:prSet>
      <dgm:spPr/>
    </dgm:pt>
    <dgm:pt modelId="{825EC2D4-3016-4F7D-B87D-127EF68D7FEF}" type="pres">
      <dgm:prSet presAssocID="{814C89BA-2FA4-4F56-A617-75EF359B9E2F}" presName="negativeSpace" presStyleCnt="0"/>
      <dgm:spPr/>
    </dgm:pt>
    <dgm:pt modelId="{B8FDCE1E-E564-48A6-8F3A-8E68D2BB98C8}" type="pres">
      <dgm:prSet presAssocID="{814C89BA-2FA4-4F56-A617-75EF359B9E2F}" presName="childText" presStyleLbl="conFgAcc1" presStyleIdx="0" presStyleCnt="2">
        <dgm:presLayoutVars>
          <dgm:bulletEnabled val="1"/>
        </dgm:presLayoutVars>
      </dgm:prSet>
      <dgm:spPr/>
    </dgm:pt>
    <dgm:pt modelId="{0EB84769-1367-4C3D-9E1F-47457E8B12F2}" type="pres">
      <dgm:prSet presAssocID="{F0E3AFA8-CDC7-4AC5-9323-42EB594789A1}" presName="spaceBetweenRectangles" presStyleCnt="0"/>
      <dgm:spPr/>
    </dgm:pt>
    <dgm:pt modelId="{FC01C091-9C13-4AF1-98A6-B669D2B81B6A}" type="pres">
      <dgm:prSet presAssocID="{78D0B0BD-B9E4-4E17-B23B-CECA716D0BE7}" presName="parentLin" presStyleCnt="0"/>
      <dgm:spPr/>
    </dgm:pt>
    <dgm:pt modelId="{186BA9A8-2247-4085-9A1B-87222A976DC4}" type="pres">
      <dgm:prSet presAssocID="{78D0B0BD-B9E4-4E17-B23B-CECA716D0BE7}" presName="parentLeftMargin" presStyleLbl="node1" presStyleIdx="0" presStyleCnt="2"/>
      <dgm:spPr/>
    </dgm:pt>
    <dgm:pt modelId="{22BB73BA-6909-40AE-B17C-950795AC42A8}" type="pres">
      <dgm:prSet presAssocID="{78D0B0BD-B9E4-4E17-B23B-CECA716D0BE7}" presName="parentText" presStyleLbl="node1" presStyleIdx="1" presStyleCnt="2">
        <dgm:presLayoutVars>
          <dgm:chMax val="0"/>
          <dgm:bulletEnabled val="1"/>
        </dgm:presLayoutVars>
      </dgm:prSet>
      <dgm:spPr/>
    </dgm:pt>
    <dgm:pt modelId="{4C448D0A-9125-4EC4-B835-D50DD15BFBC6}" type="pres">
      <dgm:prSet presAssocID="{78D0B0BD-B9E4-4E17-B23B-CECA716D0BE7}" presName="negativeSpace" presStyleCnt="0"/>
      <dgm:spPr/>
    </dgm:pt>
    <dgm:pt modelId="{BBE334CF-3E91-4A81-8B3E-7A28E8C9BF90}" type="pres">
      <dgm:prSet presAssocID="{78D0B0BD-B9E4-4E17-B23B-CECA716D0BE7}" presName="childText" presStyleLbl="conFgAcc1" presStyleIdx="1" presStyleCnt="2">
        <dgm:presLayoutVars>
          <dgm:bulletEnabled val="1"/>
        </dgm:presLayoutVars>
      </dgm:prSet>
      <dgm:spPr/>
    </dgm:pt>
  </dgm:ptLst>
  <dgm:cxnLst>
    <dgm:cxn modelId="{CF331000-676D-41F6-BAB6-29289D682570}" type="presOf" srcId="{93C418B3-C14B-4034-A892-4E4745E81DEC}" destId="{BBE334CF-3E91-4A81-8B3E-7A28E8C9BF90}" srcOrd="0" destOrd="0" presId="urn:microsoft.com/office/officeart/2005/8/layout/list1"/>
    <dgm:cxn modelId="{1712882E-DFA6-4953-A616-A2D2BED939F3}" srcId="{814C89BA-2FA4-4F56-A617-75EF359B9E2F}" destId="{C1A638FD-2BBE-4EC4-BA8E-25E44096DC6C}" srcOrd="0" destOrd="0" parTransId="{B2A99AD5-4FA2-4F2E-902A-667EDC9DB099}" sibTransId="{DB46370C-92E2-406D-BB85-A518A532E77F}"/>
    <dgm:cxn modelId="{CAC00037-BD59-453B-8C27-0E303981992C}" type="presOf" srcId="{78D0B0BD-B9E4-4E17-B23B-CECA716D0BE7}" destId="{186BA9A8-2247-4085-9A1B-87222A976DC4}" srcOrd="0" destOrd="0" presId="urn:microsoft.com/office/officeart/2005/8/layout/list1"/>
    <dgm:cxn modelId="{7D815D38-7948-45E9-A002-7D89337A9E3A}" type="presOf" srcId="{C1A638FD-2BBE-4EC4-BA8E-25E44096DC6C}" destId="{B8FDCE1E-E564-48A6-8F3A-8E68D2BB98C8}" srcOrd="0" destOrd="0" presId="urn:microsoft.com/office/officeart/2005/8/layout/list1"/>
    <dgm:cxn modelId="{72907041-A49D-4168-9CFB-929FB1F246B4}" srcId="{78D0B0BD-B9E4-4E17-B23B-CECA716D0BE7}" destId="{93C418B3-C14B-4034-A892-4E4745E81DEC}" srcOrd="0" destOrd="0" parTransId="{07A9FF06-7858-4D44-A3C9-52760401698E}" sibTransId="{DE65BF10-0E3D-477E-8D0D-44677FFC226B}"/>
    <dgm:cxn modelId="{8699AD77-2E62-4DCD-AACF-23E646019268}" srcId="{0C13644A-3EFE-4AF9-BE7F-7EC197C548F4}" destId="{814C89BA-2FA4-4F56-A617-75EF359B9E2F}" srcOrd="0" destOrd="0" parTransId="{2A76E5F6-91B4-4CD1-A8AE-4D064B13B8D2}" sibTransId="{F0E3AFA8-CDC7-4AC5-9323-42EB594789A1}"/>
    <dgm:cxn modelId="{C51E9E84-54AB-438F-A3C5-DDBF971B244B}" type="presOf" srcId="{78D0B0BD-B9E4-4E17-B23B-CECA716D0BE7}" destId="{22BB73BA-6909-40AE-B17C-950795AC42A8}" srcOrd="1" destOrd="0" presId="urn:microsoft.com/office/officeart/2005/8/layout/list1"/>
    <dgm:cxn modelId="{18877085-8772-49E0-94B3-97E307D4DDEC}" type="presOf" srcId="{814C89BA-2FA4-4F56-A617-75EF359B9E2F}" destId="{5C25EDBC-8A1C-479C-86C7-9BDEFE6C36B2}" srcOrd="1" destOrd="0" presId="urn:microsoft.com/office/officeart/2005/8/layout/list1"/>
    <dgm:cxn modelId="{64B598AB-2CB0-4E65-A190-34F642066ED1}" type="presOf" srcId="{0C13644A-3EFE-4AF9-BE7F-7EC197C548F4}" destId="{18237821-5799-4D13-BB8D-458FE7B9CAEC}" srcOrd="0" destOrd="0" presId="urn:microsoft.com/office/officeart/2005/8/layout/list1"/>
    <dgm:cxn modelId="{5CB6CEC8-9641-48D7-B949-55312FEB99B9}" type="presOf" srcId="{814C89BA-2FA4-4F56-A617-75EF359B9E2F}" destId="{B2020041-0452-4080-8489-B46ED96D4678}" srcOrd="0" destOrd="0" presId="urn:microsoft.com/office/officeart/2005/8/layout/list1"/>
    <dgm:cxn modelId="{9CE0DFF2-F43E-46A6-B451-1E606930CECB}" srcId="{0C13644A-3EFE-4AF9-BE7F-7EC197C548F4}" destId="{78D0B0BD-B9E4-4E17-B23B-CECA716D0BE7}" srcOrd="1" destOrd="0" parTransId="{A521FCFF-0680-48A4-BADF-32DB41A437CE}" sibTransId="{FFB6D497-509E-40A4-A1B0-1D675ADCFEBB}"/>
    <dgm:cxn modelId="{90839AE3-5631-4917-BFD9-1221A07C2621}" type="presParOf" srcId="{18237821-5799-4D13-BB8D-458FE7B9CAEC}" destId="{F3C79F50-D4A9-4A29-BAF4-0F452CF5C352}" srcOrd="0" destOrd="0" presId="urn:microsoft.com/office/officeart/2005/8/layout/list1"/>
    <dgm:cxn modelId="{D4D5F48A-9800-4873-81C0-F019B485D9F5}" type="presParOf" srcId="{F3C79F50-D4A9-4A29-BAF4-0F452CF5C352}" destId="{B2020041-0452-4080-8489-B46ED96D4678}" srcOrd="0" destOrd="0" presId="urn:microsoft.com/office/officeart/2005/8/layout/list1"/>
    <dgm:cxn modelId="{3337A889-5AB5-4A0A-A269-38A673405CE5}" type="presParOf" srcId="{F3C79F50-D4A9-4A29-BAF4-0F452CF5C352}" destId="{5C25EDBC-8A1C-479C-86C7-9BDEFE6C36B2}" srcOrd="1" destOrd="0" presId="urn:microsoft.com/office/officeart/2005/8/layout/list1"/>
    <dgm:cxn modelId="{F1B54AC9-B5D6-4EED-B8F4-2DFE4CCD4D05}" type="presParOf" srcId="{18237821-5799-4D13-BB8D-458FE7B9CAEC}" destId="{825EC2D4-3016-4F7D-B87D-127EF68D7FEF}" srcOrd="1" destOrd="0" presId="urn:microsoft.com/office/officeart/2005/8/layout/list1"/>
    <dgm:cxn modelId="{B8422E2B-43A4-46C3-AF83-457F657ACEE9}" type="presParOf" srcId="{18237821-5799-4D13-BB8D-458FE7B9CAEC}" destId="{B8FDCE1E-E564-48A6-8F3A-8E68D2BB98C8}" srcOrd="2" destOrd="0" presId="urn:microsoft.com/office/officeart/2005/8/layout/list1"/>
    <dgm:cxn modelId="{72D028CD-4254-40D0-9A2B-3B8E13278723}" type="presParOf" srcId="{18237821-5799-4D13-BB8D-458FE7B9CAEC}" destId="{0EB84769-1367-4C3D-9E1F-47457E8B12F2}" srcOrd="3" destOrd="0" presId="urn:microsoft.com/office/officeart/2005/8/layout/list1"/>
    <dgm:cxn modelId="{7468F28B-35F5-41AC-A7DF-7C29AF2332C6}" type="presParOf" srcId="{18237821-5799-4D13-BB8D-458FE7B9CAEC}" destId="{FC01C091-9C13-4AF1-98A6-B669D2B81B6A}" srcOrd="4" destOrd="0" presId="urn:microsoft.com/office/officeart/2005/8/layout/list1"/>
    <dgm:cxn modelId="{21F78299-DCD3-43F2-9B7B-08FC0D1F0C43}" type="presParOf" srcId="{FC01C091-9C13-4AF1-98A6-B669D2B81B6A}" destId="{186BA9A8-2247-4085-9A1B-87222A976DC4}" srcOrd="0" destOrd="0" presId="urn:microsoft.com/office/officeart/2005/8/layout/list1"/>
    <dgm:cxn modelId="{5D629539-D446-4EF6-A449-5074EBD69620}" type="presParOf" srcId="{FC01C091-9C13-4AF1-98A6-B669D2B81B6A}" destId="{22BB73BA-6909-40AE-B17C-950795AC42A8}" srcOrd="1" destOrd="0" presId="urn:microsoft.com/office/officeart/2005/8/layout/list1"/>
    <dgm:cxn modelId="{A158D8AA-99DE-4A63-88AF-113324603607}" type="presParOf" srcId="{18237821-5799-4D13-BB8D-458FE7B9CAEC}" destId="{4C448D0A-9125-4EC4-B835-D50DD15BFBC6}" srcOrd="5" destOrd="0" presId="urn:microsoft.com/office/officeart/2005/8/layout/list1"/>
    <dgm:cxn modelId="{8A8F0C3E-E752-45EB-9E26-54CCAC359667}" type="presParOf" srcId="{18237821-5799-4D13-BB8D-458FE7B9CAEC}" destId="{BBE334CF-3E91-4A81-8B3E-7A28E8C9BF90}"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42ED2BE-8C03-48E3-B815-69BAEBEDCCF8}"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D52B9F26-8A5A-448C-94EB-D7B371F08B05}">
      <dgm:prSet/>
      <dgm:spPr/>
      <dgm:t>
        <a:bodyPr/>
        <a:lstStyle/>
        <a:p>
          <a:r>
            <a:rPr lang="en-US"/>
            <a:t>Hedging words/clauses:</a:t>
          </a:r>
        </a:p>
      </dgm:t>
    </dgm:pt>
    <dgm:pt modelId="{A9DB03A6-4002-49E3-AEE1-7C8428F54C83}" type="parTrans" cxnId="{0F791BAA-50F0-4EBF-81B2-9A7F9E1A6A8E}">
      <dgm:prSet/>
      <dgm:spPr/>
      <dgm:t>
        <a:bodyPr/>
        <a:lstStyle/>
        <a:p>
          <a:endParaRPr lang="en-US"/>
        </a:p>
      </dgm:t>
    </dgm:pt>
    <dgm:pt modelId="{BF393577-5D7C-4AD6-B8B8-3B24939DE18B}" type="sibTrans" cxnId="{0F791BAA-50F0-4EBF-81B2-9A7F9E1A6A8E}">
      <dgm:prSet/>
      <dgm:spPr/>
      <dgm:t>
        <a:bodyPr/>
        <a:lstStyle/>
        <a:p>
          <a:endParaRPr lang="en-US"/>
        </a:p>
      </dgm:t>
    </dgm:pt>
    <dgm:pt modelId="{CAEEC0F0-3B9F-429F-AF6F-AFD7AD1C775C}">
      <dgm:prSet/>
      <dgm:spPr/>
      <dgm:t>
        <a:bodyPr/>
        <a:lstStyle/>
        <a:p>
          <a:r>
            <a:rPr lang="en-US"/>
            <a:t>If necessary </a:t>
          </a:r>
        </a:p>
      </dgm:t>
    </dgm:pt>
    <dgm:pt modelId="{8958F920-8992-4E1A-8F1D-9A038E18CDC5}" type="parTrans" cxnId="{CE6710F0-E856-49FD-A266-DB90AFF124D1}">
      <dgm:prSet/>
      <dgm:spPr/>
      <dgm:t>
        <a:bodyPr/>
        <a:lstStyle/>
        <a:p>
          <a:endParaRPr lang="en-US"/>
        </a:p>
      </dgm:t>
    </dgm:pt>
    <dgm:pt modelId="{70F0FD8B-421E-4C26-A74D-6B2358F6FD8B}" type="sibTrans" cxnId="{CE6710F0-E856-49FD-A266-DB90AFF124D1}">
      <dgm:prSet/>
      <dgm:spPr/>
      <dgm:t>
        <a:bodyPr/>
        <a:lstStyle/>
        <a:p>
          <a:endParaRPr lang="en-US"/>
        </a:p>
      </dgm:t>
    </dgm:pt>
    <dgm:pt modelId="{B60821C4-DFA7-4A1C-8C1C-53E346F35DDA}">
      <dgm:prSet/>
      <dgm:spPr/>
      <dgm:t>
        <a:bodyPr/>
        <a:lstStyle/>
        <a:p>
          <a:r>
            <a:rPr lang="en-US"/>
            <a:t>Almost</a:t>
          </a:r>
        </a:p>
      </dgm:t>
    </dgm:pt>
    <dgm:pt modelId="{F237507B-3312-4117-863E-9968B49CD788}" type="parTrans" cxnId="{7DD1FF7A-CE40-4678-B586-180104C2080A}">
      <dgm:prSet/>
      <dgm:spPr/>
      <dgm:t>
        <a:bodyPr/>
        <a:lstStyle/>
        <a:p>
          <a:endParaRPr lang="en-US"/>
        </a:p>
      </dgm:t>
    </dgm:pt>
    <dgm:pt modelId="{D55C1070-BB6A-46DD-A040-0EA7CC74B88E}" type="sibTrans" cxnId="{7DD1FF7A-CE40-4678-B586-180104C2080A}">
      <dgm:prSet/>
      <dgm:spPr/>
      <dgm:t>
        <a:bodyPr/>
        <a:lstStyle/>
        <a:p>
          <a:endParaRPr lang="en-US"/>
        </a:p>
      </dgm:t>
    </dgm:pt>
    <dgm:pt modelId="{1C9FBE3F-726D-468A-8906-0983CB245660}">
      <dgm:prSet/>
      <dgm:spPr/>
      <dgm:t>
        <a:bodyPr/>
        <a:lstStyle/>
        <a:p>
          <a:r>
            <a:rPr lang="en-US"/>
            <a:t>Probably</a:t>
          </a:r>
        </a:p>
      </dgm:t>
    </dgm:pt>
    <dgm:pt modelId="{C0F675D5-426E-4B0C-B812-D16290B87395}" type="parTrans" cxnId="{8AD76FDC-A51E-43A0-AF19-561FC345689F}">
      <dgm:prSet/>
      <dgm:spPr/>
      <dgm:t>
        <a:bodyPr/>
        <a:lstStyle/>
        <a:p>
          <a:endParaRPr lang="en-US"/>
        </a:p>
      </dgm:t>
    </dgm:pt>
    <dgm:pt modelId="{138DABCF-EBFE-4958-A422-2F2FD500D0A9}" type="sibTrans" cxnId="{8AD76FDC-A51E-43A0-AF19-561FC345689F}">
      <dgm:prSet/>
      <dgm:spPr/>
      <dgm:t>
        <a:bodyPr/>
        <a:lstStyle/>
        <a:p>
          <a:endParaRPr lang="en-US"/>
        </a:p>
      </dgm:t>
    </dgm:pt>
    <dgm:pt modelId="{17B1229F-447C-4952-A924-9FAF5316ADAA}">
      <dgm:prSet/>
      <dgm:spPr/>
      <dgm:t>
        <a:bodyPr/>
        <a:lstStyle/>
        <a:p>
          <a:r>
            <a:rPr lang="en-US"/>
            <a:t>Maybe</a:t>
          </a:r>
        </a:p>
      </dgm:t>
    </dgm:pt>
    <dgm:pt modelId="{99200243-B72A-4DEA-9D26-132C57E929C2}" type="parTrans" cxnId="{9FAD1E2C-87EA-4537-A7A5-5F0EFB94BFBF}">
      <dgm:prSet/>
      <dgm:spPr/>
      <dgm:t>
        <a:bodyPr/>
        <a:lstStyle/>
        <a:p>
          <a:endParaRPr lang="en-US"/>
        </a:p>
      </dgm:t>
    </dgm:pt>
    <dgm:pt modelId="{1E021FC4-CCD8-4A30-A184-B86BE848AC5A}" type="sibTrans" cxnId="{9FAD1E2C-87EA-4537-A7A5-5F0EFB94BFBF}">
      <dgm:prSet/>
      <dgm:spPr/>
      <dgm:t>
        <a:bodyPr/>
        <a:lstStyle/>
        <a:p>
          <a:endParaRPr lang="en-US"/>
        </a:p>
      </dgm:t>
    </dgm:pt>
    <dgm:pt modelId="{4E46D8A4-C3CC-40EB-99E1-DCEAFC7128B1}">
      <dgm:prSet/>
      <dgm:spPr/>
      <dgm:t>
        <a:bodyPr/>
        <a:lstStyle/>
        <a:p>
          <a:r>
            <a:rPr lang="en-US"/>
            <a:t>Might be</a:t>
          </a:r>
        </a:p>
      </dgm:t>
    </dgm:pt>
    <dgm:pt modelId="{D36317FA-BC61-4186-9A87-8CB235CF5D8D}" type="parTrans" cxnId="{B8347B84-3979-4A3C-899D-234662A3BC9C}">
      <dgm:prSet/>
      <dgm:spPr/>
      <dgm:t>
        <a:bodyPr/>
        <a:lstStyle/>
        <a:p>
          <a:endParaRPr lang="en-US"/>
        </a:p>
      </dgm:t>
    </dgm:pt>
    <dgm:pt modelId="{1B32F60D-2566-4863-A1EF-9F15F6AC72A1}" type="sibTrans" cxnId="{B8347B84-3979-4A3C-899D-234662A3BC9C}">
      <dgm:prSet/>
      <dgm:spPr/>
      <dgm:t>
        <a:bodyPr/>
        <a:lstStyle/>
        <a:p>
          <a:endParaRPr lang="en-US"/>
        </a:p>
      </dgm:t>
    </dgm:pt>
    <dgm:pt modelId="{3A0A3F8E-2066-4778-8D0F-FCCFAA99A10D}">
      <dgm:prSet/>
      <dgm:spPr/>
      <dgm:t>
        <a:bodyPr/>
        <a:lstStyle/>
        <a:p>
          <a:r>
            <a:rPr lang="en-US" dirty="0"/>
            <a:t>Conjunctions:</a:t>
          </a:r>
        </a:p>
      </dgm:t>
    </dgm:pt>
    <dgm:pt modelId="{7376473D-942C-42E9-9028-FB1E5FD5488F}" type="parTrans" cxnId="{0ED3630F-C54A-4A22-8642-3781333C62E2}">
      <dgm:prSet/>
      <dgm:spPr/>
      <dgm:t>
        <a:bodyPr/>
        <a:lstStyle/>
        <a:p>
          <a:endParaRPr lang="en-US"/>
        </a:p>
      </dgm:t>
    </dgm:pt>
    <dgm:pt modelId="{E023EC68-5B08-4BA6-96F2-393AD4E4DABB}" type="sibTrans" cxnId="{0ED3630F-C54A-4A22-8642-3781333C62E2}">
      <dgm:prSet/>
      <dgm:spPr/>
      <dgm:t>
        <a:bodyPr/>
        <a:lstStyle/>
        <a:p>
          <a:endParaRPr lang="en-US"/>
        </a:p>
      </dgm:t>
    </dgm:pt>
    <dgm:pt modelId="{C86570DD-FF3E-4682-B3F6-37E2EDB894FC}">
      <dgm:prSet/>
      <dgm:spPr/>
      <dgm:t>
        <a:bodyPr/>
        <a:lstStyle/>
        <a:p>
          <a:r>
            <a:rPr lang="en-US" dirty="0"/>
            <a:t>Speculative terms:</a:t>
          </a:r>
        </a:p>
      </dgm:t>
    </dgm:pt>
    <dgm:pt modelId="{CF21D75B-3F23-4460-922B-DBD97E7D87E1}" type="parTrans" cxnId="{FEEC15BF-FB76-4137-AEB4-14E69302F99C}">
      <dgm:prSet/>
      <dgm:spPr/>
      <dgm:t>
        <a:bodyPr/>
        <a:lstStyle/>
        <a:p>
          <a:endParaRPr lang="en-US"/>
        </a:p>
      </dgm:t>
    </dgm:pt>
    <dgm:pt modelId="{987804F0-D602-46F0-A88A-DF72B5F452E5}" type="sibTrans" cxnId="{FEEC15BF-FB76-4137-AEB4-14E69302F99C}">
      <dgm:prSet/>
      <dgm:spPr/>
      <dgm:t>
        <a:bodyPr/>
        <a:lstStyle/>
        <a:p>
          <a:endParaRPr lang="en-US"/>
        </a:p>
      </dgm:t>
    </dgm:pt>
    <dgm:pt modelId="{31F4C269-791E-4AA2-AD95-CEA0C9E98183}">
      <dgm:prSet/>
      <dgm:spPr/>
      <dgm:t>
        <a:bodyPr/>
        <a:lstStyle/>
        <a:p>
          <a:r>
            <a:rPr lang="en-US" dirty="0"/>
            <a:t>Vague terms</a:t>
          </a:r>
        </a:p>
      </dgm:t>
    </dgm:pt>
    <dgm:pt modelId="{BCDC5681-0FFE-4FD1-96A4-7A0F4DF8E9DA}" type="parTrans" cxnId="{41AB703C-2D6F-4C93-827C-F6CC9CB0CCC9}">
      <dgm:prSet/>
      <dgm:spPr/>
      <dgm:t>
        <a:bodyPr/>
        <a:lstStyle/>
        <a:p>
          <a:endParaRPr lang="en-US"/>
        </a:p>
      </dgm:t>
    </dgm:pt>
    <dgm:pt modelId="{10A2D19E-3128-4F09-9D33-337D12DE0DD1}" type="sibTrans" cxnId="{41AB703C-2D6F-4C93-827C-F6CC9CB0CCC9}">
      <dgm:prSet/>
      <dgm:spPr/>
      <dgm:t>
        <a:bodyPr/>
        <a:lstStyle/>
        <a:p>
          <a:endParaRPr lang="en-US"/>
        </a:p>
      </dgm:t>
    </dgm:pt>
    <dgm:pt modelId="{1EB7BE55-E113-46DC-9960-19F3916C746B}">
      <dgm:prSet/>
      <dgm:spPr/>
      <dgm:t>
        <a:bodyPr/>
        <a:lstStyle/>
        <a:p>
          <a:r>
            <a:rPr lang="en-US" dirty="0"/>
            <a:t>And</a:t>
          </a:r>
        </a:p>
      </dgm:t>
    </dgm:pt>
    <dgm:pt modelId="{B9E7AB8A-0C31-40C6-B700-ED28541A8F69}" type="parTrans" cxnId="{97DEB154-EF76-44AC-B5DC-7BC14740C62B}">
      <dgm:prSet/>
      <dgm:spPr/>
      <dgm:t>
        <a:bodyPr/>
        <a:lstStyle/>
        <a:p>
          <a:endParaRPr lang="en-US"/>
        </a:p>
      </dgm:t>
    </dgm:pt>
    <dgm:pt modelId="{5F10EA59-FBB5-4E09-81BB-5B4BB43C7F9F}" type="sibTrans" cxnId="{97DEB154-EF76-44AC-B5DC-7BC14740C62B}">
      <dgm:prSet/>
      <dgm:spPr/>
      <dgm:t>
        <a:bodyPr/>
        <a:lstStyle/>
        <a:p>
          <a:endParaRPr lang="en-US"/>
        </a:p>
      </dgm:t>
    </dgm:pt>
    <dgm:pt modelId="{B3BC6A67-E73E-4339-A6A5-075423BFAE05}">
      <dgm:prSet/>
      <dgm:spPr/>
      <dgm:t>
        <a:bodyPr/>
        <a:lstStyle/>
        <a:p>
          <a:r>
            <a:rPr lang="en-US" dirty="0"/>
            <a:t>Or </a:t>
          </a:r>
        </a:p>
      </dgm:t>
    </dgm:pt>
    <dgm:pt modelId="{B7189A1F-3FF8-4B8D-B2AB-FDE99AE48D53}" type="parTrans" cxnId="{00AE4F4E-10B1-47F3-9D28-11E2EFFE3AA9}">
      <dgm:prSet/>
      <dgm:spPr/>
      <dgm:t>
        <a:bodyPr/>
        <a:lstStyle/>
        <a:p>
          <a:endParaRPr lang="en-US"/>
        </a:p>
      </dgm:t>
    </dgm:pt>
    <dgm:pt modelId="{D52FCD97-A0F4-4F3E-BFBC-515A8F7C2387}" type="sibTrans" cxnId="{00AE4F4E-10B1-47F3-9D28-11E2EFFE3AA9}">
      <dgm:prSet/>
      <dgm:spPr/>
      <dgm:t>
        <a:bodyPr/>
        <a:lstStyle/>
        <a:p>
          <a:endParaRPr lang="en-US"/>
        </a:p>
      </dgm:t>
    </dgm:pt>
    <dgm:pt modelId="{BD87F737-A7D3-406D-8E2E-CC0BEB33F77E}">
      <dgm:prSet/>
      <dgm:spPr/>
      <dgm:t>
        <a:bodyPr/>
        <a:lstStyle/>
        <a:p>
          <a:r>
            <a:rPr lang="en-US" dirty="0"/>
            <a:t>But </a:t>
          </a:r>
        </a:p>
      </dgm:t>
    </dgm:pt>
    <dgm:pt modelId="{48D3CA71-23AB-4A95-9C86-8454F0A02C98}" type="parTrans" cxnId="{855705C7-21B3-4DC1-897A-AA2EFB3ED4D6}">
      <dgm:prSet/>
      <dgm:spPr/>
      <dgm:t>
        <a:bodyPr/>
        <a:lstStyle/>
        <a:p>
          <a:endParaRPr lang="en-US"/>
        </a:p>
      </dgm:t>
    </dgm:pt>
    <dgm:pt modelId="{B0B1C529-FD01-4AD7-926F-0D53A2971B56}" type="sibTrans" cxnId="{855705C7-21B3-4DC1-897A-AA2EFB3ED4D6}">
      <dgm:prSet/>
      <dgm:spPr/>
      <dgm:t>
        <a:bodyPr/>
        <a:lstStyle/>
        <a:p>
          <a:endParaRPr lang="en-US"/>
        </a:p>
      </dgm:t>
    </dgm:pt>
    <dgm:pt modelId="{B095454F-FEAD-41D9-803E-7F2E8CD2B363}">
      <dgm:prSet/>
      <dgm:spPr/>
      <dgm:t>
        <a:bodyPr/>
        <a:lstStyle/>
        <a:p>
          <a:r>
            <a:rPr lang="en-US" dirty="0"/>
            <a:t>Perhaps</a:t>
          </a:r>
        </a:p>
      </dgm:t>
    </dgm:pt>
    <dgm:pt modelId="{3B6920B4-9401-446F-9CC9-6466971862BD}" type="parTrans" cxnId="{529BAD74-F3CD-4882-8608-2C59C96352D8}">
      <dgm:prSet/>
      <dgm:spPr/>
      <dgm:t>
        <a:bodyPr/>
        <a:lstStyle/>
        <a:p>
          <a:endParaRPr lang="en-US"/>
        </a:p>
      </dgm:t>
    </dgm:pt>
    <dgm:pt modelId="{71076E72-4BCB-4907-9598-248EF94301D7}" type="sibTrans" cxnId="{529BAD74-F3CD-4882-8608-2C59C96352D8}">
      <dgm:prSet/>
      <dgm:spPr/>
      <dgm:t>
        <a:bodyPr/>
        <a:lstStyle/>
        <a:p>
          <a:endParaRPr lang="en-US"/>
        </a:p>
      </dgm:t>
    </dgm:pt>
    <dgm:pt modelId="{8931D76D-CCE1-4CB8-94A3-EE5F84513502}">
      <dgm:prSet/>
      <dgm:spPr/>
      <dgm:t>
        <a:bodyPr/>
        <a:lstStyle/>
        <a:p>
          <a:r>
            <a:rPr lang="en-US" dirty="0"/>
            <a:t>sometimes</a:t>
          </a:r>
        </a:p>
      </dgm:t>
    </dgm:pt>
    <dgm:pt modelId="{465841B7-A9A8-4498-8BE3-1EE4C632EE3B}" type="parTrans" cxnId="{E3EDE79D-4C0A-46B1-A5BC-E7AC717F3C6D}">
      <dgm:prSet/>
      <dgm:spPr/>
      <dgm:t>
        <a:bodyPr/>
        <a:lstStyle/>
        <a:p>
          <a:endParaRPr lang="en-US"/>
        </a:p>
      </dgm:t>
    </dgm:pt>
    <dgm:pt modelId="{7137868B-F0D7-4D60-A653-1D058E9CBC8C}" type="sibTrans" cxnId="{E3EDE79D-4C0A-46B1-A5BC-E7AC717F3C6D}">
      <dgm:prSet/>
      <dgm:spPr/>
      <dgm:t>
        <a:bodyPr/>
        <a:lstStyle/>
        <a:p>
          <a:endParaRPr lang="en-US"/>
        </a:p>
      </dgm:t>
    </dgm:pt>
    <dgm:pt modelId="{2C86AB3A-B0D3-43FC-ABC7-CAEBD529CBE9}">
      <dgm:prSet/>
      <dgm:spPr/>
      <dgm:t>
        <a:bodyPr/>
        <a:lstStyle/>
        <a:p>
          <a:r>
            <a:rPr lang="en-US" dirty="0"/>
            <a:t>User friendly</a:t>
          </a:r>
        </a:p>
      </dgm:t>
    </dgm:pt>
    <dgm:pt modelId="{3A295EB4-2F6D-4E0F-802A-95B4C56FB536}" type="parTrans" cxnId="{7D18D063-700B-4F8A-93E2-F8838071F8BA}">
      <dgm:prSet/>
      <dgm:spPr/>
      <dgm:t>
        <a:bodyPr/>
        <a:lstStyle/>
        <a:p>
          <a:endParaRPr lang="en-US"/>
        </a:p>
      </dgm:t>
    </dgm:pt>
    <dgm:pt modelId="{9B34C746-4C1E-4901-A9FA-2EF4B6DDB99D}" type="sibTrans" cxnId="{7D18D063-700B-4F8A-93E2-F8838071F8BA}">
      <dgm:prSet/>
      <dgm:spPr/>
      <dgm:t>
        <a:bodyPr/>
        <a:lstStyle/>
        <a:p>
          <a:endParaRPr lang="en-US"/>
        </a:p>
      </dgm:t>
    </dgm:pt>
    <dgm:pt modelId="{3281B263-E69B-4ACD-BBF1-96E0667823B0}">
      <dgm:prSet/>
      <dgm:spPr/>
      <dgm:t>
        <a:bodyPr/>
        <a:lstStyle/>
        <a:p>
          <a:r>
            <a:rPr lang="en-US" dirty="0"/>
            <a:t>generally</a:t>
          </a:r>
        </a:p>
      </dgm:t>
    </dgm:pt>
    <dgm:pt modelId="{9C2530FA-79A8-437F-9FBE-B9EAAC8A646B}" type="parTrans" cxnId="{446ADB42-E78B-4C13-849A-73FB0F9CF668}">
      <dgm:prSet/>
      <dgm:spPr/>
      <dgm:t>
        <a:bodyPr/>
        <a:lstStyle/>
        <a:p>
          <a:endParaRPr lang="en-US"/>
        </a:p>
      </dgm:t>
    </dgm:pt>
    <dgm:pt modelId="{CA944014-32FF-4669-8B9B-B44E0C5F4CB9}" type="sibTrans" cxnId="{446ADB42-E78B-4C13-849A-73FB0F9CF668}">
      <dgm:prSet/>
      <dgm:spPr/>
      <dgm:t>
        <a:bodyPr/>
        <a:lstStyle/>
        <a:p>
          <a:endParaRPr lang="en-US"/>
        </a:p>
      </dgm:t>
    </dgm:pt>
    <dgm:pt modelId="{22152301-4713-42A4-A702-4D098F3E692E}" type="pres">
      <dgm:prSet presAssocID="{B42ED2BE-8C03-48E3-B815-69BAEBEDCCF8}" presName="Name0" presStyleCnt="0">
        <dgm:presLayoutVars>
          <dgm:dir/>
          <dgm:animLvl val="lvl"/>
          <dgm:resizeHandles val="exact"/>
        </dgm:presLayoutVars>
      </dgm:prSet>
      <dgm:spPr/>
    </dgm:pt>
    <dgm:pt modelId="{0FDC7F4C-287E-4B83-9007-4631F0191B63}" type="pres">
      <dgm:prSet presAssocID="{D52B9F26-8A5A-448C-94EB-D7B371F08B05}" presName="composite" presStyleCnt="0"/>
      <dgm:spPr/>
    </dgm:pt>
    <dgm:pt modelId="{DEAC84EC-A6F2-4C53-8212-E6BABD5BD7E9}" type="pres">
      <dgm:prSet presAssocID="{D52B9F26-8A5A-448C-94EB-D7B371F08B05}" presName="parTx" presStyleLbl="alignNode1" presStyleIdx="0" presStyleCnt="4">
        <dgm:presLayoutVars>
          <dgm:chMax val="0"/>
          <dgm:chPref val="0"/>
          <dgm:bulletEnabled val="1"/>
        </dgm:presLayoutVars>
      </dgm:prSet>
      <dgm:spPr/>
    </dgm:pt>
    <dgm:pt modelId="{3859B9C1-2F99-47DE-9F84-FE614E63E363}" type="pres">
      <dgm:prSet presAssocID="{D52B9F26-8A5A-448C-94EB-D7B371F08B05}" presName="desTx" presStyleLbl="alignAccFollowNode1" presStyleIdx="0" presStyleCnt="4">
        <dgm:presLayoutVars>
          <dgm:bulletEnabled val="1"/>
        </dgm:presLayoutVars>
      </dgm:prSet>
      <dgm:spPr/>
    </dgm:pt>
    <dgm:pt modelId="{47602675-DEE9-443B-8E77-F313897E8C30}" type="pres">
      <dgm:prSet presAssocID="{BF393577-5D7C-4AD6-B8B8-3B24939DE18B}" presName="space" presStyleCnt="0"/>
      <dgm:spPr/>
    </dgm:pt>
    <dgm:pt modelId="{1943E37E-A2D1-4D24-B0C7-926FF1DDEA04}" type="pres">
      <dgm:prSet presAssocID="{3A0A3F8E-2066-4778-8D0F-FCCFAA99A10D}" presName="composite" presStyleCnt="0"/>
      <dgm:spPr/>
    </dgm:pt>
    <dgm:pt modelId="{3A46AD99-1DD3-485C-A6CB-AD9DA16DDB6F}" type="pres">
      <dgm:prSet presAssocID="{3A0A3F8E-2066-4778-8D0F-FCCFAA99A10D}" presName="parTx" presStyleLbl="alignNode1" presStyleIdx="1" presStyleCnt="4">
        <dgm:presLayoutVars>
          <dgm:chMax val="0"/>
          <dgm:chPref val="0"/>
          <dgm:bulletEnabled val="1"/>
        </dgm:presLayoutVars>
      </dgm:prSet>
      <dgm:spPr/>
    </dgm:pt>
    <dgm:pt modelId="{D97769FD-DBB9-4AD7-8CE9-38792EC6471D}" type="pres">
      <dgm:prSet presAssocID="{3A0A3F8E-2066-4778-8D0F-FCCFAA99A10D}" presName="desTx" presStyleLbl="alignAccFollowNode1" presStyleIdx="1" presStyleCnt="4">
        <dgm:presLayoutVars>
          <dgm:bulletEnabled val="1"/>
        </dgm:presLayoutVars>
      </dgm:prSet>
      <dgm:spPr/>
    </dgm:pt>
    <dgm:pt modelId="{5E493284-D1FE-4479-8B25-B3928A4937C5}" type="pres">
      <dgm:prSet presAssocID="{E023EC68-5B08-4BA6-96F2-393AD4E4DABB}" presName="space" presStyleCnt="0"/>
      <dgm:spPr/>
    </dgm:pt>
    <dgm:pt modelId="{6C88C785-E478-4C7C-8F1D-BD633E6A857E}" type="pres">
      <dgm:prSet presAssocID="{C86570DD-FF3E-4682-B3F6-37E2EDB894FC}" presName="composite" presStyleCnt="0"/>
      <dgm:spPr/>
    </dgm:pt>
    <dgm:pt modelId="{43054E50-6BCE-4808-997E-752A1C71CC4E}" type="pres">
      <dgm:prSet presAssocID="{C86570DD-FF3E-4682-B3F6-37E2EDB894FC}" presName="parTx" presStyleLbl="alignNode1" presStyleIdx="2" presStyleCnt="4">
        <dgm:presLayoutVars>
          <dgm:chMax val="0"/>
          <dgm:chPref val="0"/>
          <dgm:bulletEnabled val="1"/>
        </dgm:presLayoutVars>
      </dgm:prSet>
      <dgm:spPr/>
    </dgm:pt>
    <dgm:pt modelId="{8494C1A3-AB5E-4953-AFB4-A2B3D8EBC3D5}" type="pres">
      <dgm:prSet presAssocID="{C86570DD-FF3E-4682-B3F6-37E2EDB894FC}" presName="desTx" presStyleLbl="alignAccFollowNode1" presStyleIdx="2" presStyleCnt="4">
        <dgm:presLayoutVars>
          <dgm:bulletEnabled val="1"/>
        </dgm:presLayoutVars>
      </dgm:prSet>
      <dgm:spPr/>
    </dgm:pt>
    <dgm:pt modelId="{F233E0A2-2597-4A29-9420-9ABF11956736}" type="pres">
      <dgm:prSet presAssocID="{987804F0-D602-46F0-A88A-DF72B5F452E5}" presName="space" presStyleCnt="0"/>
      <dgm:spPr/>
    </dgm:pt>
    <dgm:pt modelId="{B0C4368D-50BE-4537-AA04-E09E627278DA}" type="pres">
      <dgm:prSet presAssocID="{31F4C269-791E-4AA2-AD95-CEA0C9E98183}" presName="composite" presStyleCnt="0"/>
      <dgm:spPr/>
    </dgm:pt>
    <dgm:pt modelId="{360079AA-2733-4C95-B5A7-95C4EBCE1A12}" type="pres">
      <dgm:prSet presAssocID="{31F4C269-791E-4AA2-AD95-CEA0C9E98183}" presName="parTx" presStyleLbl="alignNode1" presStyleIdx="3" presStyleCnt="4">
        <dgm:presLayoutVars>
          <dgm:chMax val="0"/>
          <dgm:chPref val="0"/>
          <dgm:bulletEnabled val="1"/>
        </dgm:presLayoutVars>
      </dgm:prSet>
      <dgm:spPr/>
    </dgm:pt>
    <dgm:pt modelId="{4047CCB7-7D6E-416D-B2A3-542CF9461DBB}" type="pres">
      <dgm:prSet presAssocID="{31F4C269-791E-4AA2-AD95-CEA0C9E98183}" presName="desTx" presStyleLbl="alignAccFollowNode1" presStyleIdx="3" presStyleCnt="4">
        <dgm:presLayoutVars>
          <dgm:bulletEnabled val="1"/>
        </dgm:presLayoutVars>
      </dgm:prSet>
      <dgm:spPr/>
    </dgm:pt>
  </dgm:ptLst>
  <dgm:cxnLst>
    <dgm:cxn modelId="{0ED3630F-C54A-4A22-8642-3781333C62E2}" srcId="{B42ED2BE-8C03-48E3-B815-69BAEBEDCCF8}" destId="{3A0A3F8E-2066-4778-8D0F-FCCFAA99A10D}" srcOrd="1" destOrd="0" parTransId="{7376473D-942C-42E9-9028-FB1E5FD5488F}" sibTransId="{E023EC68-5B08-4BA6-96F2-393AD4E4DABB}"/>
    <dgm:cxn modelId="{85D12621-B80A-4D15-AF73-D6EE9476BCD4}" type="presOf" srcId="{31F4C269-791E-4AA2-AD95-CEA0C9E98183}" destId="{360079AA-2733-4C95-B5A7-95C4EBCE1A12}" srcOrd="0" destOrd="0" presId="urn:microsoft.com/office/officeart/2005/8/layout/hList1"/>
    <dgm:cxn modelId="{F892F328-11F7-42B7-BA35-8E7B5FEC86AD}" type="presOf" srcId="{B3BC6A67-E73E-4339-A6A5-075423BFAE05}" destId="{D97769FD-DBB9-4AD7-8CE9-38792EC6471D}" srcOrd="0" destOrd="1" presId="urn:microsoft.com/office/officeart/2005/8/layout/hList1"/>
    <dgm:cxn modelId="{9FAD1E2C-87EA-4537-A7A5-5F0EFB94BFBF}" srcId="{D52B9F26-8A5A-448C-94EB-D7B371F08B05}" destId="{17B1229F-447C-4952-A924-9FAF5316ADAA}" srcOrd="3" destOrd="0" parTransId="{99200243-B72A-4DEA-9D26-132C57E929C2}" sibTransId="{1E021FC4-CCD8-4A30-A184-B86BE848AC5A}"/>
    <dgm:cxn modelId="{41AB703C-2D6F-4C93-827C-F6CC9CB0CCC9}" srcId="{B42ED2BE-8C03-48E3-B815-69BAEBEDCCF8}" destId="{31F4C269-791E-4AA2-AD95-CEA0C9E98183}" srcOrd="3" destOrd="0" parTransId="{BCDC5681-0FFE-4FD1-96A4-7A0F4DF8E9DA}" sibTransId="{10A2D19E-3128-4F09-9D33-337D12DE0DD1}"/>
    <dgm:cxn modelId="{446ADB42-E78B-4C13-849A-73FB0F9CF668}" srcId="{31F4C269-791E-4AA2-AD95-CEA0C9E98183}" destId="{3281B263-E69B-4ACD-BBF1-96E0667823B0}" srcOrd="1" destOrd="0" parTransId="{9C2530FA-79A8-437F-9FBE-B9EAAC8A646B}" sibTransId="{CA944014-32FF-4669-8B9B-B44E0C5F4CB9}"/>
    <dgm:cxn modelId="{1A45CC44-A26B-4217-B841-16DE88238AD6}" type="presOf" srcId="{3A0A3F8E-2066-4778-8D0F-FCCFAA99A10D}" destId="{3A46AD99-1DD3-485C-A6CB-AD9DA16DDB6F}" srcOrd="0" destOrd="0" presId="urn:microsoft.com/office/officeart/2005/8/layout/hList1"/>
    <dgm:cxn modelId="{00AE4F4E-10B1-47F3-9D28-11E2EFFE3AA9}" srcId="{3A0A3F8E-2066-4778-8D0F-FCCFAA99A10D}" destId="{B3BC6A67-E73E-4339-A6A5-075423BFAE05}" srcOrd="1" destOrd="0" parTransId="{B7189A1F-3FF8-4B8D-B2AB-FDE99AE48D53}" sibTransId="{D52FCD97-A0F4-4F3E-BFBC-515A8F7C2387}"/>
    <dgm:cxn modelId="{97DEB154-EF76-44AC-B5DC-7BC14740C62B}" srcId="{3A0A3F8E-2066-4778-8D0F-FCCFAA99A10D}" destId="{1EB7BE55-E113-46DC-9960-19F3916C746B}" srcOrd="0" destOrd="0" parTransId="{B9E7AB8A-0C31-40C6-B700-ED28541A8F69}" sibTransId="{5F10EA59-FBB5-4E09-81BB-5B4BB43C7F9F}"/>
    <dgm:cxn modelId="{7CAA1958-4BFF-4F6E-9405-EDD6DD64B4DB}" type="presOf" srcId="{CAEEC0F0-3B9F-429F-AF6F-AFD7AD1C775C}" destId="{3859B9C1-2F99-47DE-9F84-FE614E63E363}" srcOrd="0" destOrd="0" presId="urn:microsoft.com/office/officeart/2005/8/layout/hList1"/>
    <dgm:cxn modelId="{C6BB145C-ED2B-401C-A646-15DB1BEC05C5}" type="presOf" srcId="{B42ED2BE-8C03-48E3-B815-69BAEBEDCCF8}" destId="{22152301-4713-42A4-A702-4D098F3E692E}" srcOrd="0" destOrd="0" presId="urn:microsoft.com/office/officeart/2005/8/layout/hList1"/>
    <dgm:cxn modelId="{7D18D063-700B-4F8A-93E2-F8838071F8BA}" srcId="{31F4C269-791E-4AA2-AD95-CEA0C9E98183}" destId="{2C86AB3A-B0D3-43FC-ABC7-CAEBD529CBE9}" srcOrd="0" destOrd="0" parTransId="{3A295EB4-2F6D-4E0F-802A-95B4C56FB536}" sibTransId="{9B34C746-4C1E-4901-A9FA-2EF4B6DDB99D}"/>
    <dgm:cxn modelId="{86DC4868-4107-42AE-8E25-A87E1D578098}" type="presOf" srcId="{4E46D8A4-C3CC-40EB-99E1-DCEAFC7128B1}" destId="{3859B9C1-2F99-47DE-9F84-FE614E63E363}" srcOrd="0" destOrd="4" presId="urn:microsoft.com/office/officeart/2005/8/layout/hList1"/>
    <dgm:cxn modelId="{29E8F36A-50C8-4AD1-B4B7-85B1B43598DD}" type="presOf" srcId="{B60821C4-DFA7-4A1C-8C1C-53E346F35DDA}" destId="{3859B9C1-2F99-47DE-9F84-FE614E63E363}" srcOrd="0" destOrd="1" presId="urn:microsoft.com/office/officeart/2005/8/layout/hList1"/>
    <dgm:cxn modelId="{529BAD74-F3CD-4882-8608-2C59C96352D8}" srcId="{C86570DD-FF3E-4682-B3F6-37E2EDB894FC}" destId="{B095454F-FEAD-41D9-803E-7F2E8CD2B363}" srcOrd="0" destOrd="0" parTransId="{3B6920B4-9401-446F-9CC9-6466971862BD}" sibTransId="{71076E72-4BCB-4907-9598-248EF94301D7}"/>
    <dgm:cxn modelId="{7DD1FF7A-CE40-4678-B586-180104C2080A}" srcId="{D52B9F26-8A5A-448C-94EB-D7B371F08B05}" destId="{B60821C4-DFA7-4A1C-8C1C-53E346F35DDA}" srcOrd="1" destOrd="0" parTransId="{F237507B-3312-4117-863E-9968B49CD788}" sibTransId="{D55C1070-BB6A-46DD-A040-0EA7CC74B88E}"/>
    <dgm:cxn modelId="{B2F2AD7D-C714-4206-881F-DDC149408E8F}" type="presOf" srcId="{BD87F737-A7D3-406D-8E2E-CC0BEB33F77E}" destId="{D97769FD-DBB9-4AD7-8CE9-38792EC6471D}" srcOrd="0" destOrd="2" presId="urn:microsoft.com/office/officeart/2005/8/layout/hList1"/>
    <dgm:cxn modelId="{DA190580-43F6-4C94-A330-F12900C06160}" type="presOf" srcId="{D52B9F26-8A5A-448C-94EB-D7B371F08B05}" destId="{DEAC84EC-A6F2-4C53-8212-E6BABD5BD7E9}" srcOrd="0" destOrd="0" presId="urn:microsoft.com/office/officeart/2005/8/layout/hList1"/>
    <dgm:cxn modelId="{B8347B84-3979-4A3C-899D-234662A3BC9C}" srcId="{D52B9F26-8A5A-448C-94EB-D7B371F08B05}" destId="{4E46D8A4-C3CC-40EB-99E1-DCEAFC7128B1}" srcOrd="4" destOrd="0" parTransId="{D36317FA-BC61-4186-9A87-8CB235CF5D8D}" sibTransId="{1B32F60D-2566-4863-A1EF-9F15F6AC72A1}"/>
    <dgm:cxn modelId="{E6A95286-6252-4232-8559-5B6D76B1134A}" type="presOf" srcId="{17B1229F-447C-4952-A924-9FAF5316ADAA}" destId="{3859B9C1-2F99-47DE-9F84-FE614E63E363}" srcOrd="0" destOrd="3" presId="urn:microsoft.com/office/officeart/2005/8/layout/hList1"/>
    <dgm:cxn modelId="{E3EDE79D-4C0A-46B1-A5BC-E7AC717F3C6D}" srcId="{C86570DD-FF3E-4682-B3F6-37E2EDB894FC}" destId="{8931D76D-CCE1-4CB8-94A3-EE5F84513502}" srcOrd="1" destOrd="0" parTransId="{465841B7-A9A8-4498-8BE3-1EE4C632EE3B}" sibTransId="{7137868B-F0D7-4D60-A653-1D058E9CBC8C}"/>
    <dgm:cxn modelId="{0F791BAA-50F0-4EBF-81B2-9A7F9E1A6A8E}" srcId="{B42ED2BE-8C03-48E3-B815-69BAEBEDCCF8}" destId="{D52B9F26-8A5A-448C-94EB-D7B371F08B05}" srcOrd="0" destOrd="0" parTransId="{A9DB03A6-4002-49E3-AEE1-7C8428F54C83}" sibTransId="{BF393577-5D7C-4AD6-B8B8-3B24939DE18B}"/>
    <dgm:cxn modelId="{C1DA5FB0-FB24-40EE-9169-160FCE3F5CAC}" type="presOf" srcId="{3281B263-E69B-4ACD-BBF1-96E0667823B0}" destId="{4047CCB7-7D6E-416D-B2A3-542CF9461DBB}" srcOrd="0" destOrd="1" presId="urn:microsoft.com/office/officeart/2005/8/layout/hList1"/>
    <dgm:cxn modelId="{2A6C18B4-8C45-4C2D-9AA0-01E8511B407A}" type="presOf" srcId="{2C86AB3A-B0D3-43FC-ABC7-CAEBD529CBE9}" destId="{4047CCB7-7D6E-416D-B2A3-542CF9461DBB}" srcOrd="0" destOrd="0" presId="urn:microsoft.com/office/officeart/2005/8/layout/hList1"/>
    <dgm:cxn modelId="{760151B8-9011-4787-B483-3EDE8841C05E}" type="presOf" srcId="{8931D76D-CCE1-4CB8-94A3-EE5F84513502}" destId="{8494C1A3-AB5E-4953-AFB4-A2B3D8EBC3D5}" srcOrd="0" destOrd="1" presId="urn:microsoft.com/office/officeart/2005/8/layout/hList1"/>
    <dgm:cxn modelId="{FEEC15BF-FB76-4137-AEB4-14E69302F99C}" srcId="{B42ED2BE-8C03-48E3-B815-69BAEBEDCCF8}" destId="{C86570DD-FF3E-4682-B3F6-37E2EDB894FC}" srcOrd="2" destOrd="0" parTransId="{CF21D75B-3F23-4460-922B-DBD97E7D87E1}" sibTransId="{987804F0-D602-46F0-A88A-DF72B5F452E5}"/>
    <dgm:cxn modelId="{855705C7-21B3-4DC1-897A-AA2EFB3ED4D6}" srcId="{3A0A3F8E-2066-4778-8D0F-FCCFAA99A10D}" destId="{BD87F737-A7D3-406D-8E2E-CC0BEB33F77E}" srcOrd="2" destOrd="0" parTransId="{48D3CA71-23AB-4A95-9C86-8454F0A02C98}" sibTransId="{B0B1C529-FD01-4AD7-926F-0D53A2971B56}"/>
    <dgm:cxn modelId="{55D349CA-63F3-49A7-BEE3-2BF1518E4625}" type="presOf" srcId="{C86570DD-FF3E-4682-B3F6-37E2EDB894FC}" destId="{43054E50-6BCE-4808-997E-752A1C71CC4E}" srcOrd="0" destOrd="0" presId="urn:microsoft.com/office/officeart/2005/8/layout/hList1"/>
    <dgm:cxn modelId="{8AD76FDC-A51E-43A0-AF19-561FC345689F}" srcId="{D52B9F26-8A5A-448C-94EB-D7B371F08B05}" destId="{1C9FBE3F-726D-468A-8906-0983CB245660}" srcOrd="2" destOrd="0" parTransId="{C0F675D5-426E-4B0C-B812-D16290B87395}" sibTransId="{138DABCF-EBFE-4958-A422-2F2FD500D0A9}"/>
    <dgm:cxn modelId="{5B5D55E7-D6EE-449C-B089-D2054CF70843}" type="presOf" srcId="{1C9FBE3F-726D-468A-8906-0983CB245660}" destId="{3859B9C1-2F99-47DE-9F84-FE614E63E363}" srcOrd="0" destOrd="2" presId="urn:microsoft.com/office/officeart/2005/8/layout/hList1"/>
    <dgm:cxn modelId="{CE6710F0-E856-49FD-A266-DB90AFF124D1}" srcId="{D52B9F26-8A5A-448C-94EB-D7B371F08B05}" destId="{CAEEC0F0-3B9F-429F-AF6F-AFD7AD1C775C}" srcOrd="0" destOrd="0" parTransId="{8958F920-8992-4E1A-8F1D-9A038E18CDC5}" sibTransId="{70F0FD8B-421E-4C26-A74D-6B2358F6FD8B}"/>
    <dgm:cxn modelId="{157428F6-A4F4-451B-8766-36EF08FECA6C}" type="presOf" srcId="{B095454F-FEAD-41D9-803E-7F2E8CD2B363}" destId="{8494C1A3-AB5E-4953-AFB4-A2B3D8EBC3D5}" srcOrd="0" destOrd="0" presId="urn:microsoft.com/office/officeart/2005/8/layout/hList1"/>
    <dgm:cxn modelId="{A9CBD1F8-89C5-4A2E-894C-860EA1FDFB68}" type="presOf" srcId="{1EB7BE55-E113-46DC-9960-19F3916C746B}" destId="{D97769FD-DBB9-4AD7-8CE9-38792EC6471D}" srcOrd="0" destOrd="0" presId="urn:microsoft.com/office/officeart/2005/8/layout/hList1"/>
    <dgm:cxn modelId="{E08948A9-4D58-48B2-9857-856DF7673367}" type="presParOf" srcId="{22152301-4713-42A4-A702-4D098F3E692E}" destId="{0FDC7F4C-287E-4B83-9007-4631F0191B63}" srcOrd="0" destOrd="0" presId="urn:microsoft.com/office/officeart/2005/8/layout/hList1"/>
    <dgm:cxn modelId="{7E2D8746-65C0-43AC-B056-443CDBC3AC94}" type="presParOf" srcId="{0FDC7F4C-287E-4B83-9007-4631F0191B63}" destId="{DEAC84EC-A6F2-4C53-8212-E6BABD5BD7E9}" srcOrd="0" destOrd="0" presId="urn:microsoft.com/office/officeart/2005/8/layout/hList1"/>
    <dgm:cxn modelId="{AF667EE1-8FB4-4F23-978A-60AB63D1D964}" type="presParOf" srcId="{0FDC7F4C-287E-4B83-9007-4631F0191B63}" destId="{3859B9C1-2F99-47DE-9F84-FE614E63E363}" srcOrd="1" destOrd="0" presId="urn:microsoft.com/office/officeart/2005/8/layout/hList1"/>
    <dgm:cxn modelId="{1359D664-D0A1-4082-9C70-DA048DF998A3}" type="presParOf" srcId="{22152301-4713-42A4-A702-4D098F3E692E}" destId="{47602675-DEE9-443B-8E77-F313897E8C30}" srcOrd="1" destOrd="0" presId="urn:microsoft.com/office/officeart/2005/8/layout/hList1"/>
    <dgm:cxn modelId="{7488DE85-3233-44EA-B8A4-0FC338F8F443}" type="presParOf" srcId="{22152301-4713-42A4-A702-4D098F3E692E}" destId="{1943E37E-A2D1-4D24-B0C7-926FF1DDEA04}" srcOrd="2" destOrd="0" presId="urn:microsoft.com/office/officeart/2005/8/layout/hList1"/>
    <dgm:cxn modelId="{097A9626-E2A6-4973-B403-32B2EBE46FD4}" type="presParOf" srcId="{1943E37E-A2D1-4D24-B0C7-926FF1DDEA04}" destId="{3A46AD99-1DD3-485C-A6CB-AD9DA16DDB6F}" srcOrd="0" destOrd="0" presId="urn:microsoft.com/office/officeart/2005/8/layout/hList1"/>
    <dgm:cxn modelId="{1F4C2072-8149-4490-B736-48E72DABC6A6}" type="presParOf" srcId="{1943E37E-A2D1-4D24-B0C7-926FF1DDEA04}" destId="{D97769FD-DBB9-4AD7-8CE9-38792EC6471D}" srcOrd="1" destOrd="0" presId="urn:microsoft.com/office/officeart/2005/8/layout/hList1"/>
    <dgm:cxn modelId="{F0838516-023A-4A4F-9D0B-4D5F900B3C09}" type="presParOf" srcId="{22152301-4713-42A4-A702-4D098F3E692E}" destId="{5E493284-D1FE-4479-8B25-B3928A4937C5}" srcOrd="3" destOrd="0" presId="urn:microsoft.com/office/officeart/2005/8/layout/hList1"/>
    <dgm:cxn modelId="{ED0D5097-B74D-4A24-977A-FCC80106C588}" type="presParOf" srcId="{22152301-4713-42A4-A702-4D098F3E692E}" destId="{6C88C785-E478-4C7C-8F1D-BD633E6A857E}" srcOrd="4" destOrd="0" presId="urn:microsoft.com/office/officeart/2005/8/layout/hList1"/>
    <dgm:cxn modelId="{34ECBDFA-74A9-4338-9CFD-16B9F672F4E2}" type="presParOf" srcId="{6C88C785-E478-4C7C-8F1D-BD633E6A857E}" destId="{43054E50-6BCE-4808-997E-752A1C71CC4E}" srcOrd="0" destOrd="0" presId="urn:microsoft.com/office/officeart/2005/8/layout/hList1"/>
    <dgm:cxn modelId="{E5DF9473-1A7A-48F4-886A-31BC46620A6A}" type="presParOf" srcId="{6C88C785-E478-4C7C-8F1D-BD633E6A857E}" destId="{8494C1A3-AB5E-4953-AFB4-A2B3D8EBC3D5}" srcOrd="1" destOrd="0" presId="urn:microsoft.com/office/officeart/2005/8/layout/hList1"/>
    <dgm:cxn modelId="{19FDF3C5-AFF9-4F83-AA94-BED862B01449}" type="presParOf" srcId="{22152301-4713-42A4-A702-4D098F3E692E}" destId="{F233E0A2-2597-4A29-9420-9ABF11956736}" srcOrd="5" destOrd="0" presId="urn:microsoft.com/office/officeart/2005/8/layout/hList1"/>
    <dgm:cxn modelId="{DB841C54-AE41-4D3A-84AB-917AB26E1556}" type="presParOf" srcId="{22152301-4713-42A4-A702-4D098F3E692E}" destId="{B0C4368D-50BE-4537-AA04-E09E627278DA}" srcOrd="6" destOrd="0" presId="urn:microsoft.com/office/officeart/2005/8/layout/hList1"/>
    <dgm:cxn modelId="{E62B1B84-0FC8-440D-89E0-118FA9A513D3}" type="presParOf" srcId="{B0C4368D-50BE-4537-AA04-E09E627278DA}" destId="{360079AA-2733-4C95-B5A7-95C4EBCE1A12}" srcOrd="0" destOrd="0" presId="urn:microsoft.com/office/officeart/2005/8/layout/hList1"/>
    <dgm:cxn modelId="{80EEDE5F-C0BE-4632-96CE-2B7843512525}" type="presParOf" srcId="{B0C4368D-50BE-4537-AA04-E09E627278DA}" destId="{4047CCB7-7D6E-416D-B2A3-542CF9461DB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04C3BBB-CFAC-4ABB-ABB0-55D3DB740970}" type="doc">
      <dgm:prSet loTypeId="urn:microsoft.com/office/officeart/2005/8/layout/list1" loCatId="list" qsTypeId="urn:microsoft.com/office/officeart/2005/8/quickstyle/simple1" qsCatId="simple" csTypeId="urn:microsoft.com/office/officeart/2005/8/colors/colorful2" csCatId="colorful"/>
      <dgm:spPr/>
      <dgm:t>
        <a:bodyPr/>
        <a:lstStyle/>
        <a:p>
          <a:endParaRPr lang="en-US"/>
        </a:p>
      </dgm:t>
    </dgm:pt>
    <dgm:pt modelId="{F137F85B-20D6-4E9C-A565-37ABE0B6436D}">
      <dgm:prSet/>
      <dgm:spPr/>
      <dgm:t>
        <a:bodyPr/>
        <a:lstStyle/>
        <a:p>
          <a:r>
            <a:rPr lang="en-US"/>
            <a:t>Bad:</a:t>
          </a:r>
        </a:p>
      </dgm:t>
    </dgm:pt>
    <dgm:pt modelId="{E74E1C27-53E6-4D45-99E9-0456C7B93846}" type="parTrans" cxnId="{1993AFAA-FFC7-470C-8781-C5E7E0E6DEE7}">
      <dgm:prSet/>
      <dgm:spPr/>
      <dgm:t>
        <a:bodyPr/>
        <a:lstStyle/>
        <a:p>
          <a:endParaRPr lang="en-US"/>
        </a:p>
      </dgm:t>
    </dgm:pt>
    <dgm:pt modelId="{D1B39C7A-B0A6-4FF3-9BEF-FD9DBD6FF987}" type="sibTrans" cxnId="{1993AFAA-FFC7-470C-8781-C5E7E0E6DEE7}">
      <dgm:prSet/>
      <dgm:spPr/>
      <dgm:t>
        <a:bodyPr/>
        <a:lstStyle/>
        <a:p>
          <a:endParaRPr lang="en-US"/>
        </a:p>
      </dgm:t>
    </dgm:pt>
    <dgm:pt modelId="{631A0422-C6D2-41AF-BBB2-D61F59ACB455}">
      <dgm:prSet/>
      <dgm:spPr/>
      <dgm:t>
        <a:bodyPr/>
        <a:lstStyle/>
        <a:p>
          <a:r>
            <a:rPr lang="en-US"/>
            <a:t>The system shall be completely reliable.</a:t>
          </a:r>
        </a:p>
      </dgm:t>
    </dgm:pt>
    <dgm:pt modelId="{DEDD9EE5-EECD-41FE-9218-9AE291EA6E1F}" type="parTrans" cxnId="{9375E8F3-14CB-42D8-B682-72C7D21DD211}">
      <dgm:prSet/>
      <dgm:spPr/>
      <dgm:t>
        <a:bodyPr/>
        <a:lstStyle/>
        <a:p>
          <a:endParaRPr lang="en-US"/>
        </a:p>
      </dgm:t>
    </dgm:pt>
    <dgm:pt modelId="{5661B0E9-9511-49AE-B889-16DEF6117C91}" type="sibTrans" cxnId="{9375E8F3-14CB-42D8-B682-72C7D21DD211}">
      <dgm:prSet/>
      <dgm:spPr/>
      <dgm:t>
        <a:bodyPr/>
        <a:lstStyle/>
        <a:p>
          <a:endParaRPr lang="en-US"/>
        </a:p>
      </dgm:t>
    </dgm:pt>
    <dgm:pt modelId="{CD78F500-E296-4668-BBA6-8A1D5CEC54AF}">
      <dgm:prSet/>
      <dgm:spPr/>
      <dgm:t>
        <a:bodyPr/>
        <a:lstStyle/>
        <a:p>
          <a:r>
            <a:rPr lang="en-US"/>
            <a:t>The system shall be modular.</a:t>
          </a:r>
        </a:p>
      </dgm:t>
    </dgm:pt>
    <dgm:pt modelId="{D868239B-C079-4B94-A90E-7AD36B5DA019}" type="parTrans" cxnId="{649BE97C-789C-4A19-85CF-88F8693DDA50}">
      <dgm:prSet/>
      <dgm:spPr/>
      <dgm:t>
        <a:bodyPr/>
        <a:lstStyle/>
        <a:p>
          <a:endParaRPr lang="en-US"/>
        </a:p>
      </dgm:t>
    </dgm:pt>
    <dgm:pt modelId="{59FFFE29-E590-41A2-89B4-A9BC7A1780BB}" type="sibTrans" cxnId="{649BE97C-789C-4A19-85CF-88F8693DDA50}">
      <dgm:prSet/>
      <dgm:spPr/>
      <dgm:t>
        <a:bodyPr/>
        <a:lstStyle/>
        <a:p>
          <a:endParaRPr lang="en-US"/>
        </a:p>
      </dgm:t>
    </dgm:pt>
    <dgm:pt modelId="{FD127669-8648-4465-841A-AF35102AFFFA}">
      <dgm:prSet/>
      <dgm:spPr/>
      <dgm:t>
        <a:bodyPr/>
        <a:lstStyle/>
        <a:p>
          <a:r>
            <a:rPr lang="en-US"/>
            <a:t>The system will be fast.</a:t>
          </a:r>
        </a:p>
      </dgm:t>
    </dgm:pt>
    <dgm:pt modelId="{3739F986-C181-4DC2-8FCB-FC67A2D8915D}" type="parTrans" cxnId="{9F92E7C6-87D7-4573-AC50-7FDC1C59AC49}">
      <dgm:prSet/>
      <dgm:spPr/>
      <dgm:t>
        <a:bodyPr/>
        <a:lstStyle/>
        <a:p>
          <a:endParaRPr lang="en-US"/>
        </a:p>
      </dgm:t>
    </dgm:pt>
    <dgm:pt modelId="{E5F3C1B4-F772-4695-9B52-69F636AD5E1C}" type="sibTrans" cxnId="{9F92E7C6-87D7-4573-AC50-7FDC1C59AC49}">
      <dgm:prSet/>
      <dgm:spPr/>
      <dgm:t>
        <a:bodyPr/>
        <a:lstStyle/>
        <a:p>
          <a:endParaRPr lang="en-US"/>
        </a:p>
      </dgm:t>
    </dgm:pt>
    <dgm:pt modelId="{D383C949-E75F-4024-AF7C-FD315D3FCA27}">
      <dgm:prSet/>
      <dgm:spPr/>
      <dgm:t>
        <a:bodyPr/>
        <a:lstStyle/>
        <a:p>
          <a:r>
            <a:rPr lang="en-US"/>
            <a:t>Errors shall be less than 99%.</a:t>
          </a:r>
        </a:p>
      </dgm:t>
    </dgm:pt>
    <dgm:pt modelId="{FA2FC69A-5D5E-43A9-B3CC-6B82781E7574}" type="parTrans" cxnId="{47EA9BAA-80C3-450B-BF42-D23AC946A9ED}">
      <dgm:prSet/>
      <dgm:spPr/>
      <dgm:t>
        <a:bodyPr/>
        <a:lstStyle/>
        <a:p>
          <a:endParaRPr lang="en-US"/>
        </a:p>
      </dgm:t>
    </dgm:pt>
    <dgm:pt modelId="{6D1110FC-E9D1-4FD7-8DA9-D3119188BC6F}" type="sibTrans" cxnId="{47EA9BAA-80C3-450B-BF42-D23AC946A9ED}">
      <dgm:prSet/>
      <dgm:spPr/>
      <dgm:t>
        <a:bodyPr/>
        <a:lstStyle/>
        <a:p>
          <a:endParaRPr lang="en-US"/>
        </a:p>
      </dgm:t>
    </dgm:pt>
    <dgm:pt modelId="{564E0F36-2535-4B4C-8810-840F0F870243}">
      <dgm:prSet/>
      <dgm:spPr/>
      <dgm:t>
        <a:bodyPr/>
        <a:lstStyle/>
        <a:p>
          <a:r>
            <a:rPr lang="en-US"/>
            <a:t>Better:</a:t>
          </a:r>
        </a:p>
      </dgm:t>
    </dgm:pt>
    <dgm:pt modelId="{BA28CE89-97CE-44C6-9C67-E071082035FC}" type="parTrans" cxnId="{A21F778D-BE62-4F78-BF45-A50D302EE44B}">
      <dgm:prSet/>
      <dgm:spPr/>
      <dgm:t>
        <a:bodyPr/>
        <a:lstStyle/>
        <a:p>
          <a:endParaRPr lang="en-US"/>
        </a:p>
      </dgm:t>
    </dgm:pt>
    <dgm:pt modelId="{0890CC16-E73D-4235-9C3E-0AC085152946}" type="sibTrans" cxnId="{A21F778D-BE62-4F78-BF45-A50D302EE44B}">
      <dgm:prSet/>
      <dgm:spPr/>
      <dgm:t>
        <a:bodyPr/>
        <a:lstStyle/>
        <a:p>
          <a:endParaRPr lang="en-US"/>
        </a:p>
      </dgm:t>
    </dgm:pt>
    <dgm:pt modelId="{4C62C490-C38B-4D21-A1BD-52EFDAD80BAB}">
      <dgm:prSet/>
      <dgm:spPr/>
      <dgm:t>
        <a:bodyPr/>
        <a:lstStyle/>
        <a:p>
          <a:r>
            <a:rPr lang="en-US"/>
            <a:t>Response times for all level one actions shall be less than 100 ms.</a:t>
          </a:r>
        </a:p>
      </dgm:t>
    </dgm:pt>
    <dgm:pt modelId="{5EB5F773-58FF-4EDC-BD93-E9D59B86B136}" type="parTrans" cxnId="{67568B9F-BB9E-481E-908B-5B86D2CAA1F6}">
      <dgm:prSet/>
      <dgm:spPr/>
      <dgm:t>
        <a:bodyPr/>
        <a:lstStyle/>
        <a:p>
          <a:endParaRPr lang="en-US"/>
        </a:p>
      </dgm:t>
    </dgm:pt>
    <dgm:pt modelId="{7C0870AB-82E4-4427-8D28-6D7F324E17DE}" type="sibTrans" cxnId="{67568B9F-BB9E-481E-908B-5B86D2CAA1F6}">
      <dgm:prSet/>
      <dgm:spPr/>
      <dgm:t>
        <a:bodyPr/>
        <a:lstStyle/>
        <a:p>
          <a:endParaRPr lang="en-US"/>
        </a:p>
      </dgm:t>
    </dgm:pt>
    <dgm:pt modelId="{EC3401EE-8F31-4249-BE11-CC8CD6D7AD34}">
      <dgm:prSet/>
      <dgm:spPr/>
      <dgm:t>
        <a:bodyPr/>
        <a:lstStyle/>
        <a:p>
          <a:r>
            <a:rPr lang="en-US"/>
            <a:t>The cyclomatic complexity of each module shall be in the range of 10 to 40.</a:t>
          </a:r>
        </a:p>
      </dgm:t>
    </dgm:pt>
    <dgm:pt modelId="{408C2B21-27C9-414E-8411-6685CB30A3A9}" type="parTrans" cxnId="{94CB0DEE-A9CA-4FD9-A8D2-D6D270DFC5D2}">
      <dgm:prSet/>
      <dgm:spPr/>
      <dgm:t>
        <a:bodyPr/>
        <a:lstStyle/>
        <a:p>
          <a:endParaRPr lang="en-US"/>
        </a:p>
      </dgm:t>
    </dgm:pt>
    <dgm:pt modelId="{2FC187E8-82EF-4BD4-A969-56A109420EA8}" type="sibTrans" cxnId="{94CB0DEE-A9CA-4FD9-A8D2-D6D270DFC5D2}">
      <dgm:prSet/>
      <dgm:spPr/>
      <dgm:t>
        <a:bodyPr/>
        <a:lstStyle/>
        <a:p>
          <a:endParaRPr lang="en-US"/>
        </a:p>
      </dgm:t>
    </dgm:pt>
    <dgm:pt modelId="{DC4B81D3-8982-4C83-9D71-E965BA2F5CC4}">
      <dgm:prSet/>
      <dgm:spPr/>
      <dgm:t>
        <a:bodyPr/>
        <a:lstStyle/>
        <a:p>
          <a:r>
            <a:rPr lang="en-US"/>
            <a:t>95% of the transactions shall be processed in less than 1 s. </a:t>
          </a:r>
        </a:p>
      </dgm:t>
    </dgm:pt>
    <dgm:pt modelId="{8E581300-B5BC-4F7B-A702-89F4CB6CFA7A}" type="parTrans" cxnId="{8B8CC174-E54F-4137-9954-560819D48873}">
      <dgm:prSet/>
      <dgm:spPr/>
      <dgm:t>
        <a:bodyPr/>
        <a:lstStyle/>
        <a:p>
          <a:endParaRPr lang="en-US"/>
        </a:p>
      </dgm:t>
    </dgm:pt>
    <dgm:pt modelId="{103A9913-919F-41EF-B194-DD12FFD78B75}" type="sibTrans" cxnId="{8B8CC174-E54F-4137-9954-560819D48873}">
      <dgm:prSet/>
      <dgm:spPr/>
      <dgm:t>
        <a:bodyPr/>
        <a:lstStyle/>
        <a:p>
          <a:endParaRPr lang="en-US"/>
        </a:p>
      </dgm:t>
    </dgm:pt>
    <dgm:pt modelId="{737D620D-9EED-4799-B275-161B43994322}">
      <dgm:prSet/>
      <dgm:spPr/>
      <dgm:t>
        <a:bodyPr/>
        <a:lstStyle/>
        <a:p>
          <a:r>
            <a:rPr lang="en-US"/>
            <a:t>MTBF shall be 100 hours of continuous operation.</a:t>
          </a:r>
        </a:p>
      </dgm:t>
    </dgm:pt>
    <dgm:pt modelId="{8ABE3812-91C9-427F-8666-006159060A9E}" type="parTrans" cxnId="{093F4858-5CF0-4D98-8F30-34C07C48EBCB}">
      <dgm:prSet/>
      <dgm:spPr/>
      <dgm:t>
        <a:bodyPr/>
        <a:lstStyle/>
        <a:p>
          <a:endParaRPr lang="en-US"/>
        </a:p>
      </dgm:t>
    </dgm:pt>
    <dgm:pt modelId="{590BC414-980F-4183-A7F1-5ED2F6C57B60}" type="sibTrans" cxnId="{093F4858-5CF0-4D98-8F30-34C07C48EBCB}">
      <dgm:prSet/>
      <dgm:spPr/>
      <dgm:t>
        <a:bodyPr/>
        <a:lstStyle/>
        <a:p>
          <a:endParaRPr lang="en-US"/>
        </a:p>
      </dgm:t>
    </dgm:pt>
    <dgm:pt modelId="{F5D355C9-DEF1-45E6-9060-EE1945404221}" type="pres">
      <dgm:prSet presAssocID="{504C3BBB-CFAC-4ABB-ABB0-55D3DB740970}" presName="linear" presStyleCnt="0">
        <dgm:presLayoutVars>
          <dgm:dir/>
          <dgm:animLvl val="lvl"/>
          <dgm:resizeHandles val="exact"/>
        </dgm:presLayoutVars>
      </dgm:prSet>
      <dgm:spPr/>
    </dgm:pt>
    <dgm:pt modelId="{CF5EF3F9-4810-4B44-AFEB-6793A8BB3770}" type="pres">
      <dgm:prSet presAssocID="{F137F85B-20D6-4E9C-A565-37ABE0B6436D}" presName="parentLin" presStyleCnt="0"/>
      <dgm:spPr/>
    </dgm:pt>
    <dgm:pt modelId="{AE9A73B6-D21A-46DA-9010-173FCF6898B5}" type="pres">
      <dgm:prSet presAssocID="{F137F85B-20D6-4E9C-A565-37ABE0B6436D}" presName="parentLeftMargin" presStyleLbl="node1" presStyleIdx="0" presStyleCnt="2"/>
      <dgm:spPr/>
    </dgm:pt>
    <dgm:pt modelId="{B0E43B90-AEED-4370-ACA5-B161A1EDBCAC}" type="pres">
      <dgm:prSet presAssocID="{F137F85B-20D6-4E9C-A565-37ABE0B6436D}" presName="parentText" presStyleLbl="node1" presStyleIdx="0" presStyleCnt="2">
        <dgm:presLayoutVars>
          <dgm:chMax val="0"/>
          <dgm:bulletEnabled val="1"/>
        </dgm:presLayoutVars>
      </dgm:prSet>
      <dgm:spPr/>
    </dgm:pt>
    <dgm:pt modelId="{CE2314A0-A8B4-4341-B161-6A9D5BB844CF}" type="pres">
      <dgm:prSet presAssocID="{F137F85B-20D6-4E9C-A565-37ABE0B6436D}" presName="negativeSpace" presStyleCnt="0"/>
      <dgm:spPr/>
    </dgm:pt>
    <dgm:pt modelId="{872BB8F4-FA86-44B6-B7F5-2D9658B67555}" type="pres">
      <dgm:prSet presAssocID="{F137F85B-20D6-4E9C-A565-37ABE0B6436D}" presName="childText" presStyleLbl="conFgAcc1" presStyleIdx="0" presStyleCnt="2">
        <dgm:presLayoutVars>
          <dgm:bulletEnabled val="1"/>
        </dgm:presLayoutVars>
      </dgm:prSet>
      <dgm:spPr/>
    </dgm:pt>
    <dgm:pt modelId="{E2C7140E-D691-48DB-9FE8-C0E195B6ED04}" type="pres">
      <dgm:prSet presAssocID="{D1B39C7A-B0A6-4FF3-9BEF-FD9DBD6FF987}" presName="spaceBetweenRectangles" presStyleCnt="0"/>
      <dgm:spPr/>
    </dgm:pt>
    <dgm:pt modelId="{E14AD4DD-39F7-4AEF-995E-A447B3D2E433}" type="pres">
      <dgm:prSet presAssocID="{564E0F36-2535-4B4C-8810-840F0F870243}" presName="parentLin" presStyleCnt="0"/>
      <dgm:spPr/>
    </dgm:pt>
    <dgm:pt modelId="{6E17B5F4-798E-4B08-AF73-7F3D77C0367F}" type="pres">
      <dgm:prSet presAssocID="{564E0F36-2535-4B4C-8810-840F0F870243}" presName="parentLeftMargin" presStyleLbl="node1" presStyleIdx="0" presStyleCnt="2"/>
      <dgm:spPr/>
    </dgm:pt>
    <dgm:pt modelId="{0ADE0789-E508-4087-884B-512F7079BFCC}" type="pres">
      <dgm:prSet presAssocID="{564E0F36-2535-4B4C-8810-840F0F870243}" presName="parentText" presStyleLbl="node1" presStyleIdx="1" presStyleCnt="2">
        <dgm:presLayoutVars>
          <dgm:chMax val="0"/>
          <dgm:bulletEnabled val="1"/>
        </dgm:presLayoutVars>
      </dgm:prSet>
      <dgm:spPr/>
    </dgm:pt>
    <dgm:pt modelId="{3D589B8C-FAD6-4900-9562-11CA1AB0A913}" type="pres">
      <dgm:prSet presAssocID="{564E0F36-2535-4B4C-8810-840F0F870243}" presName="negativeSpace" presStyleCnt="0"/>
      <dgm:spPr/>
    </dgm:pt>
    <dgm:pt modelId="{1171BDD0-712E-4926-BD4C-22F5A37597DB}" type="pres">
      <dgm:prSet presAssocID="{564E0F36-2535-4B4C-8810-840F0F870243}" presName="childText" presStyleLbl="conFgAcc1" presStyleIdx="1" presStyleCnt="2">
        <dgm:presLayoutVars>
          <dgm:bulletEnabled val="1"/>
        </dgm:presLayoutVars>
      </dgm:prSet>
      <dgm:spPr/>
    </dgm:pt>
  </dgm:ptLst>
  <dgm:cxnLst>
    <dgm:cxn modelId="{B5D33303-2EAD-4175-82B0-2A7168E68DF3}" type="presOf" srcId="{564E0F36-2535-4B4C-8810-840F0F870243}" destId="{6E17B5F4-798E-4B08-AF73-7F3D77C0367F}" srcOrd="0" destOrd="0" presId="urn:microsoft.com/office/officeart/2005/8/layout/list1"/>
    <dgm:cxn modelId="{D75BD00F-B917-4D57-A12A-6CD99F2F97F3}" type="presOf" srcId="{504C3BBB-CFAC-4ABB-ABB0-55D3DB740970}" destId="{F5D355C9-DEF1-45E6-9060-EE1945404221}" srcOrd="0" destOrd="0" presId="urn:microsoft.com/office/officeart/2005/8/layout/list1"/>
    <dgm:cxn modelId="{A304B014-4DE3-4E35-89FF-6FDE6EA7A6BD}" type="presOf" srcId="{737D620D-9EED-4799-B275-161B43994322}" destId="{1171BDD0-712E-4926-BD4C-22F5A37597DB}" srcOrd="0" destOrd="3" presId="urn:microsoft.com/office/officeart/2005/8/layout/list1"/>
    <dgm:cxn modelId="{6A9AEF23-382F-4152-961E-90B628CAC780}" type="presOf" srcId="{CD78F500-E296-4668-BBA6-8A1D5CEC54AF}" destId="{872BB8F4-FA86-44B6-B7F5-2D9658B67555}" srcOrd="0" destOrd="1" presId="urn:microsoft.com/office/officeart/2005/8/layout/list1"/>
    <dgm:cxn modelId="{8B23F142-BA77-4FB3-8369-1E9C65840FB6}" type="presOf" srcId="{631A0422-C6D2-41AF-BBB2-D61F59ACB455}" destId="{872BB8F4-FA86-44B6-B7F5-2D9658B67555}" srcOrd="0" destOrd="0" presId="urn:microsoft.com/office/officeart/2005/8/layout/list1"/>
    <dgm:cxn modelId="{770BEA43-554B-4D31-B691-C75398F3B563}" type="presOf" srcId="{DC4B81D3-8982-4C83-9D71-E965BA2F5CC4}" destId="{1171BDD0-712E-4926-BD4C-22F5A37597DB}" srcOrd="0" destOrd="2" presId="urn:microsoft.com/office/officeart/2005/8/layout/list1"/>
    <dgm:cxn modelId="{093F4858-5CF0-4D98-8F30-34C07C48EBCB}" srcId="{564E0F36-2535-4B4C-8810-840F0F870243}" destId="{737D620D-9EED-4799-B275-161B43994322}" srcOrd="3" destOrd="0" parTransId="{8ABE3812-91C9-427F-8666-006159060A9E}" sibTransId="{590BC414-980F-4183-A7F1-5ED2F6C57B60}"/>
    <dgm:cxn modelId="{8B8CC174-E54F-4137-9954-560819D48873}" srcId="{564E0F36-2535-4B4C-8810-840F0F870243}" destId="{DC4B81D3-8982-4C83-9D71-E965BA2F5CC4}" srcOrd="2" destOrd="0" parTransId="{8E581300-B5BC-4F7B-A702-89F4CB6CFA7A}" sibTransId="{103A9913-919F-41EF-B194-DD12FFD78B75}"/>
    <dgm:cxn modelId="{649BE97C-789C-4A19-85CF-88F8693DDA50}" srcId="{F137F85B-20D6-4E9C-A565-37ABE0B6436D}" destId="{CD78F500-E296-4668-BBA6-8A1D5CEC54AF}" srcOrd="1" destOrd="0" parTransId="{D868239B-C079-4B94-A90E-7AD36B5DA019}" sibTransId="{59FFFE29-E590-41A2-89B4-A9BC7A1780BB}"/>
    <dgm:cxn modelId="{A21F778D-BE62-4F78-BF45-A50D302EE44B}" srcId="{504C3BBB-CFAC-4ABB-ABB0-55D3DB740970}" destId="{564E0F36-2535-4B4C-8810-840F0F870243}" srcOrd="1" destOrd="0" parTransId="{BA28CE89-97CE-44C6-9C67-E071082035FC}" sibTransId="{0890CC16-E73D-4235-9C3E-0AC085152946}"/>
    <dgm:cxn modelId="{B3DEF891-BC10-41D2-9531-21AF71A4DD5E}" type="presOf" srcId="{F137F85B-20D6-4E9C-A565-37ABE0B6436D}" destId="{AE9A73B6-D21A-46DA-9010-173FCF6898B5}" srcOrd="0" destOrd="0" presId="urn:microsoft.com/office/officeart/2005/8/layout/list1"/>
    <dgm:cxn modelId="{0CE6029C-386A-459E-9DEA-0B0EE657F0FC}" type="presOf" srcId="{D383C949-E75F-4024-AF7C-FD315D3FCA27}" destId="{872BB8F4-FA86-44B6-B7F5-2D9658B67555}" srcOrd="0" destOrd="3" presId="urn:microsoft.com/office/officeart/2005/8/layout/list1"/>
    <dgm:cxn modelId="{67568B9F-BB9E-481E-908B-5B86D2CAA1F6}" srcId="{564E0F36-2535-4B4C-8810-840F0F870243}" destId="{4C62C490-C38B-4D21-A1BD-52EFDAD80BAB}" srcOrd="0" destOrd="0" parTransId="{5EB5F773-58FF-4EDC-BD93-E9D59B86B136}" sibTransId="{7C0870AB-82E4-4427-8D28-6D7F324E17DE}"/>
    <dgm:cxn modelId="{47EA9BAA-80C3-450B-BF42-D23AC946A9ED}" srcId="{F137F85B-20D6-4E9C-A565-37ABE0B6436D}" destId="{D383C949-E75F-4024-AF7C-FD315D3FCA27}" srcOrd="3" destOrd="0" parTransId="{FA2FC69A-5D5E-43A9-B3CC-6B82781E7574}" sibTransId="{6D1110FC-E9D1-4FD7-8DA9-D3119188BC6F}"/>
    <dgm:cxn modelId="{1993AFAA-FFC7-470C-8781-C5E7E0E6DEE7}" srcId="{504C3BBB-CFAC-4ABB-ABB0-55D3DB740970}" destId="{F137F85B-20D6-4E9C-A565-37ABE0B6436D}" srcOrd="0" destOrd="0" parTransId="{E74E1C27-53E6-4D45-99E9-0456C7B93846}" sibTransId="{D1B39C7A-B0A6-4FF3-9BEF-FD9DBD6FF987}"/>
    <dgm:cxn modelId="{38D69CB2-4BBC-4B0B-9E8F-EC3C82F9089E}" type="presOf" srcId="{FD127669-8648-4465-841A-AF35102AFFFA}" destId="{872BB8F4-FA86-44B6-B7F5-2D9658B67555}" srcOrd="0" destOrd="2" presId="urn:microsoft.com/office/officeart/2005/8/layout/list1"/>
    <dgm:cxn modelId="{3B8990B6-1FDB-40B4-AD60-951450C8E300}" type="presOf" srcId="{F137F85B-20D6-4E9C-A565-37ABE0B6436D}" destId="{B0E43B90-AEED-4370-ACA5-B161A1EDBCAC}" srcOrd="1" destOrd="0" presId="urn:microsoft.com/office/officeart/2005/8/layout/list1"/>
    <dgm:cxn modelId="{9F92E7C6-87D7-4573-AC50-7FDC1C59AC49}" srcId="{F137F85B-20D6-4E9C-A565-37ABE0B6436D}" destId="{FD127669-8648-4465-841A-AF35102AFFFA}" srcOrd="2" destOrd="0" parTransId="{3739F986-C181-4DC2-8FCB-FC67A2D8915D}" sibTransId="{E5F3C1B4-F772-4695-9B52-69F636AD5E1C}"/>
    <dgm:cxn modelId="{F88622D7-02DA-49A9-8361-4B7FB426FEEE}" type="presOf" srcId="{564E0F36-2535-4B4C-8810-840F0F870243}" destId="{0ADE0789-E508-4087-884B-512F7079BFCC}" srcOrd="1" destOrd="0" presId="urn:microsoft.com/office/officeart/2005/8/layout/list1"/>
    <dgm:cxn modelId="{329C35E0-B5E0-4F88-A350-A433568A5E1D}" type="presOf" srcId="{EC3401EE-8F31-4249-BE11-CC8CD6D7AD34}" destId="{1171BDD0-712E-4926-BD4C-22F5A37597DB}" srcOrd="0" destOrd="1" presId="urn:microsoft.com/office/officeart/2005/8/layout/list1"/>
    <dgm:cxn modelId="{94CB0DEE-A9CA-4FD9-A8D2-D6D270DFC5D2}" srcId="{564E0F36-2535-4B4C-8810-840F0F870243}" destId="{EC3401EE-8F31-4249-BE11-CC8CD6D7AD34}" srcOrd="1" destOrd="0" parTransId="{408C2B21-27C9-414E-8411-6685CB30A3A9}" sibTransId="{2FC187E8-82EF-4BD4-A969-56A109420EA8}"/>
    <dgm:cxn modelId="{E7AC38F1-C0A6-4B2B-AE5A-C14104DE0504}" type="presOf" srcId="{4C62C490-C38B-4D21-A1BD-52EFDAD80BAB}" destId="{1171BDD0-712E-4926-BD4C-22F5A37597DB}" srcOrd="0" destOrd="0" presId="urn:microsoft.com/office/officeart/2005/8/layout/list1"/>
    <dgm:cxn modelId="{9375E8F3-14CB-42D8-B682-72C7D21DD211}" srcId="{F137F85B-20D6-4E9C-A565-37ABE0B6436D}" destId="{631A0422-C6D2-41AF-BBB2-D61F59ACB455}" srcOrd="0" destOrd="0" parTransId="{DEDD9EE5-EECD-41FE-9218-9AE291EA6E1F}" sibTransId="{5661B0E9-9511-49AE-B889-16DEF6117C91}"/>
    <dgm:cxn modelId="{28F810BE-871C-48F2-8BCE-7238F8BC0535}" type="presParOf" srcId="{F5D355C9-DEF1-45E6-9060-EE1945404221}" destId="{CF5EF3F9-4810-4B44-AFEB-6793A8BB3770}" srcOrd="0" destOrd="0" presId="urn:microsoft.com/office/officeart/2005/8/layout/list1"/>
    <dgm:cxn modelId="{27F607F3-1EF2-41E1-81C2-698E451F4091}" type="presParOf" srcId="{CF5EF3F9-4810-4B44-AFEB-6793A8BB3770}" destId="{AE9A73B6-D21A-46DA-9010-173FCF6898B5}" srcOrd="0" destOrd="0" presId="urn:microsoft.com/office/officeart/2005/8/layout/list1"/>
    <dgm:cxn modelId="{914A960B-2EE0-4C04-B816-1AC87531CA82}" type="presParOf" srcId="{CF5EF3F9-4810-4B44-AFEB-6793A8BB3770}" destId="{B0E43B90-AEED-4370-ACA5-B161A1EDBCAC}" srcOrd="1" destOrd="0" presId="urn:microsoft.com/office/officeart/2005/8/layout/list1"/>
    <dgm:cxn modelId="{3009EC7C-F1EC-46AB-B635-2E5EECCCE9F5}" type="presParOf" srcId="{F5D355C9-DEF1-45E6-9060-EE1945404221}" destId="{CE2314A0-A8B4-4341-B161-6A9D5BB844CF}" srcOrd="1" destOrd="0" presId="urn:microsoft.com/office/officeart/2005/8/layout/list1"/>
    <dgm:cxn modelId="{38CFE128-67E4-4E16-96FF-37E1FF60E191}" type="presParOf" srcId="{F5D355C9-DEF1-45E6-9060-EE1945404221}" destId="{872BB8F4-FA86-44B6-B7F5-2D9658B67555}" srcOrd="2" destOrd="0" presId="urn:microsoft.com/office/officeart/2005/8/layout/list1"/>
    <dgm:cxn modelId="{D5D4A081-F5AD-45FE-93C4-9BC6C9877C85}" type="presParOf" srcId="{F5D355C9-DEF1-45E6-9060-EE1945404221}" destId="{E2C7140E-D691-48DB-9FE8-C0E195B6ED04}" srcOrd="3" destOrd="0" presId="urn:microsoft.com/office/officeart/2005/8/layout/list1"/>
    <dgm:cxn modelId="{44C26BFF-5643-457F-A42B-7E41F7BD9D4F}" type="presParOf" srcId="{F5D355C9-DEF1-45E6-9060-EE1945404221}" destId="{E14AD4DD-39F7-4AEF-995E-A447B3D2E433}" srcOrd="4" destOrd="0" presId="urn:microsoft.com/office/officeart/2005/8/layout/list1"/>
    <dgm:cxn modelId="{30FCD767-7767-4427-94CF-29316EBE3C9C}" type="presParOf" srcId="{E14AD4DD-39F7-4AEF-995E-A447B3D2E433}" destId="{6E17B5F4-798E-4B08-AF73-7F3D77C0367F}" srcOrd="0" destOrd="0" presId="urn:microsoft.com/office/officeart/2005/8/layout/list1"/>
    <dgm:cxn modelId="{C312FA1E-4DF3-4588-ACCE-EE963D908F2D}" type="presParOf" srcId="{E14AD4DD-39F7-4AEF-995E-A447B3D2E433}" destId="{0ADE0789-E508-4087-884B-512F7079BFCC}" srcOrd="1" destOrd="0" presId="urn:microsoft.com/office/officeart/2005/8/layout/list1"/>
    <dgm:cxn modelId="{5AD22E1B-58C5-4155-9AF9-C0991BE62342}" type="presParOf" srcId="{F5D355C9-DEF1-45E6-9060-EE1945404221}" destId="{3D589B8C-FAD6-4900-9562-11CA1AB0A913}" srcOrd="5" destOrd="0" presId="urn:microsoft.com/office/officeart/2005/8/layout/list1"/>
    <dgm:cxn modelId="{1131CF6B-3648-4900-BAC4-AAD43D4F3669}" type="presParOf" srcId="{F5D355C9-DEF1-45E6-9060-EE1945404221}" destId="{1171BDD0-712E-4926-BD4C-22F5A37597DB}"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026C33FF-01EE-40BB-BC71-4CE97A662B1D}"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C6591943-DDF1-42AC-AB95-95E7E9F54AE8}">
      <dgm:prSet/>
      <dgm:spPr/>
      <dgm:t>
        <a:bodyPr/>
        <a:lstStyle/>
        <a:p>
          <a:r>
            <a:rPr lang="en-US"/>
            <a:t>Shows interface between actors and the system</a:t>
          </a:r>
        </a:p>
      </dgm:t>
    </dgm:pt>
    <dgm:pt modelId="{CB6E337F-55B9-464F-BADC-DDADAA173023}" type="parTrans" cxnId="{C1A2C45E-5B32-4591-A311-ABEC0FDDDA78}">
      <dgm:prSet/>
      <dgm:spPr/>
      <dgm:t>
        <a:bodyPr/>
        <a:lstStyle/>
        <a:p>
          <a:endParaRPr lang="en-US"/>
        </a:p>
      </dgm:t>
    </dgm:pt>
    <dgm:pt modelId="{A9821FE5-6755-4A1F-9482-2D43B601907E}" type="sibTrans" cxnId="{C1A2C45E-5B32-4591-A311-ABEC0FDDDA78}">
      <dgm:prSet/>
      <dgm:spPr/>
      <dgm:t>
        <a:bodyPr/>
        <a:lstStyle/>
        <a:p>
          <a:endParaRPr lang="en-US"/>
        </a:p>
      </dgm:t>
    </dgm:pt>
    <dgm:pt modelId="{43F0CBE2-6F85-4893-99F1-AA3A5382B7FA}">
      <dgm:prSet/>
      <dgm:spPr/>
      <dgm:t>
        <a:bodyPr/>
        <a:lstStyle/>
        <a:p>
          <a:r>
            <a:rPr lang="en-US" dirty="0"/>
            <a:t>Determines the scope of the system by clearly defining its boundary</a:t>
          </a:r>
        </a:p>
      </dgm:t>
    </dgm:pt>
    <dgm:pt modelId="{F7D7D672-55DC-4AF0-8699-49CA9529586F}" type="parTrans" cxnId="{A746AA1E-820B-4270-AE97-019ADA86298B}">
      <dgm:prSet/>
      <dgm:spPr/>
      <dgm:t>
        <a:bodyPr/>
        <a:lstStyle/>
        <a:p>
          <a:endParaRPr lang="en-US"/>
        </a:p>
      </dgm:t>
    </dgm:pt>
    <dgm:pt modelId="{7C41EC80-5AD6-4BAA-83B8-8B4477989D7B}" type="sibTrans" cxnId="{A746AA1E-820B-4270-AE97-019ADA86298B}">
      <dgm:prSet/>
      <dgm:spPr/>
      <dgm:t>
        <a:bodyPr/>
        <a:lstStyle/>
        <a:p>
          <a:endParaRPr lang="en-US"/>
        </a:p>
      </dgm:t>
    </dgm:pt>
    <dgm:pt modelId="{A154DF3B-826A-4400-BBE9-B85095FAE914}">
      <dgm:prSet/>
      <dgm:spPr/>
      <dgm:t>
        <a:bodyPr/>
        <a:lstStyle/>
        <a:p>
          <a:r>
            <a:rPr lang="en-US"/>
            <a:t>Also referred to as the system context diagram</a:t>
          </a:r>
        </a:p>
      </dgm:t>
    </dgm:pt>
    <dgm:pt modelId="{F0AFAADE-A8DE-4E94-A4AB-0B892E4AC3F3}" type="parTrans" cxnId="{08C20EEC-2F10-4A06-A30C-91BD3CD330A2}">
      <dgm:prSet/>
      <dgm:spPr/>
      <dgm:t>
        <a:bodyPr/>
        <a:lstStyle/>
        <a:p>
          <a:endParaRPr lang="en-US"/>
        </a:p>
      </dgm:t>
    </dgm:pt>
    <dgm:pt modelId="{B99363EE-126A-4A6D-8B33-E3723C6677E8}" type="sibTrans" cxnId="{08C20EEC-2F10-4A06-A30C-91BD3CD330A2}">
      <dgm:prSet/>
      <dgm:spPr/>
      <dgm:t>
        <a:bodyPr/>
        <a:lstStyle/>
        <a:p>
          <a:endParaRPr lang="en-US"/>
        </a:p>
      </dgm:t>
    </dgm:pt>
    <dgm:pt modelId="{F495152B-FA1E-4C6E-B93F-C5F7DC11E40D}">
      <dgm:prSet/>
      <dgm:spPr/>
      <dgm:t>
        <a:bodyPr/>
        <a:lstStyle/>
        <a:p>
          <a:r>
            <a:rPr lang="en-US"/>
            <a:t>Example</a:t>
          </a:r>
        </a:p>
      </dgm:t>
    </dgm:pt>
    <dgm:pt modelId="{EEF40A13-991A-4B46-82A6-E898887B031E}" type="parTrans" cxnId="{091AB550-B764-409E-B49D-25461C3898CF}">
      <dgm:prSet/>
      <dgm:spPr/>
      <dgm:t>
        <a:bodyPr/>
        <a:lstStyle/>
        <a:p>
          <a:endParaRPr lang="en-US"/>
        </a:p>
      </dgm:t>
    </dgm:pt>
    <dgm:pt modelId="{1C79C955-7571-468D-8398-3ADA911E8BEC}" type="sibTrans" cxnId="{091AB550-B764-409E-B49D-25461C3898CF}">
      <dgm:prSet/>
      <dgm:spPr/>
      <dgm:t>
        <a:bodyPr/>
        <a:lstStyle/>
        <a:p>
          <a:endParaRPr lang="en-US"/>
        </a:p>
      </dgm:t>
    </dgm:pt>
    <dgm:pt modelId="{0D80F052-6194-4F31-85B5-5B11C742B010}" type="pres">
      <dgm:prSet presAssocID="{026C33FF-01EE-40BB-BC71-4CE97A662B1D}" presName="vert0" presStyleCnt="0">
        <dgm:presLayoutVars>
          <dgm:dir/>
          <dgm:animOne val="branch"/>
          <dgm:animLvl val="lvl"/>
        </dgm:presLayoutVars>
      </dgm:prSet>
      <dgm:spPr/>
    </dgm:pt>
    <dgm:pt modelId="{B3B04183-C86B-4C73-8430-02C88DC02E98}" type="pres">
      <dgm:prSet presAssocID="{C6591943-DDF1-42AC-AB95-95E7E9F54AE8}" presName="thickLine" presStyleLbl="alignNode1" presStyleIdx="0" presStyleCnt="4"/>
      <dgm:spPr/>
    </dgm:pt>
    <dgm:pt modelId="{6FA496C0-F0BB-4BB1-93F3-9D453D797D36}" type="pres">
      <dgm:prSet presAssocID="{C6591943-DDF1-42AC-AB95-95E7E9F54AE8}" presName="horz1" presStyleCnt="0"/>
      <dgm:spPr/>
    </dgm:pt>
    <dgm:pt modelId="{A2E45D71-D819-4223-8F21-14113AEEF3D3}" type="pres">
      <dgm:prSet presAssocID="{C6591943-DDF1-42AC-AB95-95E7E9F54AE8}" presName="tx1" presStyleLbl="revTx" presStyleIdx="0" presStyleCnt="4"/>
      <dgm:spPr/>
    </dgm:pt>
    <dgm:pt modelId="{96487EE4-77BD-4CF3-B906-71A691C77988}" type="pres">
      <dgm:prSet presAssocID="{C6591943-DDF1-42AC-AB95-95E7E9F54AE8}" presName="vert1" presStyleCnt="0"/>
      <dgm:spPr/>
    </dgm:pt>
    <dgm:pt modelId="{C3736F89-0AEB-414E-BED7-9058183148A1}" type="pres">
      <dgm:prSet presAssocID="{43F0CBE2-6F85-4893-99F1-AA3A5382B7FA}" presName="thickLine" presStyleLbl="alignNode1" presStyleIdx="1" presStyleCnt="4"/>
      <dgm:spPr/>
    </dgm:pt>
    <dgm:pt modelId="{602102AF-03E1-4ACB-82BB-642DAB3FB67C}" type="pres">
      <dgm:prSet presAssocID="{43F0CBE2-6F85-4893-99F1-AA3A5382B7FA}" presName="horz1" presStyleCnt="0"/>
      <dgm:spPr/>
    </dgm:pt>
    <dgm:pt modelId="{16E16D4F-5A7A-4F7B-8B30-102AC2FF4E8A}" type="pres">
      <dgm:prSet presAssocID="{43F0CBE2-6F85-4893-99F1-AA3A5382B7FA}" presName="tx1" presStyleLbl="revTx" presStyleIdx="1" presStyleCnt="4"/>
      <dgm:spPr/>
    </dgm:pt>
    <dgm:pt modelId="{26F1D5AD-B425-4E6C-B030-CF19A78A700C}" type="pres">
      <dgm:prSet presAssocID="{43F0CBE2-6F85-4893-99F1-AA3A5382B7FA}" presName="vert1" presStyleCnt="0"/>
      <dgm:spPr/>
    </dgm:pt>
    <dgm:pt modelId="{5E39DDB5-EE45-46C3-8D9F-B0BAD7C57C6E}" type="pres">
      <dgm:prSet presAssocID="{A154DF3B-826A-4400-BBE9-B85095FAE914}" presName="thickLine" presStyleLbl="alignNode1" presStyleIdx="2" presStyleCnt="4"/>
      <dgm:spPr/>
    </dgm:pt>
    <dgm:pt modelId="{22510E04-6F31-42F6-9515-5CCD962E5638}" type="pres">
      <dgm:prSet presAssocID="{A154DF3B-826A-4400-BBE9-B85095FAE914}" presName="horz1" presStyleCnt="0"/>
      <dgm:spPr/>
    </dgm:pt>
    <dgm:pt modelId="{3B405C28-2A58-45FB-979E-950211C320AB}" type="pres">
      <dgm:prSet presAssocID="{A154DF3B-826A-4400-BBE9-B85095FAE914}" presName="tx1" presStyleLbl="revTx" presStyleIdx="2" presStyleCnt="4"/>
      <dgm:spPr/>
    </dgm:pt>
    <dgm:pt modelId="{0715043F-C3A9-4BA3-BD10-BE5F9F84F8F6}" type="pres">
      <dgm:prSet presAssocID="{A154DF3B-826A-4400-BBE9-B85095FAE914}" presName="vert1" presStyleCnt="0"/>
      <dgm:spPr/>
    </dgm:pt>
    <dgm:pt modelId="{84280A4E-A4CA-4A81-92B7-E23F75544EF1}" type="pres">
      <dgm:prSet presAssocID="{F495152B-FA1E-4C6E-B93F-C5F7DC11E40D}" presName="thickLine" presStyleLbl="alignNode1" presStyleIdx="3" presStyleCnt="4"/>
      <dgm:spPr/>
    </dgm:pt>
    <dgm:pt modelId="{7F0C48F4-D7CB-4F48-ADA2-1320E0C67B72}" type="pres">
      <dgm:prSet presAssocID="{F495152B-FA1E-4C6E-B93F-C5F7DC11E40D}" presName="horz1" presStyleCnt="0"/>
      <dgm:spPr/>
    </dgm:pt>
    <dgm:pt modelId="{52C9258B-9453-4262-BDCA-83DD8CDB8A02}" type="pres">
      <dgm:prSet presAssocID="{F495152B-FA1E-4C6E-B93F-C5F7DC11E40D}" presName="tx1" presStyleLbl="revTx" presStyleIdx="3" presStyleCnt="4"/>
      <dgm:spPr/>
    </dgm:pt>
    <dgm:pt modelId="{70F0775C-EDDE-45E1-A821-14338FCCAAA7}" type="pres">
      <dgm:prSet presAssocID="{F495152B-FA1E-4C6E-B93F-C5F7DC11E40D}" presName="vert1" presStyleCnt="0"/>
      <dgm:spPr/>
    </dgm:pt>
  </dgm:ptLst>
  <dgm:cxnLst>
    <dgm:cxn modelId="{B2391A04-650D-4DFC-9837-9D2E18C00F03}" type="presOf" srcId="{C6591943-DDF1-42AC-AB95-95E7E9F54AE8}" destId="{A2E45D71-D819-4223-8F21-14113AEEF3D3}" srcOrd="0" destOrd="0" presId="urn:microsoft.com/office/officeart/2008/layout/LinedList"/>
    <dgm:cxn modelId="{A746AA1E-820B-4270-AE97-019ADA86298B}" srcId="{026C33FF-01EE-40BB-BC71-4CE97A662B1D}" destId="{43F0CBE2-6F85-4893-99F1-AA3A5382B7FA}" srcOrd="1" destOrd="0" parTransId="{F7D7D672-55DC-4AF0-8699-49CA9529586F}" sibTransId="{7C41EC80-5AD6-4BAA-83B8-8B4477989D7B}"/>
    <dgm:cxn modelId="{091AB550-B764-409E-B49D-25461C3898CF}" srcId="{026C33FF-01EE-40BB-BC71-4CE97A662B1D}" destId="{F495152B-FA1E-4C6E-B93F-C5F7DC11E40D}" srcOrd="3" destOrd="0" parTransId="{EEF40A13-991A-4B46-82A6-E898887B031E}" sibTransId="{1C79C955-7571-468D-8398-3ADA911E8BEC}"/>
    <dgm:cxn modelId="{C1A2C45E-5B32-4591-A311-ABEC0FDDDA78}" srcId="{026C33FF-01EE-40BB-BC71-4CE97A662B1D}" destId="{C6591943-DDF1-42AC-AB95-95E7E9F54AE8}" srcOrd="0" destOrd="0" parTransId="{CB6E337F-55B9-464F-BADC-DDADAA173023}" sibTransId="{A9821FE5-6755-4A1F-9482-2D43B601907E}"/>
    <dgm:cxn modelId="{B1D8D9AE-B2E3-4A04-A92D-FD94DAD13BA3}" type="presOf" srcId="{43F0CBE2-6F85-4893-99F1-AA3A5382B7FA}" destId="{16E16D4F-5A7A-4F7B-8B30-102AC2FF4E8A}" srcOrd="0" destOrd="0" presId="urn:microsoft.com/office/officeart/2008/layout/LinedList"/>
    <dgm:cxn modelId="{412A28BD-3605-4D5C-90CB-CB19B3FDD0C1}" type="presOf" srcId="{A154DF3B-826A-4400-BBE9-B85095FAE914}" destId="{3B405C28-2A58-45FB-979E-950211C320AB}" srcOrd="0" destOrd="0" presId="urn:microsoft.com/office/officeart/2008/layout/LinedList"/>
    <dgm:cxn modelId="{FE0FC8D7-CB23-4BEB-9818-CC9AD4A5BA5C}" type="presOf" srcId="{F495152B-FA1E-4C6E-B93F-C5F7DC11E40D}" destId="{52C9258B-9453-4262-BDCA-83DD8CDB8A02}" srcOrd="0" destOrd="0" presId="urn:microsoft.com/office/officeart/2008/layout/LinedList"/>
    <dgm:cxn modelId="{263EC8E0-6314-49FC-95CA-62667AA10A97}" type="presOf" srcId="{026C33FF-01EE-40BB-BC71-4CE97A662B1D}" destId="{0D80F052-6194-4F31-85B5-5B11C742B010}" srcOrd="0" destOrd="0" presId="urn:microsoft.com/office/officeart/2008/layout/LinedList"/>
    <dgm:cxn modelId="{08C20EEC-2F10-4A06-A30C-91BD3CD330A2}" srcId="{026C33FF-01EE-40BB-BC71-4CE97A662B1D}" destId="{A154DF3B-826A-4400-BBE9-B85095FAE914}" srcOrd="2" destOrd="0" parTransId="{F0AFAADE-A8DE-4E94-A4AB-0B892E4AC3F3}" sibTransId="{B99363EE-126A-4A6D-8B33-E3723C6677E8}"/>
    <dgm:cxn modelId="{14B0CACD-2452-41E5-8B88-5426368CA006}" type="presParOf" srcId="{0D80F052-6194-4F31-85B5-5B11C742B010}" destId="{B3B04183-C86B-4C73-8430-02C88DC02E98}" srcOrd="0" destOrd="0" presId="urn:microsoft.com/office/officeart/2008/layout/LinedList"/>
    <dgm:cxn modelId="{CD2B707B-7C45-4B2A-91FA-BCD66AAFA137}" type="presParOf" srcId="{0D80F052-6194-4F31-85B5-5B11C742B010}" destId="{6FA496C0-F0BB-4BB1-93F3-9D453D797D36}" srcOrd="1" destOrd="0" presId="urn:microsoft.com/office/officeart/2008/layout/LinedList"/>
    <dgm:cxn modelId="{19ADA689-059F-4CDB-AE21-59C040718B14}" type="presParOf" srcId="{6FA496C0-F0BB-4BB1-93F3-9D453D797D36}" destId="{A2E45D71-D819-4223-8F21-14113AEEF3D3}" srcOrd="0" destOrd="0" presId="urn:microsoft.com/office/officeart/2008/layout/LinedList"/>
    <dgm:cxn modelId="{234C5E1D-009C-4B10-860B-C4B6DB2BD9BF}" type="presParOf" srcId="{6FA496C0-F0BB-4BB1-93F3-9D453D797D36}" destId="{96487EE4-77BD-4CF3-B906-71A691C77988}" srcOrd="1" destOrd="0" presId="urn:microsoft.com/office/officeart/2008/layout/LinedList"/>
    <dgm:cxn modelId="{7C5C76BD-9180-4D74-8C65-6A5A58E086C1}" type="presParOf" srcId="{0D80F052-6194-4F31-85B5-5B11C742B010}" destId="{C3736F89-0AEB-414E-BED7-9058183148A1}" srcOrd="2" destOrd="0" presId="urn:microsoft.com/office/officeart/2008/layout/LinedList"/>
    <dgm:cxn modelId="{27886AC0-D2A8-4EBB-B369-5F5D7A91D5B1}" type="presParOf" srcId="{0D80F052-6194-4F31-85B5-5B11C742B010}" destId="{602102AF-03E1-4ACB-82BB-642DAB3FB67C}" srcOrd="3" destOrd="0" presId="urn:microsoft.com/office/officeart/2008/layout/LinedList"/>
    <dgm:cxn modelId="{0F7ECC2A-0370-40CB-BF6B-6C5864B57328}" type="presParOf" srcId="{602102AF-03E1-4ACB-82BB-642DAB3FB67C}" destId="{16E16D4F-5A7A-4F7B-8B30-102AC2FF4E8A}" srcOrd="0" destOrd="0" presId="urn:microsoft.com/office/officeart/2008/layout/LinedList"/>
    <dgm:cxn modelId="{A1124338-5363-4FF3-8392-8CC8EC5981D1}" type="presParOf" srcId="{602102AF-03E1-4ACB-82BB-642DAB3FB67C}" destId="{26F1D5AD-B425-4E6C-B030-CF19A78A700C}" srcOrd="1" destOrd="0" presId="urn:microsoft.com/office/officeart/2008/layout/LinedList"/>
    <dgm:cxn modelId="{23CCDC73-0ADD-4E76-AA6E-D5D3B93E72AA}" type="presParOf" srcId="{0D80F052-6194-4F31-85B5-5B11C742B010}" destId="{5E39DDB5-EE45-46C3-8D9F-B0BAD7C57C6E}" srcOrd="4" destOrd="0" presId="urn:microsoft.com/office/officeart/2008/layout/LinedList"/>
    <dgm:cxn modelId="{FCFA3CDC-F610-41BF-A086-4F8FAAF1BFA7}" type="presParOf" srcId="{0D80F052-6194-4F31-85B5-5B11C742B010}" destId="{22510E04-6F31-42F6-9515-5CCD962E5638}" srcOrd="5" destOrd="0" presId="urn:microsoft.com/office/officeart/2008/layout/LinedList"/>
    <dgm:cxn modelId="{7B528C04-8C9F-4B37-8038-C1C8BAF3C46E}" type="presParOf" srcId="{22510E04-6F31-42F6-9515-5CCD962E5638}" destId="{3B405C28-2A58-45FB-979E-950211C320AB}" srcOrd="0" destOrd="0" presId="urn:microsoft.com/office/officeart/2008/layout/LinedList"/>
    <dgm:cxn modelId="{C535E4BD-7A81-4227-8215-C3E3659393F4}" type="presParOf" srcId="{22510E04-6F31-42F6-9515-5CCD962E5638}" destId="{0715043F-C3A9-4BA3-BD10-BE5F9F84F8F6}" srcOrd="1" destOrd="0" presId="urn:microsoft.com/office/officeart/2008/layout/LinedList"/>
    <dgm:cxn modelId="{2C17C12B-E6C0-40D6-B785-286F0951B23B}" type="presParOf" srcId="{0D80F052-6194-4F31-85B5-5B11C742B010}" destId="{84280A4E-A4CA-4A81-92B7-E23F75544EF1}" srcOrd="6" destOrd="0" presId="urn:microsoft.com/office/officeart/2008/layout/LinedList"/>
    <dgm:cxn modelId="{E03D7410-0E52-4EA2-B701-91F3276EE179}" type="presParOf" srcId="{0D80F052-6194-4F31-85B5-5B11C742B010}" destId="{7F0C48F4-D7CB-4F48-ADA2-1320E0C67B72}" srcOrd="7" destOrd="0" presId="urn:microsoft.com/office/officeart/2008/layout/LinedList"/>
    <dgm:cxn modelId="{CFF144D9-12C7-422E-90F3-55E7F76752BC}" type="presParOf" srcId="{7F0C48F4-D7CB-4F48-ADA2-1320E0C67B72}" destId="{52C9258B-9453-4262-BDCA-83DD8CDB8A02}" srcOrd="0" destOrd="0" presId="urn:microsoft.com/office/officeart/2008/layout/LinedList"/>
    <dgm:cxn modelId="{934CD665-8517-4F1B-8B29-204F5BA51B5B}" type="presParOf" srcId="{7F0C48F4-D7CB-4F48-ADA2-1320E0C67B72}" destId="{70F0775C-EDDE-45E1-A821-14338FCCAAA7}"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7E246F-DAD1-43FF-BD6C-A9D376B28F44}">
      <dsp:nvSpPr>
        <dsp:cNvPr id="0" name=""/>
        <dsp:cNvSpPr/>
      </dsp:nvSpPr>
      <dsp:spPr>
        <a:xfrm>
          <a:off x="0" y="42799"/>
          <a:ext cx="6666833" cy="127296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dirty="0"/>
            <a:t>The system shall not permit access to unauthorized users.</a:t>
          </a:r>
        </a:p>
      </dsp:txBody>
      <dsp:txXfrm>
        <a:off x="62141" y="104940"/>
        <a:ext cx="6542551" cy="1148678"/>
      </dsp:txXfrm>
    </dsp:sp>
    <dsp:sp modelId="{BDBC83B6-0630-4891-B015-BEB42E4FD849}">
      <dsp:nvSpPr>
        <dsp:cNvPr id="0" name=""/>
        <dsp:cNvSpPr/>
      </dsp:nvSpPr>
      <dsp:spPr>
        <a:xfrm>
          <a:off x="0" y="1407919"/>
          <a:ext cx="6666833" cy="1272960"/>
        </a:xfrm>
        <a:prstGeom prst="roundRect">
          <a:avLst/>
        </a:prstGeom>
        <a:gradFill rotWithShape="0">
          <a:gsLst>
            <a:gs pos="0">
              <a:schemeClr val="accent2">
                <a:hueOff val="-485121"/>
                <a:satOff val="-27976"/>
                <a:lumOff val="2876"/>
                <a:alphaOff val="0"/>
                <a:satMod val="103000"/>
                <a:lumMod val="102000"/>
                <a:tint val="94000"/>
              </a:schemeClr>
            </a:gs>
            <a:gs pos="50000">
              <a:schemeClr val="accent2">
                <a:hueOff val="-485121"/>
                <a:satOff val="-27976"/>
                <a:lumOff val="2876"/>
                <a:alphaOff val="0"/>
                <a:satMod val="110000"/>
                <a:lumMod val="100000"/>
                <a:shade val="100000"/>
              </a:schemeClr>
            </a:gs>
            <a:gs pos="100000">
              <a:schemeClr val="accent2">
                <a:hueOff val="-485121"/>
                <a:satOff val="-27976"/>
                <a:lumOff val="2876"/>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The system shall permit access only to authorized users.</a:t>
          </a:r>
        </a:p>
      </dsp:txBody>
      <dsp:txXfrm>
        <a:off x="62141" y="1470060"/>
        <a:ext cx="6542551" cy="1148678"/>
      </dsp:txXfrm>
    </dsp:sp>
    <dsp:sp modelId="{332CB782-25A5-454E-B72C-7D55E9A19C28}">
      <dsp:nvSpPr>
        <dsp:cNvPr id="0" name=""/>
        <dsp:cNvSpPr/>
      </dsp:nvSpPr>
      <dsp:spPr>
        <a:xfrm>
          <a:off x="0" y="2773040"/>
          <a:ext cx="6666833" cy="1272960"/>
        </a:xfrm>
        <a:prstGeom prst="roundRect">
          <a:avLst/>
        </a:prstGeom>
        <a:gradFill rotWithShape="0">
          <a:gsLst>
            <a:gs pos="0">
              <a:schemeClr val="accent2">
                <a:hueOff val="-970242"/>
                <a:satOff val="-55952"/>
                <a:lumOff val="5752"/>
                <a:alphaOff val="0"/>
                <a:satMod val="103000"/>
                <a:lumMod val="102000"/>
                <a:tint val="94000"/>
              </a:schemeClr>
            </a:gs>
            <a:gs pos="50000">
              <a:schemeClr val="accent2">
                <a:hueOff val="-970242"/>
                <a:satOff val="-55952"/>
                <a:lumOff val="5752"/>
                <a:alphaOff val="0"/>
                <a:satMod val="110000"/>
                <a:lumMod val="100000"/>
                <a:shade val="100000"/>
              </a:schemeClr>
            </a:gs>
            <a:gs pos="100000">
              <a:schemeClr val="accent2">
                <a:hueOff val="-970242"/>
                <a:satOff val="-55952"/>
                <a:lumOff val="5752"/>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The system shall be completely reliable.</a:t>
          </a:r>
        </a:p>
      </dsp:txBody>
      <dsp:txXfrm>
        <a:off x="62141" y="2835181"/>
        <a:ext cx="6542551" cy="1148678"/>
      </dsp:txXfrm>
    </dsp:sp>
    <dsp:sp modelId="{7B0DE498-77A3-44D7-BD9D-DAC267F782B9}">
      <dsp:nvSpPr>
        <dsp:cNvPr id="0" name=""/>
        <dsp:cNvSpPr/>
      </dsp:nvSpPr>
      <dsp:spPr>
        <a:xfrm>
          <a:off x="0" y="4138160"/>
          <a:ext cx="6666833" cy="1272960"/>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The number of pieces of baggage lost by the system shall be minimal.</a:t>
          </a:r>
        </a:p>
      </dsp:txBody>
      <dsp:txXfrm>
        <a:off x="62141" y="4200301"/>
        <a:ext cx="6542551" cy="11486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EE08FC6-66DC-4825-9386-DBC66AC2DD3B}">
      <dsp:nvSpPr>
        <dsp:cNvPr id="0" name=""/>
        <dsp:cNvSpPr/>
      </dsp:nvSpPr>
      <dsp:spPr>
        <a:xfrm>
          <a:off x="0" y="61843"/>
          <a:ext cx="6666833" cy="1112304"/>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Requirements can be</a:t>
          </a:r>
        </a:p>
      </dsp:txBody>
      <dsp:txXfrm>
        <a:off x="54298" y="116141"/>
        <a:ext cx="6558237" cy="1003708"/>
      </dsp:txXfrm>
    </dsp:sp>
    <dsp:sp modelId="{6F7F13B1-8B90-4B49-A930-87188713937F}">
      <dsp:nvSpPr>
        <dsp:cNvPr id="0" name=""/>
        <dsp:cNvSpPr/>
      </dsp:nvSpPr>
      <dsp:spPr>
        <a:xfrm>
          <a:off x="0" y="1174147"/>
          <a:ext cx="6666833" cy="1912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en-US" sz="2200" b="1" kern="1200" dirty="0"/>
            <a:t>Confusing</a:t>
          </a:r>
        </a:p>
        <a:p>
          <a:pPr marL="228600" lvl="1" indent="-228600" algn="l" defTabSz="977900">
            <a:lnSpc>
              <a:spcPct val="90000"/>
            </a:lnSpc>
            <a:spcBef>
              <a:spcPct val="0"/>
            </a:spcBef>
            <a:spcAft>
              <a:spcPct val="20000"/>
            </a:spcAft>
            <a:buChar char="•"/>
          </a:pPr>
          <a:r>
            <a:rPr lang="en-US" sz="2200" b="1" kern="1200" dirty="0"/>
            <a:t>Extraneous</a:t>
          </a:r>
        </a:p>
        <a:p>
          <a:pPr marL="228600" lvl="1" indent="-228600" algn="l" defTabSz="977900">
            <a:lnSpc>
              <a:spcPct val="90000"/>
            </a:lnSpc>
            <a:spcBef>
              <a:spcPct val="0"/>
            </a:spcBef>
            <a:spcAft>
              <a:spcPct val="20000"/>
            </a:spcAft>
            <a:buChar char="•"/>
          </a:pPr>
          <a:r>
            <a:rPr lang="en-US" sz="2200" b="1" kern="1200" dirty="0"/>
            <a:t>Duplicated</a:t>
          </a:r>
        </a:p>
        <a:p>
          <a:pPr marL="228600" lvl="1" indent="-228600" algn="l" defTabSz="977900">
            <a:lnSpc>
              <a:spcPct val="90000"/>
            </a:lnSpc>
            <a:spcBef>
              <a:spcPct val="0"/>
            </a:spcBef>
            <a:spcAft>
              <a:spcPct val="20000"/>
            </a:spcAft>
            <a:buChar char="•"/>
          </a:pPr>
          <a:r>
            <a:rPr lang="en-US" sz="2200" b="1" kern="1200" dirty="0"/>
            <a:t>Conflicting</a:t>
          </a:r>
        </a:p>
        <a:p>
          <a:pPr marL="228600" lvl="1" indent="-228600" algn="l" defTabSz="977900">
            <a:lnSpc>
              <a:spcPct val="90000"/>
            </a:lnSpc>
            <a:spcBef>
              <a:spcPct val="0"/>
            </a:spcBef>
            <a:spcAft>
              <a:spcPct val="20000"/>
            </a:spcAft>
            <a:buChar char="•"/>
          </a:pPr>
          <a:r>
            <a:rPr lang="en-US" sz="2200" b="1" kern="1200" dirty="0"/>
            <a:t>Missing</a:t>
          </a:r>
        </a:p>
      </dsp:txBody>
      <dsp:txXfrm>
        <a:off x="0" y="1174147"/>
        <a:ext cx="6666833" cy="1912680"/>
      </dsp:txXfrm>
    </dsp:sp>
    <dsp:sp modelId="{1BE811CF-1217-4067-A2F6-B6D38A97FABE}">
      <dsp:nvSpPr>
        <dsp:cNvPr id="0" name=""/>
        <dsp:cNvSpPr/>
      </dsp:nvSpPr>
      <dsp:spPr>
        <a:xfrm>
          <a:off x="0" y="3086827"/>
          <a:ext cx="6666833" cy="1112304"/>
        </a:xfrm>
        <a:prstGeom prst="roundRect">
          <a:avLst/>
        </a:prstGeom>
        <a:gradFill rotWithShape="0">
          <a:gsLst>
            <a:gs pos="0">
              <a:schemeClr val="accent2">
                <a:hueOff val="-727682"/>
                <a:satOff val="-41964"/>
                <a:lumOff val="4314"/>
                <a:alphaOff val="0"/>
                <a:satMod val="103000"/>
                <a:lumMod val="102000"/>
                <a:tint val="94000"/>
              </a:schemeClr>
            </a:gs>
            <a:gs pos="50000">
              <a:schemeClr val="accent2">
                <a:hueOff val="-727682"/>
                <a:satOff val="-41964"/>
                <a:lumOff val="4314"/>
                <a:alphaOff val="0"/>
                <a:satMod val="110000"/>
                <a:lumMod val="100000"/>
                <a:shade val="100000"/>
              </a:schemeClr>
            </a:gs>
            <a:gs pos="100000">
              <a:schemeClr val="accent2">
                <a:hueOff val="-727682"/>
                <a:satOff val="-41964"/>
                <a:lumOff val="431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Requirements analysis – determine if the above</a:t>
          </a:r>
        </a:p>
      </dsp:txBody>
      <dsp:txXfrm>
        <a:off x="54298" y="3141125"/>
        <a:ext cx="6558237" cy="1003708"/>
      </dsp:txXfrm>
    </dsp:sp>
    <dsp:sp modelId="{EDF37727-D00A-44FA-84A9-EAFD6291AEFF}">
      <dsp:nvSpPr>
        <dsp:cNvPr id="0" name=""/>
        <dsp:cNvSpPr/>
      </dsp:nvSpPr>
      <dsp:spPr>
        <a:xfrm>
          <a:off x="0" y="4279772"/>
          <a:ext cx="6666833" cy="1112304"/>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Requirements agreement – techniques to deal with these</a:t>
          </a:r>
        </a:p>
      </dsp:txBody>
      <dsp:txXfrm>
        <a:off x="54298" y="4334070"/>
        <a:ext cx="6558237" cy="100370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6F3F2D-D164-43C1-83D7-325522925075}">
      <dsp:nvSpPr>
        <dsp:cNvPr id="0" name=""/>
        <dsp:cNvSpPr/>
      </dsp:nvSpPr>
      <dsp:spPr>
        <a:xfrm>
          <a:off x="0" y="91422"/>
          <a:ext cx="6666833" cy="107932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1450" tIns="171450" rIns="171450" bIns="171450" numCol="1" spcCol="1270" anchor="ctr" anchorCtr="0">
          <a:noAutofit/>
        </a:bodyPr>
        <a:lstStyle/>
        <a:p>
          <a:pPr marL="0" lvl="0" indent="0" algn="l" defTabSz="2000250">
            <a:lnSpc>
              <a:spcPct val="90000"/>
            </a:lnSpc>
            <a:spcBef>
              <a:spcPct val="0"/>
            </a:spcBef>
            <a:spcAft>
              <a:spcPct val="35000"/>
            </a:spcAft>
            <a:buNone/>
          </a:pPr>
          <a:r>
            <a:rPr lang="en-US" sz="4500" kern="1200"/>
            <a:t>For a single requirement</a:t>
          </a:r>
        </a:p>
      </dsp:txBody>
      <dsp:txXfrm>
        <a:off x="52688" y="144110"/>
        <a:ext cx="6561457" cy="973949"/>
      </dsp:txXfrm>
    </dsp:sp>
    <dsp:sp modelId="{8310EEBA-91AB-4496-9DC8-5B61244665E8}">
      <dsp:nvSpPr>
        <dsp:cNvPr id="0" name=""/>
        <dsp:cNvSpPr/>
      </dsp:nvSpPr>
      <dsp:spPr>
        <a:xfrm>
          <a:off x="0" y="1170747"/>
          <a:ext cx="6666833" cy="41917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57150" rIns="320040" bIns="57150" numCol="1" spcCol="1270" anchor="t" anchorCtr="0">
          <a:noAutofit/>
        </a:bodyPr>
        <a:lstStyle/>
        <a:p>
          <a:pPr marL="285750" lvl="1" indent="-285750" algn="l" defTabSz="1555750">
            <a:lnSpc>
              <a:spcPct val="90000"/>
            </a:lnSpc>
            <a:spcBef>
              <a:spcPct val="0"/>
            </a:spcBef>
            <a:spcAft>
              <a:spcPct val="20000"/>
            </a:spcAft>
            <a:buChar char="•"/>
          </a:pPr>
          <a:r>
            <a:rPr lang="en-US" sz="3500" kern="1200" dirty="0"/>
            <a:t>Singular</a:t>
          </a:r>
        </a:p>
        <a:p>
          <a:pPr marL="285750" lvl="1" indent="-285750" algn="l" defTabSz="1555750">
            <a:lnSpc>
              <a:spcPct val="90000"/>
            </a:lnSpc>
            <a:spcBef>
              <a:spcPct val="0"/>
            </a:spcBef>
            <a:spcAft>
              <a:spcPct val="20000"/>
            </a:spcAft>
            <a:buChar char="•"/>
          </a:pPr>
          <a:r>
            <a:rPr lang="en-US" sz="3500" kern="1200" dirty="0"/>
            <a:t>Feasible</a:t>
          </a:r>
        </a:p>
        <a:p>
          <a:pPr marL="285750" lvl="1" indent="-285750" algn="l" defTabSz="1555750">
            <a:lnSpc>
              <a:spcPct val="90000"/>
            </a:lnSpc>
            <a:spcBef>
              <a:spcPct val="0"/>
            </a:spcBef>
            <a:spcAft>
              <a:spcPct val="20000"/>
            </a:spcAft>
            <a:buChar char="•"/>
          </a:pPr>
          <a:r>
            <a:rPr lang="en-US" sz="3500" kern="1200" dirty="0"/>
            <a:t>Unambiguous</a:t>
          </a:r>
        </a:p>
        <a:p>
          <a:pPr marL="285750" lvl="1" indent="-285750" algn="l" defTabSz="1555750">
            <a:lnSpc>
              <a:spcPct val="90000"/>
            </a:lnSpc>
            <a:spcBef>
              <a:spcPct val="0"/>
            </a:spcBef>
            <a:spcAft>
              <a:spcPct val="20000"/>
            </a:spcAft>
            <a:buChar char="•"/>
          </a:pPr>
          <a:r>
            <a:rPr lang="en-US" sz="3500" kern="1200"/>
            <a:t>Complete</a:t>
          </a:r>
        </a:p>
        <a:p>
          <a:pPr marL="285750" lvl="1" indent="-285750" algn="l" defTabSz="1555750">
            <a:lnSpc>
              <a:spcPct val="90000"/>
            </a:lnSpc>
            <a:spcBef>
              <a:spcPct val="0"/>
            </a:spcBef>
            <a:spcAft>
              <a:spcPct val="20000"/>
            </a:spcAft>
            <a:buChar char="•"/>
          </a:pPr>
          <a:r>
            <a:rPr lang="en-US" sz="3500" kern="1200" dirty="0"/>
            <a:t>Consistent</a:t>
          </a:r>
        </a:p>
        <a:p>
          <a:pPr marL="285750" lvl="1" indent="-285750" algn="l" defTabSz="1555750">
            <a:lnSpc>
              <a:spcPct val="90000"/>
            </a:lnSpc>
            <a:spcBef>
              <a:spcPct val="0"/>
            </a:spcBef>
            <a:spcAft>
              <a:spcPct val="20000"/>
            </a:spcAft>
            <a:buChar char="•"/>
          </a:pPr>
          <a:r>
            <a:rPr lang="en-US" sz="3500" kern="1200"/>
            <a:t>Verifiable</a:t>
          </a:r>
        </a:p>
        <a:p>
          <a:pPr marL="285750" lvl="1" indent="-285750" algn="l" defTabSz="1555750">
            <a:lnSpc>
              <a:spcPct val="90000"/>
            </a:lnSpc>
            <a:spcBef>
              <a:spcPct val="0"/>
            </a:spcBef>
            <a:spcAft>
              <a:spcPct val="20000"/>
            </a:spcAft>
            <a:buChar char="•"/>
          </a:pPr>
          <a:r>
            <a:rPr lang="en-US" sz="3500" kern="1200" dirty="0"/>
            <a:t>Traceable</a:t>
          </a:r>
        </a:p>
      </dsp:txBody>
      <dsp:txXfrm>
        <a:off x="0" y="1170747"/>
        <a:ext cx="6666833" cy="419174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FDCE1E-E564-48A6-8F3A-8E68D2BB98C8}">
      <dsp:nvSpPr>
        <dsp:cNvPr id="0" name=""/>
        <dsp:cNvSpPr/>
      </dsp:nvSpPr>
      <dsp:spPr>
        <a:xfrm>
          <a:off x="0" y="1802619"/>
          <a:ext cx="6263640" cy="893025"/>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37388" rIns="486128"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a:t>The system shall not harm humans.</a:t>
          </a:r>
        </a:p>
      </dsp:txBody>
      <dsp:txXfrm>
        <a:off x="0" y="1802619"/>
        <a:ext cx="6263640" cy="893025"/>
      </dsp:txXfrm>
    </dsp:sp>
    <dsp:sp modelId="{5C25EDBC-8A1C-479C-86C7-9BDEFE6C36B2}">
      <dsp:nvSpPr>
        <dsp:cNvPr id="0" name=""/>
        <dsp:cNvSpPr/>
      </dsp:nvSpPr>
      <dsp:spPr>
        <a:xfrm>
          <a:off x="313182" y="1492659"/>
          <a:ext cx="4384548" cy="61992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933450">
            <a:lnSpc>
              <a:spcPct val="90000"/>
            </a:lnSpc>
            <a:spcBef>
              <a:spcPct val="0"/>
            </a:spcBef>
            <a:spcAft>
              <a:spcPct val="35000"/>
            </a:spcAft>
            <a:buNone/>
          </a:pPr>
          <a:r>
            <a:rPr lang="en-US" sz="2100" kern="1200"/>
            <a:t>Can be rewritten in positive form. Ex</a:t>
          </a:r>
        </a:p>
      </dsp:txBody>
      <dsp:txXfrm>
        <a:off x="343444" y="1522921"/>
        <a:ext cx="4324024" cy="559396"/>
      </dsp:txXfrm>
    </dsp:sp>
    <dsp:sp modelId="{BBE334CF-3E91-4A81-8B3E-7A28E8C9BF90}">
      <dsp:nvSpPr>
        <dsp:cNvPr id="0" name=""/>
        <dsp:cNvSpPr/>
      </dsp:nvSpPr>
      <dsp:spPr>
        <a:xfrm>
          <a:off x="0" y="3119004"/>
          <a:ext cx="6263640" cy="893025"/>
        </a:xfrm>
        <a:prstGeom prst="rect">
          <a:avLst/>
        </a:prstGeom>
        <a:solidFill>
          <a:schemeClr val="lt1">
            <a:alpha val="90000"/>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37388" rIns="486128"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a:t>The system shall cause humans no harm.</a:t>
          </a:r>
        </a:p>
      </dsp:txBody>
      <dsp:txXfrm>
        <a:off x="0" y="3119004"/>
        <a:ext cx="6263640" cy="893025"/>
      </dsp:txXfrm>
    </dsp:sp>
    <dsp:sp modelId="{22BB73BA-6909-40AE-B17C-950795AC42A8}">
      <dsp:nvSpPr>
        <dsp:cNvPr id="0" name=""/>
        <dsp:cNvSpPr/>
      </dsp:nvSpPr>
      <dsp:spPr>
        <a:xfrm>
          <a:off x="313182" y="2809044"/>
          <a:ext cx="4384548" cy="61992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933450">
            <a:lnSpc>
              <a:spcPct val="90000"/>
            </a:lnSpc>
            <a:spcBef>
              <a:spcPct val="0"/>
            </a:spcBef>
            <a:spcAft>
              <a:spcPct val="35000"/>
            </a:spcAft>
            <a:buNone/>
          </a:pPr>
          <a:r>
            <a:rPr lang="en-US" sz="2100" kern="1200"/>
            <a:t>Alternative</a:t>
          </a:r>
        </a:p>
      </dsp:txBody>
      <dsp:txXfrm>
        <a:off x="343444" y="2839306"/>
        <a:ext cx="4324024" cy="55939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AC84EC-A6F2-4C53-8212-E6BABD5BD7E9}">
      <dsp:nvSpPr>
        <dsp:cNvPr id="0" name=""/>
        <dsp:cNvSpPr/>
      </dsp:nvSpPr>
      <dsp:spPr>
        <a:xfrm>
          <a:off x="3953" y="493234"/>
          <a:ext cx="2377306" cy="93828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4912" tIns="105664" rIns="184912" bIns="105664" numCol="1" spcCol="1270" anchor="ctr" anchorCtr="0">
          <a:noAutofit/>
        </a:bodyPr>
        <a:lstStyle/>
        <a:p>
          <a:pPr marL="0" lvl="0" indent="0" algn="ctr" defTabSz="1155700">
            <a:lnSpc>
              <a:spcPct val="90000"/>
            </a:lnSpc>
            <a:spcBef>
              <a:spcPct val="0"/>
            </a:spcBef>
            <a:spcAft>
              <a:spcPct val="35000"/>
            </a:spcAft>
            <a:buNone/>
          </a:pPr>
          <a:r>
            <a:rPr lang="en-US" sz="2600" kern="1200"/>
            <a:t>Hedging words/clauses:</a:t>
          </a:r>
        </a:p>
      </dsp:txBody>
      <dsp:txXfrm>
        <a:off x="3953" y="493234"/>
        <a:ext cx="2377306" cy="938289"/>
      </dsp:txXfrm>
    </dsp:sp>
    <dsp:sp modelId="{3859B9C1-2F99-47DE-9F84-FE614E63E363}">
      <dsp:nvSpPr>
        <dsp:cNvPr id="0" name=""/>
        <dsp:cNvSpPr/>
      </dsp:nvSpPr>
      <dsp:spPr>
        <a:xfrm>
          <a:off x="3953" y="1431523"/>
          <a:ext cx="2377306" cy="24265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8684" tIns="138684" rIns="184912" bIns="208026" numCol="1" spcCol="1270" anchor="t" anchorCtr="0">
          <a:noAutofit/>
        </a:bodyPr>
        <a:lstStyle/>
        <a:p>
          <a:pPr marL="228600" lvl="1" indent="-228600" algn="l" defTabSz="1155700">
            <a:lnSpc>
              <a:spcPct val="90000"/>
            </a:lnSpc>
            <a:spcBef>
              <a:spcPct val="0"/>
            </a:spcBef>
            <a:spcAft>
              <a:spcPct val="15000"/>
            </a:spcAft>
            <a:buChar char="•"/>
          </a:pPr>
          <a:r>
            <a:rPr lang="en-US" sz="2600" kern="1200"/>
            <a:t>If necessary </a:t>
          </a:r>
        </a:p>
        <a:p>
          <a:pPr marL="228600" lvl="1" indent="-228600" algn="l" defTabSz="1155700">
            <a:lnSpc>
              <a:spcPct val="90000"/>
            </a:lnSpc>
            <a:spcBef>
              <a:spcPct val="0"/>
            </a:spcBef>
            <a:spcAft>
              <a:spcPct val="15000"/>
            </a:spcAft>
            <a:buChar char="•"/>
          </a:pPr>
          <a:r>
            <a:rPr lang="en-US" sz="2600" kern="1200"/>
            <a:t>Almost</a:t>
          </a:r>
        </a:p>
        <a:p>
          <a:pPr marL="228600" lvl="1" indent="-228600" algn="l" defTabSz="1155700">
            <a:lnSpc>
              <a:spcPct val="90000"/>
            </a:lnSpc>
            <a:spcBef>
              <a:spcPct val="0"/>
            </a:spcBef>
            <a:spcAft>
              <a:spcPct val="15000"/>
            </a:spcAft>
            <a:buChar char="•"/>
          </a:pPr>
          <a:r>
            <a:rPr lang="en-US" sz="2600" kern="1200"/>
            <a:t>Probably</a:t>
          </a:r>
        </a:p>
        <a:p>
          <a:pPr marL="228600" lvl="1" indent="-228600" algn="l" defTabSz="1155700">
            <a:lnSpc>
              <a:spcPct val="90000"/>
            </a:lnSpc>
            <a:spcBef>
              <a:spcPct val="0"/>
            </a:spcBef>
            <a:spcAft>
              <a:spcPct val="15000"/>
            </a:spcAft>
            <a:buChar char="•"/>
          </a:pPr>
          <a:r>
            <a:rPr lang="en-US" sz="2600" kern="1200"/>
            <a:t>Maybe</a:t>
          </a:r>
        </a:p>
        <a:p>
          <a:pPr marL="228600" lvl="1" indent="-228600" algn="l" defTabSz="1155700">
            <a:lnSpc>
              <a:spcPct val="90000"/>
            </a:lnSpc>
            <a:spcBef>
              <a:spcPct val="0"/>
            </a:spcBef>
            <a:spcAft>
              <a:spcPct val="15000"/>
            </a:spcAft>
            <a:buChar char="•"/>
          </a:pPr>
          <a:r>
            <a:rPr lang="en-US" sz="2600" kern="1200"/>
            <a:t>Might be</a:t>
          </a:r>
        </a:p>
      </dsp:txBody>
      <dsp:txXfrm>
        <a:off x="3953" y="1431523"/>
        <a:ext cx="2377306" cy="2426580"/>
      </dsp:txXfrm>
    </dsp:sp>
    <dsp:sp modelId="{3A46AD99-1DD3-485C-A6CB-AD9DA16DDB6F}">
      <dsp:nvSpPr>
        <dsp:cNvPr id="0" name=""/>
        <dsp:cNvSpPr/>
      </dsp:nvSpPr>
      <dsp:spPr>
        <a:xfrm>
          <a:off x="2714082" y="493234"/>
          <a:ext cx="2377306" cy="93828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4912" tIns="105664" rIns="184912" bIns="105664" numCol="1" spcCol="1270" anchor="ctr" anchorCtr="0">
          <a:noAutofit/>
        </a:bodyPr>
        <a:lstStyle/>
        <a:p>
          <a:pPr marL="0" lvl="0" indent="0" algn="ctr" defTabSz="1155700">
            <a:lnSpc>
              <a:spcPct val="90000"/>
            </a:lnSpc>
            <a:spcBef>
              <a:spcPct val="0"/>
            </a:spcBef>
            <a:spcAft>
              <a:spcPct val="35000"/>
            </a:spcAft>
            <a:buNone/>
          </a:pPr>
          <a:r>
            <a:rPr lang="en-US" sz="2600" kern="1200" dirty="0"/>
            <a:t>Conjunctions:</a:t>
          </a:r>
        </a:p>
      </dsp:txBody>
      <dsp:txXfrm>
        <a:off x="2714082" y="493234"/>
        <a:ext cx="2377306" cy="938289"/>
      </dsp:txXfrm>
    </dsp:sp>
    <dsp:sp modelId="{D97769FD-DBB9-4AD7-8CE9-38792EC6471D}">
      <dsp:nvSpPr>
        <dsp:cNvPr id="0" name=""/>
        <dsp:cNvSpPr/>
      </dsp:nvSpPr>
      <dsp:spPr>
        <a:xfrm>
          <a:off x="2714082" y="1431523"/>
          <a:ext cx="2377306" cy="24265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8684" tIns="138684" rIns="184912" bIns="208026" numCol="1" spcCol="1270" anchor="t" anchorCtr="0">
          <a:noAutofit/>
        </a:bodyPr>
        <a:lstStyle/>
        <a:p>
          <a:pPr marL="228600" lvl="1" indent="-228600" algn="l" defTabSz="1155700">
            <a:lnSpc>
              <a:spcPct val="90000"/>
            </a:lnSpc>
            <a:spcBef>
              <a:spcPct val="0"/>
            </a:spcBef>
            <a:spcAft>
              <a:spcPct val="15000"/>
            </a:spcAft>
            <a:buChar char="•"/>
          </a:pPr>
          <a:r>
            <a:rPr lang="en-US" sz="2600" kern="1200" dirty="0"/>
            <a:t>And</a:t>
          </a:r>
        </a:p>
        <a:p>
          <a:pPr marL="228600" lvl="1" indent="-228600" algn="l" defTabSz="1155700">
            <a:lnSpc>
              <a:spcPct val="90000"/>
            </a:lnSpc>
            <a:spcBef>
              <a:spcPct val="0"/>
            </a:spcBef>
            <a:spcAft>
              <a:spcPct val="15000"/>
            </a:spcAft>
            <a:buChar char="•"/>
          </a:pPr>
          <a:r>
            <a:rPr lang="en-US" sz="2600" kern="1200" dirty="0"/>
            <a:t>Or </a:t>
          </a:r>
        </a:p>
        <a:p>
          <a:pPr marL="228600" lvl="1" indent="-228600" algn="l" defTabSz="1155700">
            <a:lnSpc>
              <a:spcPct val="90000"/>
            </a:lnSpc>
            <a:spcBef>
              <a:spcPct val="0"/>
            </a:spcBef>
            <a:spcAft>
              <a:spcPct val="15000"/>
            </a:spcAft>
            <a:buChar char="•"/>
          </a:pPr>
          <a:r>
            <a:rPr lang="en-US" sz="2600" kern="1200" dirty="0"/>
            <a:t>But </a:t>
          </a:r>
        </a:p>
      </dsp:txBody>
      <dsp:txXfrm>
        <a:off x="2714082" y="1431523"/>
        <a:ext cx="2377306" cy="2426580"/>
      </dsp:txXfrm>
    </dsp:sp>
    <dsp:sp modelId="{43054E50-6BCE-4808-997E-752A1C71CC4E}">
      <dsp:nvSpPr>
        <dsp:cNvPr id="0" name=""/>
        <dsp:cNvSpPr/>
      </dsp:nvSpPr>
      <dsp:spPr>
        <a:xfrm>
          <a:off x="5424211" y="493234"/>
          <a:ext cx="2377306" cy="93828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4912" tIns="105664" rIns="184912" bIns="105664" numCol="1" spcCol="1270" anchor="ctr" anchorCtr="0">
          <a:noAutofit/>
        </a:bodyPr>
        <a:lstStyle/>
        <a:p>
          <a:pPr marL="0" lvl="0" indent="0" algn="ctr" defTabSz="1155700">
            <a:lnSpc>
              <a:spcPct val="90000"/>
            </a:lnSpc>
            <a:spcBef>
              <a:spcPct val="0"/>
            </a:spcBef>
            <a:spcAft>
              <a:spcPct val="35000"/>
            </a:spcAft>
            <a:buNone/>
          </a:pPr>
          <a:r>
            <a:rPr lang="en-US" sz="2600" kern="1200" dirty="0"/>
            <a:t>Speculative terms:</a:t>
          </a:r>
        </a:p>
      </dsp:txBody>
      <dsp:txXfrm>
        <a:off x="5424211" y="493234"/>
        <a:ext cx="2377306" cy="938289"/>
      </dsp:txXfrm>
    </dsp:sp>
    <dsp:sp modelId="{8494C1A3-AB5E-4953-AFB4-A2B3D8EBC3D5}">
      <dsp:nvSpPr>
        <dsp:cNvPr id="0" name=""/>
        <dsp:cNvSpPr/>
      </dsp:nvSpPr>
      <dsp:spPr>
        <a:xfrm>
          <a:off x="5424211" y="1431523"/>
          <a:ext cx="2377306" cy="24265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8684" tIns="138684" rIns="184912" bIns="208026" numCol="1" spcCol="1270" anchor="t" anchorCtr="0">
          <a:noAutofit/>
        </a:bodyPr>
        <a:lstStyle/>
        <a:p>
          <a:pPr marL="228600" lvl="1" indent="-228600" algn="l" defTabSz="1155700">
            <a:lnSpc>
              <a:spcPct val="90000"/>
            </a:lnSpc>
            <a:spcBef>
              <a:spcPct val="0"/>
            </a:spcBef>
            <a:spcAft>
              <a:spcPct val="15000"/>
            </a:spcAft>
            <a:buChar char="•"/>
          </a:pPr>
          <a:r>
            <a:rPr lang="en-US" sz="2600" kern="1200" dirty="0"/>
            <a:t>Perhaps</a:t>
          </a:r>
        </a:p>
        <a:p>
          <a:pPr marL="228600" lvl="1" indent="-228600" algn="l" defTabSz="1155700">
            <a:lnSpc>
              <a:spcPct val="90000"/>
            </a:lnSpc>
            <a:spcBef>
              <a:spcPct val="0"/>
            </a:spcBef>
            <a:spcAft>
              <a:spcPct val="15000"/>
            </a:spcAft>
            <a:buChar char="•"/>
          </a:pPr>
          <a:r>
            <a:rPr lang="en-US" sz="2600" kern="1200" dirty="0"/>
            <a:t>sometimes</a:t>
          </a:r>
        </a:p>
      </dsp:txBody>
      <dsp:txXfrm>
        <a:off x="5424211" y="1431523"/>
        <a:ext cx="2377306" cy="2426580"/>
      </dsp:txXfrm>
    </dsp:sp>
    <dsp:sp modelId="{360079AA-2733-4C95-B5A7-95C4EBCE1A12}">
      <dsp:nvSpPr>
        <dsp:cNvPr id="0" name=""/>
        <dsp:cNvSpPr/>
      </dsp:nvSpPr>
      <dsp:spPr>
        <a:xfrm>
          <a:off x="8134340" y="493234"/>
          <a:ext cx="2377306" cy="93828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4912" tIns="105664" rIns="184912" bIns="105664" numCol="1" spcCol="1270" anchor="ctr" anchorCtr="0">
          <a:noAutofit/>
        </a:bodyPr>
        <a:lstStyle/>
        <a:p>
          <a:pPr marL="0" lvl="0" indent="0" algn="ctr" defTabSz="1155700">
            <a:lnSpc>
              <a:spcPct val="90000"/>
            </a:lnSpc>
            <a:spcBef>
              <a:spcPct val="0"/>
            </a:spcBef>
            <a:spcAft>
              <a:spcPct val="35000"/>
            </a:spcAft>
            <a:buNone/>
          </a:pPr>
          <a:r>
            <a:rPr lang="en-US" sz="2600" kern="1200" dirty="0"/>
            <a:t>Vague terms</a:t>
          </a:r>
        </a:p>
      </dsp:txBody>
      <dsp:txXfrm>
        <a:off x="8134340" y="493234"/>
        <a:ext cx="2377306" cy="938289"/>
      </dsp:txXfrm>
    </dsp:sp>
    <dsp:sp modelId="{4047CCB7-7D6E-416D-B2A3-542CF9461DBB}">
      <dsp:nvSpPr>
        <dsp:cNvPr id="0" name=""/>
        <dsp:cNvSpPr/>
      </dsp:nvSpPr>
      <dsp:spPr>
        <a:xfrm>
          <a:off x="8134340" y="1431523"/>
          <a:ext cx="2377306" cy="24265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8684" tIns="138684" rIns="184912" bIns="208026" numCol="1" spcCol="1270" anchor="t" anchorCtr="0">
          <a:noAutofit/>
        </a:bodyPr>
        <a:lstStyle/>
        <a:p>
          <a:pPr marL="228600" lvl="1" indent="-228600" algn="l" defTabSz="1155700">
            <a:lnSpc>
              <a:spcPct val="90000"/>
            </a:lnSpc>
            <a:spcBef>
              <a:spcPct val="0"/>
            </a:spcBef>
            <a:spcAft>
              <a:spcPct val="15000"/>
            </a:spcAft>
            <a:buChar char="•"/>
          </a:pPr>
          <a:r>
            <a:rPr lang="en-US" sz="2600" kern="1200" dirty="0"/>
            <a:t>User friendly</a:t>
          </a:r>
        </a:p>
        <a:p>
          <a:pPr marL="228600" lvl="1" indent="-228600" algn="l" defTabSz="1155700">
            <a:lnSpc>
              <a:spcPct val="90000"/>
            </a:lnSpc>
            <a:spcBef>
              <a:spcPct val="0"/>
            </a:spcBef>
            <a:spcAft>
              <a:spcPct val="15000"/>
            </a:spcAft>
            <a:buChar char="•"/>
          </a:pPr>
          <a:r>
            <a:rPr lang="en-US" sz="2600" kern="1200" dirty="0"/>
            <a:t>generally</a:t>
          </a:r>
        </a:p>
      </dsp:txBody>
      <dsp:txXfrm>
        <a:off x="8134340" y="1431523"/>
        <a:ext cx="2377306" cy="242658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2BB8F4-FA86-44B6-B7F5-2D9658B67555}">
      <dsp:nvSpPr>
        <dsp:cNvPr id="0" name=""/>
        <dsp:cNvSpPr/>
      </dsp:nvSpPr>
      <dsp:spPr>
        <a:xfrm>
          <a:off x="0" y="304344"/>
          <a:ext cx="6263640" cy="1827000"/>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16560" rIns="486128" bIns="142240" numCol="1" spcCol="1270" anchor="t" anchorCtr="0">
          <a:noAutofit/>
        </a:bodyPr>
        <a:lstStyle/>
        <a:p>
          <a:pPr marL="228600" lvl="1" indent="-228600" algn="l" defTabSz="889000">
            <a:lnSpc>
              <a:spcPct val="90000"/>
            </a:lnSpc>
            <a:spcBef>
              <a:spcPct val="0"/>
            </a:spcBef>
            <a:spcAft>
              <a:spcPct val="15000"/>
            </a:spcAft>
            <a:buChar char="•"/>
          </a:pPr>
          <a:r>
            <a:rPr lang="en-US" sz="2000" kern="1200"/>
            <a:t>The system shall be completely reliable.</a:t>
          </a:r>
        </a:p>
        <a:p>
          <a:pPr marL="228600" lvl="1" indent="-228600" algn="l" defTabSz="889000">
            <a:lnSpc>
              <a:spcPct val="90000"/>
            </a:lnSpc>
            <a:spcBef>
              <a:spcPct val="0"/>
            </a:spcBef>
            <a:spcAft>
              <a:spcPct val="15000"/>
            </a:spcAft>
            <a:buChar char="•"/>
          </a:pPr>
          <a:r>
            <a:rPr lang="en-US" sz="2000" kern="1200"/>
            <a:t>The system shall be modular.</a:t>
          </a:r>
        </a:p>
        <a:p>
          <a:pPr marL="228600" lvl="1" indent="-228600" algn="l" defTabSz="889000">
            <a:lnSpc>
              <a:spcPct val="90000"/>
            </a:lnSpc>
            <a:spcBef>
              <a:spcPct val="0"/>
            </a:spcBef>
            <a:spcAft>
              <a:spcPct val="15000"/>
            </a:spcAft>
            <a:buChar char="•"/>
          </a:pPr>
          <a:r>
            <a:rPr lang="en-US" sz="2000" kern="1200"/>
            <a:t>The system will be fast.</a:t>
          </a:r>
        </a:p>
        <a:p>
          <a:pPr marL="228600" lvl="1" indent="-228600" algn="l" defTabSz="889000">
            <a:lnSpc>
              <a:spcPct val="90000"/>
            </a:lnSpc>
            <a:spcBef>
              <a:spcPct val="0"/>
            </a:spcBef>
            <a:spcAft>
              <a:spcPct val="15000"/>
            </a:spcAft>
            <a:buChar char="•"/>
          </a:pPr>
          <a:r>
            <a:rPr lang="en-US" sz="2000" kern="1200"/>
            <a:t>Errors shall be less than 99%.</a:t>
          </a:r>
        </a:p>
      </dsp:txBody>
      <dsp:txXfrm>
        <a:off x="0" y="304344"/>
        <a:ext cx="6263640" cy="1827000"/>
      </dsp:txXfrm>
    </dsp:sp>
    <dsp:sp modelId="{B0E43B90-AEED-4370-ACA5-B161A1EDBCAC}">
      <dsp:nvSpPr>
        <dsp:cNvPr id="0" name=""/>
        <dsp:cNvSpPr/>
      </dsp:nvSpPr>
      <dsp:spPr>
        <a:xfrm>
          <a:off x="313182" y="9144"/>
          <a:ext cx="4384548" cy="590399"/>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889000">
            <a:lnSpc>
              <a:spcPct val="90000"/>
            </a:lnSpc>
            <a:spcBef>
              <a:spcPct val="0"/>
            </a:spcBef>
            <a:spcAft>
              <a:spcPct val="35000"/>
            </a:spcAft>
            <a:buNone/>
          </a:pPr>
          <a:r>
            <a:rPr lang="en-US" sz="2000" kern="1200"/>
            <a:t>Bad:</a:t>
          </a:r>
        </a:p>
      </dsp:txBody>
      <dsp:txXfrm>
        <a:off x="342003" y="37965"/>
        <a:ext cx="4326906" cy="532757"/>
      </dsp:txXfrm>
    </dsp:sp>
    <dsp:sp modelId="{1171BDD0-712E-4926-BD4C-22F5A37597DB}">
      <dsp:nvSpPr>
        <dsp:cNvPr id="0" name=""/>
        <dsp:cNvSpPr/>
      </dsp:nvSpPr>
      <dsp:spPr>
        <a:xfrm>
          <a:off x="0" y="2534544"/>
          <a:ext cx="6263640" cy="2961000"/>
        </a:xfrm>
        <a:prstGeom prst="rect">
          <a:avLst/>
        </a:prstGeom>
        <a:solidFill>
          <a:schemeClr val="lt1">
            <a:alpha val="90000"/>
            <a:hueOff val="0"/>
            <a:satOff val="0"/>
            <a:lumOff val="0"/>
            <a:alphaOff val="0"/>
          </a:schemeClr>
        </a:solidFill>
        <a:ln w="12700" cap="flat" cmpd="sng" algn="ctr">
          <a:solidFill>
            <a:schemeClr val="accent2">
              <a:hueOff val="-1455363"/>
              <a:satOff val="-83928"/>
              <a:lumOff val="862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416560" rIns="486128" bIns="142240" numCol="1" spcCol="1270" anchor="t" anchorCtr="0">
          <a:noAutofit/>
        </a:bodyPr>
        <a:lstStyle/>
        <a:p>
          <a:pPr marL="228600" lvl="1" indent="-228600" algn="l" defTabSz="889000">
            <a:lnSpc>
              <a:spcPct val="90000"/>
            </a:lnSpc>
            <a:spcBef>
              <a:spcPct val="0"/>
            </a:spcBef>
            <a:spcAft>
              <a:spcPct val="15000"/>
            </a:spcAft>
            <a:buChar char="•"/>
          </a:pPr>
          <a:r>
            <a:rPr lang="en-US" sz="2000" kern="1200"/>
            <a:t>Response times for all level one actions shall be less than 100 ms.</a:t>
          </a:r>
        </a:p>
        <a:p>
          <a:pPr marL="228600" lvl="1" indent="-228600" algn="l" defTabSz="889000">
            <a:lnSpc>
              <a:spcPct val="90000"/>
            </a:lnSpc>
            <a:spcBef>
              <a:spcPct val="0"/>
            </a:spcBef>
            <a:spcAft>
              <a:spcPct val="15000"/>
            </a:spcAft>
            <a:buChar char="•"/>
          </a:pPr>
          <a:r>
            <a:rPr lang="en-US" sz="2000" kern="1200"/>
            <a:t>The cyclomatic complexity of each module shall be in the range of 10 to 40.</a:t>
          </a:r>
        </a:p>
        <a:p>
          <a:pPr marL="228600" lvl="1" indent="-228600" algn="l" defTabSz="889000">
            <a:lnSpc>
              <a:spcPct val="90000"/>
            </a:lnSpc>
            <a:spcBef>
              <a:spcPct val="0"/>
            </a:spcBef>
            <a:spcAft>
              <a:spcPct val="15000"/>
            </a:spcAft>
            <a:buChar char="•"/>
          </a:pPr>
          <a:r>
            <a:rPr lang="en-US" sz="2000" kern="1200"/>
            <a:t>95% of the transactions shall be processed in less than 1 s. </a:t>
          </a:r>
        </a:p>
        <a:p>
          <a:pPr marL="228600" lvl="1" indent="-228600" algn="l" defTabSz="889000">
            <a:lnSpc>
              <a:spcPct val="90000"/>
            </a:lnSpc>
            <a:spcBef>
              <a:spcPct val="0"/>
            </a:spcBef>
            <a:spcAft>
              <a:spcPct val="15000"/>
            </a:spcAft>
            <a:buChar char="•"/>
          </a:pPr>
          <a:r>
            <a:rPr lang="en-US" sz="2000" kern="1200"/>
            <a:t>MTBF shall be 100 hours of continuous operation.</a:t>
          </a:r>
        </a:p>
      </dsp:txBody>
      <dsp:txXfrm>
        <a:off x="0" y="2534544"/>
        <a:ext cx="6263640" cy="2961000"/>
      </dsp:txXfrm>
    </dsp:sp>
    <dsp:sp modelId="{0ADE0789-E508-4087-884B-512F7079BFCC}">
      <dsp:nvSpPr>
        <dsp:cNvPr id="0" name=""/>
        <dsp:cNvSpPr/>
      </dsp:nvSpPr>
      <dsp:spPr>
        <a:xfrm>
          <a:off x="313182" y="2239344"/>
          <a:ext cx="4384548" cy="590399"/>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889000">
            <a:lnSpc>
              <a:spcPct val="90000"/>
            </a:lnSpc>
            <a:spcBef>
              <a:spcPct val="0"/>
            </a:spcBef>
            <a:spcAft>
              <a:spcPct val="35000"/>
            </a:spcAft>
            <a:buNone/>
          </a:pPr>
          <a:r>
            <a:rPr lang="en-US" sz="2000" kern="1200"/>
            <a:t>Better:</a:t>
          </a:r>
        </a:p>
      </dsp:txBody>
      <dsp:txXfrm>
        <a:off x="342003" y="2268165"/>
        <a:ext cx="4326906" cy="532757"/>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3B04183-C86B-4C73-8430-02C88DC02E98}">
      <dsp:nvSpPr>
        <dsp:cNvPr id="0" name=""/>
        <dsp:cNvSpPr/>
      </dsp:nvSpPr>
      <dsp:spPr>
        <a:xfrm>
          <a:off x="0" y="0"/>
          <a:ext cx="854392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2E45D71-D819-4223-8F21-14113AEEF3D3}">
      <dsp:nvSpPr>
        <dsp:cNvPr id="0" name=""/>
        <dsp:cNvSpPr/>
      </dsp:nvSpPr>
      <dsp:spPr>
        <a:xfrm>
          <a:off x="0" y="0"/>
          <a:ext cx="8543925" cy="6639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Shows interface between actors and the system</a:t>
          </a:r>
        </a:p>
      </dsp:txBody>
      <dsp:txXfrm>
        <a:off x="0" y="0"/>
        <a:ext cx="8543925" cy="663983"/>
      </dsp:txXfrm>
    </dsp:sp>
    <dsp:sp modelId="{C3736F89-0AEB-414E-BED7-9058183148A1}">
      <dsp:nvSpPr>
        <dsp:cNvPr id="0" name=""/>
        <dsp:cNvSpPr/>
      </dsp:nvSpPr>
      <dsp:spPr>
        <a:xfrm>
          <a:off x="0" y="663983"/>
          <a:ext cx="854392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E16D4F-5A7A-4F7B-8B30-102AC2FF4E8A}">
      <dsp:nvSpPr>
        <dsp:cNvPr id="0" name=""/>
        <dsp:cNvSpPr/>
      </dsp:nvSpPr>
      <dsp:spPr>
        <a:xfrm>
          <a:off x="0" y="663983"/>
          <a:ext cx="8543925" cy="6639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Determines the scope of the system by clearly defining its boundary</a:t>
          </a:r>
        </a:p>
      </dsp:txBody>
      <dsp:txXfrm>
        <a:off x="0" y="663983"/>
        <a:ext cx="8543925" cy="663983"/>
      </dsp:txXfrm>
    </dsp:sp>
    <dsp:sp modelId="{5E39DDB5-EE45-46C3-8D9F-B0BAD7C57C6E}">
      <dsp:nvSpPr>
        <dsp:cNvPr id="0" name=""/>
        <dsp:cNvSpPr/>
      </dsp:nvSpPr>
      <dsp:spPr>
        <a:xfrm>
          <a:off x="0" y="1327967"/>
          <a:ext cx="854392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B405C28-2A58-45FB-979E-950211C320AB}">
      <dsp:nvSpPr>
        <dsp:cNvPr id="0" name=""/>
        <dsp:cNvSpPr/>
      </dsp:nvSpPr>
      <dsp:spPr>
        <a:xfrm>
          <a:off x="0" y="1327967"/>
          <a:ext cx="8543925" cy="6639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Also referred to as the system context diagram</a:t>
          </a:r>
        </a:p>
      </dsp:txBody>
      <dsp:txXfrm>
        <a:off x="0" y="1327967"/>
        <a:ext cx="8543925" cy="663983"/>
      </dsp:txXfrm>
    </dsp:sp>
    <dsp:sp modelId="{84280A4E-A4CA-4A81-92B7-E23F75544EF1}">
      <dsp:nvSpPr>
        <dsp:cNvPr id="0" name=""/>
        <dsp:cNvSpPr/>
      </dsp:nvSpPr>
      <dsp:spPr>
        <a:xfrm>
          <a:off x="0" y="1991951"/>
          <a:ext cx="854392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2C9258B-9453-4262-BDCA-83DD8CDB8A02}">
      <dsp:nvSpPr>
        <dsp:cNvPr id="0" name=""/>
        <dsp:cNvSpPr/>
      </dsp:nvSpPr>
      <dsp:spPr>
        <a:xfrm>
          <a:off x="0" y="1991951"/>
          <a:ext cx="8543925" cy="6639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Example</a:t>
          </a:r>
        </a:p>
      </dsp:txBody>
      <dsp:txXfrm>
        <a:off x="0" y="1991951"/>
        <a:ext cx="8543925" cy="66398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9/10/25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en.wikipedia.org/wiki/Software_engineering" TargetMode="External"/><Relationship Id="rId2" Type="http://schemas.openxmlformats.org/officeDocument/2006/relationships/slide" Target="../slides/slide50.xml"/><Relationship Id="rId1" Type="http://schemas.openxmlformats.org/officeDocument/2006/relationships/notesMaster" Target="../notesMasters/notesMaster1.xml"/><Relationship Id="rId5" Type="http://schemas.openxmlformats.org/officeDocument/2006/relationships/hyperlink" Target="http://en.wikipedia.org/wiki/Functional_requirement" TargetMode="External"/><Relationship Id="rId4" Type="http://schemas.openxmlformats.org/officeDocument/2006/relationships/hyperlink" Target="http://en.wikipedia.org/wiki/Systems_engineering"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en.wikipedia.org/wiki/Actor_(UML)" TargetMode="External"/><Relationship Id="rId2" Type="http://schemas.openxmlformats.org/officeDocument/2006/relationships/slide" Target="../slides/slide52.xml"/><Relationship Id="rId1" Type="http://schemas.openxmlformats.org/officeDocument/2006/relationships/notesMaster" Target="../notesMasters/notesMaster1.xml"/><Relationship Id="rId4" Type="http://schemas.openxmlformats.org/officeDocument/2006/relationships/hyperlink" Target="http://en.wikipedia.org/wiki/Event_(computing)" TargetMode="Externa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Shall Statements: The traditional way for writing requirements in IEEE 29148</a:t>
            </a:r>
          </a:p>
          <a:p>
            <a:r>
              <a:rPr lang="en-US" dirty="0"/>
              <a:t>Use cases: Functional behavior of system (functional requirements)</a:t>
            </a:r>
          </a:p>
          <a:p>
            <a:r>
              <a:rPr lang="en-US" dirty="0"/>
              <a:t>User stories: Similar to use cases but user rather than system centric</a:t>
            </a:r>
          </a:p>
          <a:p>
            <a:r>
              <a:rPr lang="en-US" dirty="0"/>
              <a:t>Quality scenarios: Non-functional requirements</a:t>
            </a:r>
          </a:p>
        </p:txBody>
      </p:sp>
      <p:sp>
        <p:nvSpPr>
          <p:cNvPr id="4" name="Slide Number Placeholder 3"/>
          <p:cNvSpPr>
            <a:spLocks noGrp="1"/>
          </p:cNvSpPr>
          <p:nvPr>
            <p:ph type="sldNum" sz="quarter" idx="5"/>
          </p:nvPr>
        </p:nvSpPr>
        <p:spPr/>
        <p:txBody>
          <a:bodyPr/>
          <a:lstStyle/>
          <a:p>
            <a:fld id="{2EEB0D67-D7BD-4ABE-8D65-14A981A516CF}" type="slidenum">
              <a:rPr lang="en-US" smtClean="0"/>
              <a:t>4</a:t>
            </a:fld>
            <a:endParaRPr lang="en-US"/>
          </a:p>
        </p:txBody>
      </p:sp>
    </p:spTree>
    <p:extLst>
      <p:ext uri="{BB962C8B-B14F-4D97-AF65-F5344CB8AC3E}">
        <p14:creationId xmlns:p14="http://schemas.microsoft.com/office/powerpoint/2010/main" val="36642375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order logic.  Think operators like for all, exists, implication, equivalence etc.</a:t>
            </a:r>
          </a:p>
        </p:txBody>
      </p:sp>
      <p:sp>
        <p:nvSpPr>
          <p:cNvPr id="4" name="Slide Number Placeholder 3"/>
          <p:cNvSpPr>
            <a:spLocks noGrp="1"/>
          </p:cNvSpPr>
          <p:nvPr>
            <p:ph type="sldNum" sz="quarter" idx="5"/>
          </p:nvPr>
        </p:nvSpPr>
        <p:spPr/>
        <p:txBody>
          <a:bodyPr/>
          <a:lstStyle/>
          <a:p>
            <a:fld id="{2EEB0D67-D7BD-4ABE-8D65-14A981A516CF}" type="slidenum">
              <a:rPr lang="en-US" smtClean="0"/>
              <a:t>11</a:t>
            </a:fld>
            <a:endParaRPr lang="en-US"/>
          </a:p>
        </p:txBody>
      </p:sp>
    </p:spTree>
    <p:extLst>
      <p:ext uri="{BB962C8B-B14F-4D97-AF65-F5344CB8AC3E}">
        <p14:creationId xmlns:p14="http://schemas.microsoft.com/office/powerpoint/2010/main" val="26992961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Important Rules to comply with Standard</a:t>
            </a:r>
          </a:p>
          <a:p>
            <a:r>
              <a:rPr lang="en-US" b="1" dirty="0"/>
              <a:t>Follow the requirements engineering process</a:t>
            </a:r>
            <a:r>
              <a:rPr lang="en-US" dirty="0"/>
              <a:t> defined in the standard (elicitation → analysis → specification → validation → management).</a:t>
            </a:r>
          </a:p>
          <a:p>
            <a:r>
              <a:rPr lang="en-US" b="1" dirty="0"/>
              <a:t>Ensure all requirements</a:t>
            </a:r>
            <a:r>
              <a:rPr lang="en-US" dirty="0"/>
              <a:t> meet the listed quality characteristics.</a:t>
            </a:r>
          </a:p>
          <a:p>
            <a:r>
              <a:rPr lang="en-US" b="1" dirty="0"/>
              <a:t>Document requirements</a:t>
            </a:r>
            <a:r>
              <a:rPr lang="en-US" dirty="0"/>
              <a:t> in an SRS (or </a:t>
            </a:r>
            <a:r>
              <a:rPr lang="en-US" dirty="0" err="1"/>
              <a:t>SyRS</a:t>
            </a:r>
            <a:r>
              <a:rPr lang="en-US" dirty="0"/>
              <a:t>) that follows the standard’s structure.</a:t>
            </a:r>
          </a:p>
          <a:p>
            <a:r>
              <a:rPr lang="en-US" b="1" dirty="0"/>
              <a:t>Maintain traceability</a:t>
            </a:r>
            <a:r>
              <a:rPr lang="en-US" dirty="0"/>
              <a:t> (link requirements ↔ design ↔ test cases ↔ stakeholder needs).</a:t>
            </a:r>
          </a:p>
          <a:p>
            <a:r>
              <a:rPr lang="en-US" b="1" dirty="0"/>
              <a:t>Control changes</a:t>
            </a:r>
            <a:r>
              <a:rPr lang="en-US" dirty="0"/>
              <a:t> using a requirements management process.</a:t>
            </a:r>
          </a:p>
          <a:p>
            <a:r>
              <a:rPr lang="en-US" b="1" dirty="0"/>
              <a:t>Apply verification &amp; validation criteria</a:t>
            </a:r>
            <a:r>
              <a:rPr lang="en-US" dirty="0"/>
              <a:t> to confirm requirements are both correct and testable.</a:t>
            </a:r>
          </a:p>
        </p:txBody>
      </p:sp>
      <p:sp>
        <p:nvSpPr>
          <p:cNvPr id="4" name="Slide Number Placeholder 3"/>
          <p:cNvSpPr>
            <a:spLocks noGrp="1"/>
          </p:cNvSpPr>
          <p:nvPr>
            <p:ph type="sldNum" sz="quarter" idx="5"/>
          </p:nvPr>
        </p:nvSpPr>
        <p:spPr/>
        <p:txBody>
          <a:bodyPr/>
          <a:lstStyle/>
          <a:p>
            <a:fld id="{2EEB0D67-D7BD-4ABE-8D65-14A981A516CF}" type="slidenum">
              <a:rPr lang="en-US" smtClean="0"/>
              <a:t>22</a:t>
            </a:fld>
            <a:endParaRPr lang="en-US"/>
          </a:p>
        </p:txBody>
      </p:sp>
    </p:spTree>
    <p:extLst>
      <p:ext uri="{BB962C8B-B14F-4D97-AF65-F5344CB8AC3E}">
        <p14:creationId xmlns:p14="http://schemas.microsoft.com/office/powerpoint/2010/main" val="25973000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23</a:t>
            </a:fld>
            <a:endParaRPr lang="en-US"/>
          </a:p>
        </p:txBody>
      </p:sp>
    </p:spTree>
    <p:extLst>
      <p:ext uri="{BB962C8B-B14F-4D97-AF65-F5344CB8AC3E}">
        <p14:creationId xmlns:p14="http://schemas.microsoft.com/office/powerpoint/2010/main" val="26625201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2F845-6873-195A-E95B-A359B7A5BA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1F3306-987C-007D-B861-A240910991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9C646F-9E7C-33B4-622B-8878A96BC1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68B656-716D-67D7-12DC-19B2652456FF}"/>
              </a:ext>
            </a:extLst>
          </p:cNvPr>
          <p:cNvSpPr>
            <a:spLocks noGrp="1"/>
          </p:cNvSpPr>
          <p:nvPr>
            <p:ph type="sldNum" sz="quarter" idx="5"/>
          </p:nvPr>
        </p:nvSpPr>
        <p:spPr/>
        <p:txBody>
          <a:bodyPr/>
          <a:lstStyle/>
          <a:p>
            <a:fld id="{2EEB0D67-D7BD-4ABE-8D65-14A981A516CF}" type="slidenum">
              <a:rPr lang="en-US" smtClean="0"/>
              <a:t>24</a:t>
            </a:fld>
            <a:endParaRPr lang="en-US"/>
          </a:p>
        </p:txBody>
      </p:sp>
    </p:spTree>
    <p:extLst>
      <p:ext uri="{BB962C8B-B14F-4D97-AF65-F5344CB8AC3E}">
        <p14:creationId xmlns:p14="http://schemas.microsoft.com/office/powerpoint/2010/main" val="30731199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to organize your requirements:</a:t>
            </a:r>
          </a:p>
          <a:p>
            <a:r>
              <a:rPr lang="en-US" dirty="0"/>
              <a:t>System mode: If the system has different modes</a:t>
            </a:r>
          </a:p>
          <a:p>
            <a:r>
              <a:rPr lang="en-US" dirty="0"/>
              <a:t>User class: By user type interacting with the system</a:t>
            </a:r>
          </a:p>
          <a:p>
            <a:r>
              <a:rPr lang="en-US" dirty="0"/>
              <a:t>Object: Around objects in the system</a:t>
            </a:r>
          </a:p>
          <a:p>
            <a:r>
              <a:rPr lang="en-US" dirty="0"/>
              <a:t>Feature: By features visible to users</a:t>
            </a:r>
          </a:p>
          <a:p>
            <a:r>
              <a:rPr lang="en-US" dirty="0"/>
              <a:t>Stimulus: Based on inputs/events</a:t>
            </a:r>
          </a:p>
          <a:p>
            <a:r>
              <a:rPr lang="en-US" dirty="0"/>
              <a:t>Functional Hierarchy: Based on higher level broken down to lower level requirements</a:t>
            </a:r>
          </a:p>
          <a:p>
            <a:endParaRPr lang="en-US" dirty="0"/>
          </a:p>
          <a:p>
            <a:r>
              <a:rPr lang="en-US" b="1" dirty="0"/>
              <a:t>Complex reactive systems</a:t>
            </a:r>
            <a:r>
              <a:rPr lang="en-US" dirty="0"/>
              <a:t> → System Mode or Stimulus.</a:t>
            </a:r>
          </a:p>
          <a:p>
            <a:r>
              <a:rPr lang="en-US" b="1" dirty="0"/>
              <a:t>Multi-role systems</a:t>
            </a:r>
            <a:r>
              <a:rPr lang="en-US" dirty="0"/>
              <a:t> → User Class.</a:t>
            </a:r>
          </a:p>
          <a:p>
            <a:r>
              <a:rPr lang="en-US" b="1" dirty="0"/>
              <a:t>Object-oriented projects</a:t>
            </a:r>
            <a:r>
              <a:rPr lang="en-US" dirty="0"/>
              <a:t> → Object.</a:t>
            </a:r>
          </a:p>
          <a:p>
            <a:r>
              <a:rPr lang="en-US" b="1" dirty="0"/>
              <a:t>Customer-facing products</a:t>
            </a:r>
            <a:r>
              <a:rPr lang="en-US" dirty="0"/>
              <a:t> → Feature.</a:t>
            </a:r>
          </a:p>
          <a:p>
            <a:r>
              <a:rPr lang="en-US" b="1" dirty="0"/>
              <a:t>Highly functional decompositions</a:t>
            </a:r>
            <a:r>
              <a:rPr lang="en-US" dirty="0"/>
              <a:t> → Functional Hierarchy.</a:t>
            </a:r>
          </a:p>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25</a:t>
            </a:fld>
            <a:endParaRPr lang="en-US"/>
          </a:p>
        </p:txBody>
      </p:sp>
    </p:spTree>
    <p:extLst>
      <p:ext uri="{BB962C8B-B14F-4D97-AF65-F5344CB8AC3E}">
        <p14:creationId xmlns:p14="http://schemas.microsoft.com/office/powerpoint/2010/main" val="35321206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1CF04A6-2E79-4A9B-8F4A-E1C487863117}" type="slidenum">
              <a:rPr lang="en-US" smtClean="0"/>
              <a:pPr>
                <a:defRPr/>
              </a:pPr>
              <a:t>28</a:t>
            </a:fld>
            <a:endParaRPr lang="en-US"/>
          </a:p>
        </p:txBody>
      </p:sp>
    </p:spTree>
    <p:extLst>
      <p:ext uri="{BB962C8B-B14F-4D97-AF65-F5344CB8AC3E}">
        <p14:creationId xmlns:p14="http://schemas.microsoft.com/office/powerpoint/2010/main" val="35602688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1CF04A6-2E79-4A9B-8F4A-E1C487863117}" type="slidenum">
              <a:rPr lang="en-US" smtClean="0"/>
              <a:pPr>
                <a:defRPr/>
              </a:pPr>
              <a:t>32</a:t>
            </a:fld>
            <a:endParaRPr lang="en-US"/>
          </a:p>
        </p:txBody>
      </p:sp>
    </p:spTree>
    <p:extLst>
      <p:ext uri="{BB962C8B-B14F-4D97-AF65-F5344CB8AC3E}">
        <p14:creationId xmlns:p14="http://schemas.microsoft.com/office/powerpoint/2010/main" val="8252167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Are applicable” (context-setting, not enforceable)</a:t>
            </a:r>
          </a:p>
          <a:p>
            <a:r>
              <a:rPr lang="en-US" i="1" dirty="0"/>
              <a:t>“These encryption requirements are applicable to all modules handling sensitive data.”</a:t>
            </a:r>
          </a:p>
          <a:p>
            <a:r>
              <a:rPr lang="en-US" dirty="0"/>
              <a:t>Used to </a:t>
            </a:r>
            <a:r>
              <a:rPr lang="en-US" b="1" dirty="0"/>
              <a:t>scope</a:t>
            </a:r>
            <a:r>
              <a:rPr lang="en-US" dirty="0"/>
              <a:t> requirements, but does not itself impose an obligation.</a:t>
            </a:r>
          </a:p>
          <a:p>
            <a:r>
              <a:rPr lang="en-US" b="1" dirty="0"/>
              <a:t>“Is required to” (formal obligation, but more verbose than “shall”)</a:t>
            </a:r>
          </a:p>
          <a:p>
            <a:r>
              <a:rPr lang="en-US" i="1" dirty="0"/>
              <a:t>“The payment service is required to log all failed transactions.”</a:t>
            </a:r>
          </a:p>
          <a:p>
            <a:r>
              <a:rPr lang="en-US" dirty="0"/>
              <a:t>Equivalent in meaning to “shall,” but less standard in contracts. Often used when describing roles or responsibilities.</a:t>
            </a:r>
          </a:p>
          <a:p>
            <a:r>
              <a:rPr lang="en-US" b="1" dirty="0"/>
              <a:t>“Must” (obligation, but discouraged in formal specs)</a:t>
            </a:r>
          </a:p>
          <a:p>
            <a:r>
              <a:rPr lang="en-US" i="1" dirty="0"/>
              <a:t>“All passwords must be at least 12 characters long.”</a:t>
            </a:r>
          </a:p>
          <a:p>
            <a:r>
              <a:rPr lang="en-US" dirty="0"/>
              <a:t>Strong like “shall,” but IEEE prefers “shall” for legal clarity. “Must” is fine in policies or user guidance.</a:t>
            </a:r>
          </a:p>
          <a:p>
            <a:r>
              <a:rPr lang="en-US" b="1" dirty="0"/>
              <a:t>“Responsible for” (assigning duties, not always testable)</a:t>
            </a:r>
          </a:p>
          <a:p>
            <a:r>
              <a:rPr lang="en-US" i="1" dirty="0"/>
              <a:t>“The database administrator is responsible for ensuring daily backups are performed.”</a:t>
            </a:r>
          </a:p>
          <a:p>
            <a:r>
              <a:rPr lang="en-US" dirty="0"/>
              <a:t>Defines accountability, not necessarily a system behavior. More common in process/role documents than software requirements.</a:t>
            </a:r>
          </a:p>
          <a:p>
            <a:r>
              <a:rPr lang="en-US" b="1" dirty="0"/>
              <a:t>“Shall” (preferred word for mandatory, testable requirements)</a:t>
            </a:r>
          </a:p>
          <a:p>
            <a:r>
              <a:rPr lang="en-US" i="1" dirty="0"/>
              <a:t>“The system shall generate an audit log entry for each login attempt.”</a:t>
            </a:r>
            <a:br>
              <a:rPr lang="en-US" dirty="0"/>
            </a:br>
            <a:r>
              <a:rPr lang="en-US" dirty="0"/>
              <a:t>Canonical wording in contracts and formal SRSs. Implies </a:t>
            </a:r>
            <a:r>
              <a:rPr lang="en-US" b="1" dirty="0"/>
              <a:t>mandatory, testable behavior</a:t>
            </a:r>
            <a:r>
              <a:rPr lang="en-US" dirty="0"/>
              <a:t>.</a:t>
            </a:r>
          </a:p>
          <a:p>
            <a:r>
              <a:rPr lang="en-US" b="1" dirty="0"/>
              <a:t>“Should” (recommendation, desirable but not mandatory)</a:t>
            </a:r>
          </a:p>
          <a:p>
            <a:r>
              <a:rPr lang="en-US" i="1" dirty="0"/>
              <a:t>“The UI should display error messages in the user’s preferred language.”</a:t>
            </a:r>
            <a:br>
              <a:rPr lang="en-US" dirty="0"/>
            </a:br>
            <a:r>
              <a:rPr lang="en-US" dirty="0"/>
              <a:t>Indicates a </a:t>
            </a:r>
            <a:r>
              <a:rPr lang="en-US" b="1" dirty="0"/>
              <a:t>goal or preference</a:t>
            </a:r>
            <a:r>
              <a:rPr lang="en-US" dirty="0"/>
              <a:t>; not a compliance failure if unmet. Used for </a:t>
            </a:r>
            <a:r>
              <a:rPr lang="en-US" i="1" dirty="0"/>
              <a:t>non-binding requirements</a:t>
            </a:r>
            <a:r>
              <a:rPr lang="en-US" dirty="0"/>
              <a:t>.</a:t>
            </a:r>
          </a:p>
          <a:p>
            <a:r>
              <a:rPr lang="en-US" b="1" dirty="0"/>
              <a:t>“Will” (declaration of intent or future fact, not a requirement)</a:t>
            </a:r>
          </a:p>
          <a:p>
            <a:r>
              <a:rPr lang="en-US" i="1" dirty="0"/>
              <a:t>“The next release will include support for biometric login.”</a:t>
            </a:r>
            <a:br>
              <a:rPr lang="en-US" dirty="0"/>
            </a:br>
            <a:r>
              <a:rPr lang="en-US" dirty="0"/>
              <a:t>Used for planning/roadmap statements, not verifiable requirements. Some orgs misuse it in place of “shall,” but standards discourage that.</a:t>
            </a: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AAF13C-692A-4A61-8956-A6DBE25531D0}"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546109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A271ED4-17FF-4802-9A2B-00A4E9C2C4FE}"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3250" name="Rectangle 2"/>
          <p:cNvSpPr>
            <a:spLocks noGrp="1" noRot="1" noChangeAspect="1" noChangeArrowheads="1" noTextEdit="1"/>
          </p:cNvSpPr>
          <p:nvPr>
            <p:ph type="sldImg"/>
          </p:nvPr>
        </p:nvSpPr>
        <p:spPr>
          <a:xfrm>
            <a:off x="406400" y="696913"/>
            <a:ext cx="6188075" cy="3481387"/>
          </a:xfrm>
          <a:ln/>
        </p:spPr>
      </p:sp>
      <p:sp>
        <p:nvSpPr>
          <p:cNvPr id="693251" name="Rectangle 3"/>
          <p:cNvSpPr>
            <a:spLocks noGrp="1" noChangeArrowheads="1"/>
          </p:cNvSpPr>
          <p:nvPr>
            <p:ph type="body" idx="1"/>
          </p:nvPr>
        </p:nvSpPr>
        <p:spPr>
          <a:xfrm>
            <a:off x="933558" y="4409758"/>
            <a:ext cx="5130586" cy="4177665"/>
          </a:xfrm>
        </p:spPr>
        <p:txBody>
          <a:bodyPr/>
          <a:lstStyle/>
          <a:p>
            <a:pPr defTabSz="915772"/>
            <a:r>
              <a:rPr lang="en-US" dirty="0"/>
              <a:t>The use case technique is used in </a:t>
            </a:r>
            <a:r>
              <a:rPr lang="en-US" dirty="0">
                <a:hlinkClick r:id="rId3" action="ppaction://hlinkfile" tooltip="Software engineering"/>
              </a:rPr>
              <a:t>software</a:t>
            </a:r>
            <a:r>
              <a:rPr lang="en-US" dirty="0"/>
              <a:t> and </a:t>
            </a:r>
            <a:r>
              <a:rPr lang="en-US" dirty="0">
                <a:hlinkClick r:id="rId4" action="ppaction://hlinkfile" tooltip="Systems engineering"/>
              </a:rPr>
              <a:t>systems engineering</a:t>
            </a:r>
            <a:r>
              <a:rPr lang="en-US" dirty="0"/>
              <a:t> to capture the </a:t>
            </a:r>
            <a:r>
              <a:rPr lang="en-US" dirty="0">
                <a:hlinkClick r:id="rId5" action="ppaction://hlinkfile" tooltip="Functional requirement"/>
              </a:rPr>
              <a:t>functional requirements</a:t>
            </a:r>
            <a:r>
              <a:rPr lang="en-US" dirty="0"/>
              <a:t> of a system. </a:t>
            </a:r>
          </a:p>
          <a:p>
            <a:pPr defTabSz="915772"/>
            <a:endParaRPr lang="en-US" dirty="0"/>
          </a:p>
          <a:p>
            <a:pPr defTabSz="915772"/>
            <a:r>
              <a:rPr lang="en-US" dirty="0"/>
              <a:t>A use case is a text story</a:t>
            </a:r>
          </a:p>
          <a:p>
            <a:pPr defTabSz="915772"/>
            <a:endParaRPr lang="en-US" dirty="0"/>
          </a:p>
          <a:p>
            <a:pPr defTabSz="915772"/>
            <a:r>
              <a:rPr lang="en-US" dirty="0"/>
              <a:t>ATM system may require</a:t>
            </a:r>
            <a:r>
              <a:rPr lang="en-US" baseline="0" dirty="0"/>
              <a:t> 3 scenarios:  withdrawal, deposit, transaction</a:t>
            </a:r>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1877A99-1B87-441D-8D01-1EFB1B69F237}"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7346" name="Rectangle 2"/>
          <p:cNvSpPr>
            <a:spLocks noGrp="1" noRot="1" noChangeAspect="1" noChangeArrowheads="1" noTextEdit="1"/>
          </p:cNvSpPr>
          <p:nvPr>
            <p:ph type="sldImg"/>
          </p:nvPr>
        </p:nvSpPr>
        <p:spPr>
          <a:xfrm>
            <a:off x="406400" y="696913"/>
            <a:ext cx="6188075" cy="3481387"/>
          </a:xfrm>
          <a:ln/>
        </p:spPr>
      </p:sp>
      <p:sp>
        <p:nvSpPr>
          <p:cNvPr id="697347" name="Rectangle 3"/>
          <p:cNvSpPr>
            <a:spLocks noGrp="1" noChangeArrowheads="1"/>
          </p:cNvSpPr>
          <p:nvPr>
            <p:ph type="body" idx="1"/>
          </p:nvPr>
        </p:nvSpPr>
        <p:spPr>
          <a:xfrm>
            <a:off x="933558" y="4409758"/>
            <a:ext cx="5130586" cy="4177665"/>
          </a:xfrm>
        </p:spPr>
        <p:txBody>
          <a:bodyPr/>
          <a:lstStyle/>
          <a:p>
            <a:pPr defTabSz="915772"/>
            <a:r>
              <a:rPr lang="en-US" altLang="en-US" dirty="0"/>
              <a:t>Lets define the modeling elements</a:t>
            </a:r>
            <a:r>
              <a:rPr lang="en-US" altLang="en-US" baseline="0" dirty="0"/>
              <a:t> by going through an example.</a:t>
            </a:r>
            <a:endParaRPr lang="en-US" alt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C9F31C4-A739-4DC6-9CEE-A4BC08933AE2}"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9394" name="Rectangle 2"/>
          <p:cNvSpPr>
            <a:spLocks noGrp="1" noRot="1" noChangeAspect="1" noChangeArrowheads="1" noTextEdit="1"/>
          </p:cNvSpPr>
          <p:nvPr>
            <p:ph type="sldImg"/>
          </p:nvPr>
        </p:nvSpPr>
        <p:spPr>
          <a:xfrm>
            <a:off x="406400" y="696913"/>
            <a:ext cx="6188075" cy="3481387"/>
          </a:xfrm>
          <a:ln/>
        </p:spPr>
      </p:sp>
      <p:sp>
        <p:nvSpPr>
          <p:cNvPr id="699395" name="Rectangle 3"/>
          <p:cNvSpPr>
            <a:spLocks noGrp="1" noChangeArrowheads="1"/>
          </p:cNvSpPr>
          <p:nvPr>
            <p:ph type="body" idx="1"/>
          </p:nvPr>
        </p:nvSpPr>
        <p:spPr>
          <a:xfrm>
            <a:off x="933558" y="4409758"/>
            <a:ext cx="5130586" cy="4177665"/>
          </a:xfrm>
        </p:spPr>
        <p:txBody>
          <a:bodyPr/>
          <a:lstStyle/>
          <a:p>
            <a:pPr defTabSz="915772"/>
            <a:r>
              <a:rPr lang="en-US" dirty="0"/>
              <a:t>Use cases describe the interaction between a primary </a:t>
            </a:r>
            <a:r>
              <a:rPr lang="en-US" dirty="0">
                <a:hlinkClick r:id="rId3" action="ppaction://hlinkfile" tooltip="Actor (UML)"/>
              </a:rPr>
              <a:t>Actor</a:t>
            </a:r>
            <a:r>
              <a:rPr lang="en-US" dirty="0"/>
              <a:t> (the initiator of the interaction) and the system itself, represented as a sequence of simple steps. </a:t>
            </a:r>
          </a:p>
          <a:p>
            <a:pPr defTabSz="915772"/>
            <a:endParaRPr lang="en-US" dirty="0"/>
          </a:p>
          <a:p>
            <a:pPr defTabSz="915772"/>
            <a:r>
              <a:rPr lang="en-US" dirty="0"/>
              <a:t>Actors are something or someone which exist outside the system under study, and that take part in a sequence of activities in a dialogue with the system to achieve some goal. They may be end users, other systems, or hardware devices. Each use case is a complete series of </a:t>
            </a:r>
            <a:r>
              <a:rPr lang="en-US" dirty="0">
                <a:hlinkClick r:id="rId4" action="ppaction://hlinkfile" tooltip="Event (computing)"/>
              </a:rPr>
              <a:t>events</a:t>
            </a:r>
            <a:r>
              <a:rPr lang="en-US" dirty="0"/>
              <a:t>, described from the point of view of the Actor.</a:t>
            </a:r>
            <a:endParaRPr lang="en-US" altLang="en-US" dirty="0"/>
          </a:p>
          <a:p>
            <a:pPr defTabSz="915772"/>
            <a:endParaRPr lang="en-US" alt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79B618-A932-4839-830E-8597654D0D8E}"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1442" name="Rectangle 2"/>
          <p:cNvSpPr>
            <a:spLocks noGrp="1" noRot="1" noChangeAspect="1" noChangeArrowheads="1" noTextEdit="1"/>
          </p:cNvSpPr>
          <p:nvPr>
            <p:ph type="sldImg"/>
          </p:nvPr>
        </p:nvSpPr>
        <p:spPr>
          <a:xfrm>
            <a:off x="406400" y="696913"/>
            <a:ext cx="6188075" cy="3481387"/>
          </a:xfrm>
          <a:ln/>
        </p:spPr>
      </p:sp>
      <p:sp>
        <p:nvSpPr>
          <p:cNvPr id="701443" name="Rectangle 3"/>
          <p:cNvSpPr>
            <a:spLocks noGrp="1" noChangeArrowheads="1"/>
          </p:cNvSpPr>
          <p:nvPr>
            <p:ph type="body" idx="1"/>
          </p:nvPr>
        </p:nvSpPr>
        <p:spPr>
          <a:xfrm>
            <a:off x="933558" y="4409758"/>
            <a:ext cx="5130586" cy="4177665"/>
          </a:xfrm>
        </p:spPr>
        <p:txBody>
          <a:bodyPr/>
          <a:lstStyle/>
          <a:p>
            <a:pPr defTabSz="915772"/>
            <a:r>
              <a:rPr lang="en-US" altLang="en-US" dirty="0"/>
              <a:t>Context diagram</a:t>
            </a:r>
            <a:r>
              <a:rPr lang="en-US" altLang="en-US" baseline="0" dirty="0"/>
              <a:t> shows the boundary of a system- what lies outside of it and how it gets used</a:t>
            </a:r>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EBB4C47-271F-4530-A315-97A8ADDF5F84}"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3490" name="Rectangle 2"/>
          <p:cNvSpPr>
            <a:spLocks noGrp="1" noRot="1" noChangeAspect="1" noChangeArrowheads="1" noTextEdit="1"/>
          </p:cNvSpPr>
          <p:nvPr>
            <p:ph type="sldImg"/>
          </p:nvPr>
        </p:nvSpPr>
        <p:spPr>
          <a:xfrm>
            <a:off x="406400" y="696913"/>
            <a:ext cx="6188075" cy="3481387"/>
          </a:xfrm>
          <a:ln/>
        </p:spPr>
      </p:sp>
      <p:sp>
        <p:nvSpPr>
          <p:cNvPr id="703491" name="Rectangle 3"/>
          <p:cNvSpPr>
            <a:spLocks noGrp="1" noChangeArrowheads="1"/>
          </p:cNvSpPr>
          <p:nvPr>
            <p:ph type="body" idx="1"/>
          </p:nvPr>
        </p:nvSpPr>
        <p:spPr>
          <a:xfrm>
            <a:off x="933558" y="4409758"/>
            <a:ext cx="5130586" cy="4177665"/>
          </a:xfrm>
        </p:spPr>
        <p:txBody>
          <a:bodyPr/>
          <a:lstStyle/>
          <a:p>
            <a:pPr defTabSz="915772"/>
            <a:r>
              <a:rPr lang="en-US" altLang="en-US" dirty="0"/>
              <a:t>Scenario:</a:t>
            </a:r>
            <a:r>
              <a:rPr lang="en-US" altLang="en-US" baseline="0" dirty="0"/>
              <a:t> a specific sequence of actions and interactions between actors and the system</a:t>
            </a:r>
          </a:p>
          <a:p>
            <a:pPr defTabSz="915772"/>
            <a:endParaRPr lang="en-US" altLang="en-US" baseline="0" dirty="0"/>
          </a:p>
          <a:p>
            <a:pPr defTabSz="915772"/>
            <a:r>
              <a:rPr lang="en-US" altLang="en-US" baseline="0" dirty="0"/>
              <a:t>You don’t’ want too many scenarios – on one hand it will reduce the complexity of the system – on the other hand it will be difficult to coordinate and schedule the design of the system.</a:t>
            </a:r>
            <a:endParaRPr lang="en-US" alt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7F5ACB-1BEE-45BE-92EE-973F192B0304}"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5538" name="Rectangle 2"/>
          <p:cNvSpPr>
            <a:spLocks noGrp="1" noRot="1" noChangeAspect="1" noChangeArrowheads="1" noTextEdit="1"/>
          </p:cNvSpPr>
          <p:nvPr>
            <p:ph type="sldImg"/>
          </p:nvPr>
        </p:nvSpPr>
        <p:spPr>
          <a:xfrm>
            <a:off x="406400" y="696913"/>
            <a:ext cx="6188075" cy="3481387"/>
          </a:xfrm>
          <a:ln/>
        </p:spPr>
      </p:sp>
      <p:sp>
        <p:nvSpPr>
          <p:cNvPr id="705539" name="Rectangle 3"/>
          <p:cNvSpPr>
            <a:spLocks noGrp="1" noChangeArrowheads="1"/>
          </p:cNvSpPr>
          <p:nvPr>
            <p:ph type="body" idx="1"/>
          </p:nvPr>
        </p:nvSpPr>
        <p:spPr>
          <a:xfrm>
            <a:off x="933558" y="4409758"/>
            <a:ext cx="5130586" cy="4177665"/>
          </a:xfrm>
        </p:spPr>
        <p:txBody>
          <a:bodyPr/>
          <a:lstStyle/>
          <a:p>
            <a:pPr defTabSz="915772"/>
            <a:endParaRPr lang="en-US" alt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5538B5A-0D70-4900-8E9A-2F4B1077A281}"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5778" name="Rectangle 2"/>
          <p:cNvSpPr>
            <a:spLocks noGrp="1" noRot="1" noChangeAspect="1" noChangeArrowheads="1" noTextEdit="1"/>
          </p:cNvSpPr>
          <p:nvPr>
            <p:ph type="sldImg"/>
          </p:nvPr>
        </p:nvSpPr>
        <p:spPr>
          <a:xfrm>
            <a:off x="406400" y="696913"/>
            <a:ext cx="6188075" cy="3481387"/>
          </a:xfrm>
          <a:ln/>
        </p:spPr>
      </p:sp>
      <p:sp>
        <p:nvSpPr>
          <p:cNvPr id="715779" name="Rectangle 3"/>
          <p:cNvSpPr>
            <a:spLocks noGrp="1" noChangeArrowheads="1"/>
          </p:cNvSpPr>
          <p:nvPr>
            <p:ph type="body" idx="1"/>
          </p:nvPr>
        </p:nvSpPr>
        <p:spPr>
          <a:xfrm>
            <a:off x="933558" y="4409758"/>
            <a:ext cx="5130586" cy="4177665"/>
          </a:xfrm>
        </p:spPr>
        <p:txBody>
          <a:bodyPr/>
          <a:lstStyle/>
          <a:p>
            <a:pPr defTabSz="915772"/>
            <a:r>
              <a:rPr lang="en-US" altLang="en-US" dirty="0"/>
              <a:t>A typical,</a:t>
            </a:r>
            <a:r>
              <a:rPr lang="en-US" altLang="en-US" baseline="0" dirty="0"/>
              <a:t> unconditional happy path scenario of success</a:t>
            </a:r>
            <a:endParaRPr lang="en-US" alt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4B505BF-39E6-4BC8-9545-136D944976DF}"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7826" name="Rectangle 2"/>
          <p:cNvSpPr>
            <a:spLocks noGrp="1" noRot="1" noChangeAspect="1" noChangeArrowheads="1" noTextEdit="1"/>
          </p:cNvSpPr>
          <p:nvPr>
            <p:ph type="sldImg"/>
          </p:nvPr>
        </p:nvSpPr>
        <p:spPr>
          <a:xfrm>
            <a:off x="406400" y="696913"/>
            <a:ext cx="6188075" cy="3481387"/>
          </a:xfrm>
          <a:ln/>
        </p:spPr>
      </p:sp>
      <p:sp>
        <p:nvSpPr>
          <p:cNvPr id="717827" name="Rectangle 3"/>
          <p:cNvSpPr>
            <a:spLocks noGrp="1" noChangeArrowheads="1"/>
          </p:cNvSpPr>
          <p:nvPr>
            <p:ph type="body" idx="1"/>
          </p:nvPr>
        </p:nvSpPr>
        <p:spPr>
          <a:xfrm>
            <a:off x="933558" y="4409758"/>
            <a:ext cx="5130586" cy="4177665"/>
          </a:xfrm>
        </p:spPr>
        <p:txBody>
          <a:bodyPr/>
          <a:lstStyle/>
          <a:p>
            <a:pPr defTabSz="915772"/>
            <a:endParaRPr lang="en-US" alt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ACA447D8-8AC1-4F6E-9E5B-00C19390EE7F}" type="datetime1">
              <a:rPr lang="en-US" smtClean="0"/>
              <a:t>9/10/25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BB0D907-D3FB-41EB-AA55-1982F1FD0640}" type="datetime1">
              <a:rPr lang="en-US" smtClean="0"/>
              <a:t>9/10/25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FE553AE0-20D1-414C-8B82-A61997BD117C}" type="datetime1">
              <a:rPr lang="en-US" smtClean="0"/>
              <a:t>9/10/25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94A8535A-8962-4943-81E4-708869FA2AB8}" type="datetime1">
              <a:rPr lang="en-US" smtClean="0"/>
              <a:t>9/10/25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6E1C5258-72E0-4CCB-A1D9-12184F381899}" type="datetime1">
              <a:rPr lang="en-US" smtClean="0"/>
              <a:t>9/10/25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83256BD8-E15E-4017-9997-EB0793359529}" type="datetime1">
              <a:rPr lang="en-US" smtClean="0"/>
              <a:t>9/10/25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EF2E55EB-BE22-44AE-9389-D41FB34AD701}" type="datetime1">
              <a:rPr lang="en-US" smtClean="0"/>
              <a:t>9/10/25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AABC5388-C0C9-4171-B540-13861F1B02DC}" type="datetime1">
              <a:rPr lang="en-US" smtClean="0"/>
              <a:t>9/10/25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1B85E56D-9F5F-4CDC-A794-097DB3E2F619}" type="datetime1">
              <a:rPr lang="en-US" smtClean="0"/>
              <a:t>9/10/25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333F35DC-C383-4BC7-95F0-E4749038DCA4}" type="datetime1">
              <a:rPr lang="en-US" smtClean="0"/>
              <a:t>9/10/25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19296A6F-8DE0-4623-B585-483D408DD5A0}" type="datetime1">
              <a:rPr lang="en-US" smtClean="0"/>
              <a:t>9/10/25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16E01B5A-8F6A-440D-8909-6C0F8768A5F4}" type="datetime1">
              <a:rPr lang="en-US" smtClean="0"/>
              <a:t>9/10/25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2752764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5C73306F-18D4-45DC-AF37-F6C6120D4C21}" type="datetime1">
              <a:rPr lang="en-US" smtClean="0"/>
              <a:t>9/10/25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73456346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5EC0A2E6-8636-429F-AB4B-9BE80A4961AF}" type="datetime1">
              <a:rPr lang="en-US" smtClean="0"/>
              <a:t>9/10/25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5631157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04A2F50-D21C-4487-93C6-9E00E22842A4}" type="datetime1">
              <a:rPr lang="en-US" smtClean="0"/>
              <a:t>9/10/25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9051672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822D089-CD84-4772-A127-24067C6BA47C}" type="datetime1">
              <a:rPr lang="en-US" smtClean="0"/>
              <a:t>9/10/25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11063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CAF1178-6CA2-49EB-B66A-120198DEDC55}" type="datetime1">
              <a:rPr lang="en-US" smtClean="0"/>
              <a:t>9/10/25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49633871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629A5D1-0D66-4486-9809-CC3685864C7C}" type="datetime1">
              <a:rPr lang="en-US" smtClean="0"/>
              <a:t>9/10/25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32056436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7E13948-7734-45B4-9A49-4D2AE4D8C77D}" type="datetime1">
              <a:rPr lang="en-US" smtClean="0"/>
              <a:t>9/10/25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73961810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E91E903F-3095-4BA0-AD89-2AE2DC1A1781}" type="datetime1">
              <a:rPr lang="en-US" smtClean="0"/>
              <a:t>9/10/25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58518039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3F23FA8-AC48-4084-B57B-C16E49DD0AA7}" type="datetime1">
              <a:rPr lang="en-US" smtClean="0"/>
              <a:t>9/10/25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17674963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1233B26-D190-4EF7-8E86-D5DD0E686E86}" type="datetime1">
              <a:rPr lang="en-US" smtClean="0"/>
              <a:t>9/10/25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3122182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36278805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0676955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65979594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28029594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7444190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98735979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1757003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4964209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9383746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12825328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89356873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9/10/25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05605157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221317" y="609600"/>
            <a:ext cx="10462683" cy="1143000"/>
          </a:xfrm>
        </p:spPr>
        <p:txBody>
          <a:bodyPr/>
          <a:lstStyle/>
          <a:p>
            <a:r>
              <a:rPr lang="en-US"/>
              <a:t>Click to edit Master title style</a:t>
            </a:r>
          </a:p>
        </p:txBody>
      </p:sp>
      <p:sp>
        <p:nvSpPr>
          <p:cNvPr id="3" name="Text Placeholder 2"/>
          <p:cNvSpPr>
            <a:spLocks noGrp="1"/>
          </p:cNvSpPr>
          <p:nvPr>
            <p:ph type="body" sz="half" idx="1"/>
          </p:nvPr>
        </p:nvSpPr>
        <p:spPr>
          <a:xfrm>
            <a:off x="1221317" y="1828800"/>
            <a:ext cx="5128683"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553200" y="1828800"/>
            <a:ext cx="51308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a:xfrm>
            <a:off x="9213851" y="6400800"/>
            <a:ext cx="2470149" cy="304800"/>
          </a:xfrm>
        </p:spPr>
        <p:txBody>
          <a:bodyPr/>
          <a:lstStyle>
            <a:lvl1pPr>
              <a:defRPr/>
            </a:lvl1pPr>
          </a:lstStyle>
          <a:p>
            <a:fld id="{FA96F1A3-E2CA-49DD-8F54-D8B4222BAA13}" type="slidenum">
              <a:rPr lang="de-DE"/>
              <a:pPr/>
              <a:t>‹#›</a:t>
            </a:fld>
            <a:endParaRPr lang="de-DE"/>
          </a:p>
        </p:txBody>
      </p:sp>
    </p:spTree>
    <p:extLst>
      <p:ext uri="{BB962C8B-B14F-4D97-AF65-F5344CB8AC3E}">
        <p14:creationId xmlns:p14="http://schemas.microsoft.com/office/powerpoint/2010/main" val="780486397"/>
      </p:ext>
    </p:extLst>
  </p:cSld>
  <p:clrMapOvr>
    <a:masterClrMapping/>
  </p:clrMapOvr>
  <p:transition>
    <p:strips dir="rd"/>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221317" y="609600"/>
            <a:ext cx="10462683" cy="1143000"/>
          </a:xfrm>
        </p:spPr>
        <p:txBody>
          <a:bodyPr/>
          <a:lstStyle/>
          <a:p>
            <a:r>
              <a:rPr lang="en-US"/>
              <a:t>Click to edit Master title style</a:t>
            </a:r>
          </a:p>
        </p:txBody>
      </p:sp>
      <p:sp>
        <p:nvSpPr>
          <p:cNvPr id="3" name="Text Placeholder 2"/>
          <p:cNvSpPr>
            <a:spLocks noGrp="1"/>
          </p:cNvSpPr>
          <p:nvPr>
            <p:ph type="body" sz="half" idx="1"/>
          </p:nvPr>
        </p:nvSpPr>
        <p:spPr>
          <a:xfrm>
            <a:off x="1221317" y="1828800"/>
            <a:ext cx="5128683"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553200" y="1828800"/>
            <a:ext cx="51308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553200" y="3962400"/>
            <a:ext cx="51308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0"/>
          </p:nvPr>
        </p:nvSpPr>
        <p:spPr>
          <a:xfrm>
            <a:off x="9213851" y="6400800"/>
            <a:ext cx="2470149" cy="304800"/>
          </a:xfrm>
        </p:spPr>
        <p:txBody>
          <a:bodyPr/>
          <a:lstStyle>
            <a:lvl1pPr>
              <a:defRPr/>
            </a:lvl1pPr>
          </a:lstStyle>
          <a:p>
            <a:fld id="{5759FC22-E588-4DDF-B456-5FCF9EF19D72}" type="slidenum">
              <a:rPr lang="de-DE"/>
              <a:pPr/>
              <a:t>‹#›</a:t>
            </a:fld>
            <a:endParaRPr lang="de-DE"/>
          </a:p>
        </p:txBody>
      </p:sp>
    </p:spTree>
    <p:extLst>
      <p:ext uri="{BB962C8B-B14F-4D97-AF65-F5344CB8AC3E}">
        <p14:creationId xmlns:p14="http://schemas.microsoft.com/office/powerpoint/2010/main" val="2695705311"/>
      </p:ext>
    </p:extLst>
  </p:cSld>
  <p:clrMapOvr>
    <a:masterClrMapping/>
  </p:clrMapOvr>
  <p:transition>
    <p:strips dir="rd"/>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image" Target="../media/image3.pn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microsoft.com/office/2007/relationships/hdphoto" Target="../media/hdphoto1.wdp"/><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363F1E-8931-41AB-91A3-FB95C2F59624}" type="datetime1">
              <a:rPr lang="en-US" smtClean="0"/>
              <a:t>9/10/25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A1DEBACA-E119-4008-A3EA-5D762F0809AF}" type="datetime1">
              <a:rPr lang="en-US" smtClean="0"/>
              <a:t>9/10/25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2412581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9/10/25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3241344208"/>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6" r:id="rId12"/>
    <p:sldLayoutId id="2147483687"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3.xml"/><Relationship Id="rId6" Type="http://schemas.openxmlformats.org/officeDocument/2006/relationships/image" Target="../media/image2.png"/><Relationship Id="rId5" Type="http://schemas.openxmlformats.org/officeDocument/2006/relationships/image" Target="../media/image7.sv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3.xml"/><Relationship Id="rId5" Type="http://schemas.openxmlformats.org/officeDocument/2006/relationships/image" Target="../media/image2.png"/><Relationship Id="rId4" Type="http://schemas.microsoft.com/office/2007/relationships/hdphoto" Target="../media/hdphoto2.wdp"/></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53.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3.xml"/><Relationship Id="rId1" Type="http://schemas.openxmlformats.org/officeDocument/2006/relationships/slideLayout" Target="../slideLayouts/slideLayout2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6.xml.rels><?xml version="1.0" encoding="UTF-8" standalone="yes"?>
<Relationships xmlns="http://schemas.openxmlformats.org/package/2006/relationships"><Relationship Id="rId3" Type="http://schemas.openxmlformats.org/officeDocument/2006/relationships/hyperlink" Target="https://docs.google.com/document/d/1AMutdayj-tITukV-6PDhWBmlV3KSx-UE/edit?usp=sharing&amp;ouid=100369890956669383010&amp;rtpof=true&amp;sd=true" TargetMode="External"/><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5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hyperlink" Target="https://github.com/jam01/SRS-Template/blob/master/template.md" TargetMode="External"/><Relationship Id="rId1" Type="http://schemas.openxmlformats.org/officeDocument/2006/relationships/slideLayout" Target="../slideLayouts/slideLayout13.xml"/><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19.sv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2.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CS411</a:t>
            </a:r>
            <a:r>
              <a:rPr lang="en-US" sz="6100">
                <a:latin typeface="Calibri" panose="020F0502020204030204" pitchFamily="34" charset="0"/>
                <a:cs typeface="Calibri" panose="020F0502020204030204" pitchFamily="34" charset="0"/>
              </a:rPr>
              <a:t>, FALL </a:t>
            </a:r>
            <a:r>
              <a:rPr lang="en-US" sz="6100" dirty="0">
                <a:latin typeface="Calibri" panose="020F0502020204030204" pitchFamily="34" charset="0"/>
                <a:cs typeface="Calibri" panose="020F0502020204030204" pitchFamily="34" charset="0"/>
              </a:rPr>
              <a:t>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Lecture 4: Requirements Documentation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p:txBody>
          <a:bodyPr/>
          <a:lstStyle/>
          <a:p>
            <a:r>
              <a:rPr lang="en-US" dirty="0"/>
              <a:t>Lesson plan</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p:txBody>
          <a:bodyPr/>
          <a:lstStyle/>
          <a:p>
            <a:r>
              <a:rPr lang="en-US" dirty="0"/>
              <a:t>Forms of Representing Requirements.</a:t>
            </a:r>
          </a:p>
          <a:p>
            <a:r>
              <a:rPr lang="en-US" dirty="0"/>
              <a:t>Problems with Requirements.</a:t>
            </a:r>
          </a:p>
          <a:p>
            <a:r>
              <a:rPr lang="en-US" dirty="0"/>
              <a:t>The Requirements Document</a:t>
            </a:r>
          </a:p>
          <a:p>
            <a:r>
              <a:rPr lang="en-US" dirty="0"/>
              <a:t>IEEE 29148 qualities for requirements.</a:t>
            </a:r>
          </a:p>
          <a:p>
            <a:r>
              <a:rPr lang="en-US" dirty="0"/>
              <a:t>Additional Best Practices to represent requirements.</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p:txBody>
          <a:bodyPr/>
          <a:lstStyle/>
          <a:p>
            <a:fld id="{4FAB73BC-B049-4115-A692-8D63A059BFB8}" type="slidenum">
              <a:rPr lang="en-US" smtClean="0"/>
              <a:pPr/>
              <a:t>2</a:t>
            </a:fld>
            <a:endParaRPr lang="en-US" dirty="0"/>
          </a:p>
        </p:txBody>
      </p:sp>
    </p:spTree>
    <p:extLst>
      <p:ext uri="{BB962C8B-B14F-4D97-AF65-F5344CB8AC3E}">
        <p14:creationId xmlns:p14="http://schemas.microsoft.com/office/powerpoint/2010/main" val="3819041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4DA90C30-B990-4CCA-B584-40F864DA3A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54527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9A5C0DF-0872-66B8-FED9-70FCF1F0A349}"/>
              </a:ext>
            </a:extLst>
          </p:cNvPr>
          <p:cNvSpPr>
            <a:spLocks noGrp="1"/>
          </p:cNvSpPr>
          <p:nvPr>
            <p:ph type="title"/>
          </p:nvPr>
        </p:nvSpPr>
        <p:spPr>
          <a:xfrm>
            <a:off x="382280" y="484632"/>
            <a:ext cx="6743844" cy="1609344"/>
          </a:xfrm>
        </p:spPr>
        <p:txBody>
          <a:bodyPr>
            <a:normAutofit/>
          </a:bodyPr>
          <a:lstStyle/>
          <a:p>
            <a:r>
              <a:rPr lang="en-US" sz="4800"/>
              <a:t>How to Write down Requirements?</a:t>
            </a:r>
          </a:p>
        </p:txBody>
      </p:sp>
      <p:sp>
        <p:nvSpPr>
          <p:cNvPr id="3" name="Content Placeholder 2">
            <a:extLst>
              <a:ext uri="{FF2B5EF4-FFF2-40B4-BE49-F238E27FC236}">
                <a16:creationId xmlns:a16="http://schemas.microsoft.com/office/drawing/2014/main" id="{52A5F02C-1154-461D-0391-AD85B0D3E629}"/>
              </a:ext>
            </a:extLst>
          </p:cNvPr>
          <p:cNvSpPr>
            <a:spLocks noGrp="1"/>
          </p:cNvSpPr>
          <p:nvPr>
            <p:ph idx="1"/>
          </p:nvPr>
        </p:nvSpPr>
        <p:spPr>
          <a:xfrm>
            <a:off x="382279" y="2121407"/>
            <a:ext cx="6977891" cy="4516501"/>
          </a:xfrm>
        </p:spPr>
        <p:txBody>
          <a:bodyPr>
            <a:normAutofit fontScale="92500"/>
          </a:bodyPr>
          <a:lstStyle/>
          <a:p>
            <a:r>
              <a:rPr lang="en-US" sz="2500" b="1" i="0" dirty="0">
                <a:effectLst/>
                <a:latin typeface="Lato Extended"/>
              </a:rPr>
              <a:t>The Three Forms of Requirements Representation</a:t>
            </a:r>
            <a:endParaRPr lang="en-US" sz="2500" b="0" i="0" dirty="0">
              <a:effectLst/>
              <a:latin typeface="Lato Extended"/>
            </a:endParaRPr>
          </a:p>
          <a:p>
            <a:pPr algn="just"/>
            <a:r>
              <a:rPr lang="en-US" sz="2500" b="0" i="0" dirty="0">
                <a:effectLst/>
                <a:latin typeface="Lato Extended"/>
              </a:rPr>
              <a:t>Various techniques can be used to describe functionality in any system. Generally, there are three forms of requirements representation</a:t>
            </a:r>
          </a:p>
          <a:p>
            <a:pPr lvl="1" algn="just"/>
            <a:r>
              <a:rPr lang="en-US" sz="2500" b="1" dirty="0">
                <a:solidFill>
                  <a:schemeClr val="accent2"/>
                </a:solidFill>
                <a:latin typeface="Lato Extended"/>
              </a:rPr>
              <a:t>Informal</a:t>
            </a:r>
          </a:p>
          <a:p>
            <a:pPr lvl="1" algn="just"/>
            <a:r>
              <a:rPr lang="en-US" sz="2500" b="1" i="0" dirty="0">
                <a:solidFill>
                  <a:schemeClr val="accent2"/>
                </a:solidFill>
                <a:effectLst/>
                <a:latin typeface="Lato Extended"/>
              </a:rPr>
              <a:t>Semi-Formal</a:t>
            </a:r>
          </a:p>
          <a:p>
            <a:pPr lvl="1" algn="just"/>
            <a:r>
              <a:rPr lang="en-US" sz="2500" b="1" dirty="0">
                <a:solidFill>
                  <a:schemeClr val="accent2"/>
                </a:solidFill>
                <a:latin typeface="Lato Extended"/>
              </a:rPr>
              <a:t>Formal</a:t>
            </a:r>
            <a:endParaRPr lang="en-US" sz="2500" b="1" i="0" dirty="0">
              <a:solidFill>
                <a:schemeClr val="accent2"/>
              </a:solidFill>
              <a:effectLst/>
              <a:latin typeface="Lato Extended"/>
            </a:endParaRPr>
          </a:p>
          <a:p>
            <a:pPr algn="just"/>
            <a:r>
              <a:rPr lang="en-US" sz="2500" b="0" i="0" dirty="0">
                <a:effectLst/>
                <a:latin typeface="Lato Extended"/>
              </a:rPr>
              <a:t>Requirements specifications </a:t>
            </a:r>
            <a:r>
              <a:rPr lang="en-US" sz="2500" dirty="0">
                <a:latin typeface="Lato Extended"/>
              </a:rPr>
              <a:t>may not </a:t>
            </a:r>
            <a:r>
              <a:rPr lang="en-US" sz="2500" b="0" i="0" dirty="0">
                <a:effectLst/>
                <a:latin typeface="Lato Extended"/>
              </a:rPr>
              <a:t>strictly adhere to one or another of these approaches, but usually, they contain elements of at least two of these approaches (informal and one other).</a:t>
            </a:r>
          </a:p>
          <a:p>
            <a:endParaRPr lang="en-US" sz="1800" dirty="0"/>
          </a:p>
        </p:txBody>
      </p:sp>
      <p:pic>
        <p:nvPicPr>
          <p:cNvPr id="8" name="Graphic 7" descr="Flowchart">
            <a:extLst>
              <a:ext uri="{FF2B5EF4-FFF2-40B4-BE49-F238E27FC236}">
                <a16:creationId xmlns:a16="http://schemas.microsoft.com/office/drawing/2014/main" id="{3A0445AA-9C1E-4770-CF89-0620FDD860B0}"/>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203460" y="1595727"/>
            <a:ext cx="3369177" cy="3369177"/>
          </a:xfrm>
          <a:prstGeom prst="rect">
            <a:avLst/>
          </a:prstGeom>
        </p:spPr>
      </p:pic>
      <p:grpSp>
        <p:nvGrpSpPr>
          <p:cNvPr id="13" name="Group 12">
            <a:extLst>
              <a:ext uri="{FF2B5EF4-FFF2-40B4-BE49-F238E27FC236}">
                <a16:creationId xmlns:a16="http://schemas.microsoft.com/office/drawing/2014/main" id="{D060B936-2771-48DC-842C-14EE9318E3E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4" name="Oval 13">
              <a:extLst>
                <a:ext uri="{FF2B5EF4-FFF2-40B4-BE49-F238E27FC236}">
                  <a16:creationId xmlns:a16="http://schemas.microsoft.com/office/drawing/2014/main" id="{DB4EC8B4-4BB2-45C2-A68A-28E36AC10E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6">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5" name="Oval 14">
              <a:extLst>
                <a:ext uri="{FF2B5EF4-FFF2-40B4-BE49-F238E27FC236}">
                  <a16:creationId xmlns:a16="http://schemas.microsoft.com/office/drawing/2014/main" id="{1431D296-F8F1-41C3-A211-E83E243C51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Slide Number Placeholder 3">
            <a:extLst>
              <a:ext uri="{FF2B5EF4-FFF2-40B4-BE49-F238E27FC236}">
                <a16:creationId xmlns:a16="http://schemas.microsoft.com/office/drawing/2014/main" id="{3908A002-0AC4-B9BA-E0D2-F0246C14439C}"/>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3</a:t>
            </a:fld>
            <a:endParaRPr lang="en-US"/>
          </a:p>
        </p:txBody>
      </p:sp>
    </p:spTree>
    <p:extLst>
      <p:ext uri="{BB962C8B-B14F-4D97-AF65-F5344CB8AC3E}">
        <p14:creationId xmlns:p14="http://schemas.microsoft.com/office/powerpoint/2010/main" val="31797513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9E3BA-D248-4BFF-FD8C-A7EE5E7E521C}"/>
              </a:ext>
            </a:extLst>
          </p:cNvPr>
          <p:cNvSpPr>
            <a:spLocks noGrp="1"/>
          </p:cNvSpPr>
          <p:nvPr>
            <p:ph type="title"/>
          </p:nvPr>
        </p:nvSpPr>
        <p:spPr>
          <a:xfrm>
            <a:off x="974360" y="0"/>
            <a:ext cx="10058400" cy="1609344"/>
          </a:xfrm>
        </p:spPr>
        <p:txBody>
          <a:bodyPr/>
          <a:lstStyle/>
          <a:p>
            <a:r>
              <a:rPr lang="en-US" dirty="0"/>
              <a:t>Informal Representation</a:t>
            </a:r>
          </a:p>
        </p:txBody>
      </p:sp>
      <p:sp>
        <p:nvSpPr>
          <p:cNvPr id="3" name="Content Placeholder 2">
            <a:extLst>
              <a:ext uri="{FF2B5EF4-FFF2-40B4-BE49-F238E27FC236}">
                <a16:creationId xmlns:a16="http://schemas.microsoft.com/office/drawing/2014/main" id="{18608C1E-D17B-D1C1-39A9-4AB4F345C30A}"/>
              </a:ext>
            </a:extLst>
          </p:cNvPr>
          <p:cNvSpPr>
            <a:spLocks noGrp="1"/>
          </p:cNvSpPr>
          <p:nvPr>
            <p:ph idx="1"/>
          </p:nvPr>
        </p:nvSpPr>
        <p:spPr>
          <a:xfrm>
            <a:off x="299803" y="1609344"/>
            <a:ext cx="11407515" cy="4562856"/>
          </a:xfrm>
        </p:spPr>
        <p:txBody>
          <a:bodyPr>
            <a:noAutofit/>
          </a:bodyPr>
          <a:lstStyle/>
          <a:p>
            <a:pPr algn="just"/>
            <a:r>
              <a:rPr lang="en-US" sz="2500" b="0" i="0" dirty="0">
                <a:solidFill>
                  <a:srgbClr val="2D3B45"/>
                </a:solidFill>
                <a:effectLst/>
                <a:latin typeface="Times New Roman" panose="02020603050405020304" pitchFamily="18" charset="0"/>
                <a:cs typeface="Times New Roman" panose="02020603050405020304" pitchFamily="18" charset="0"/>
              </a:rPr>
              <a:t>This form includes natural language (i.e., human languages), flowcharts, ad hoc diagrams, etc</a:t>
            </a:r>
            <a:r>
              <a:rPr lang="en-US" sz="2500" dirty="0">
                <a:solidFill>
                  <a:srgbClr val="2D3B45"/>
                </a:solidFill>
                <a:latin typeface="Times New Roman" panose="02020603050405020304" pitchFamily="18" charset="0"/>
                <a:cs typeface="Times New Roman" panose="02020603050405020304" pitchFamily="18" charset="0"/>
              </a:rPr>
              <a:t>.</a:t>
            </a:r>
          </a:p>
          <a:p>
            <a:pPr algn="just"/>
            <a:r>
              <a:rPr lang="en-US" sz="2500" b="0" i="0" dirty="0">
                <a:solidFill>
                  <a:srgbClr val="2D3B45"/>
                </a:solidFill>
                <a:effectLst/>
                <a:latin typeface="Times New Roman" panose="02020603050405020304" pitchFamily="18" charset="0"/>
                <a:cs typeface="Times New Roman" panose="02020603050405020304" pitchFamily="18" charset="0"/>
              </a:rPr>
              <a:t> Natural language is in fact the most common form of requirements for projects in the industry. </a:t>
            </a:r>
          </a:p>
          <a:p>
            <a:pPr algn="just"/>
            <a:r>
              <a:rPr lang="en-US" sz="2500" b="0" i="0" dirty="0">
                <a:solidFill>
                  <a:srgbClr val="2D3B45"/>
                </a:solidFill>
                <a:effectLst/>
                <a:latin typeface="Times New Roman" panose="02020603050405020304" pitchFamily="18" charset="0"/>
                <a:cs typeface="Times New Roman" panose="02020603050405020304" pitchFamily="18" charset="0"/>
              </a:rPr>
              <a:t>In a recent survey by Kassab and Laplante , it was found that 69% of projects reported that requirements were expressed in terms of natural language, that is, informally.</a:t>
            </a:r>
          </a:p>
          <a:p>
            <a:pPr algn="just"/>
            <a:r>
              <a:rPr lang="en-US" sz="2500" b="0" i="0" dirty="0">
                <a:solidFill>
                  <a:srgbClr val="2D3B45"/>
                </a:solidFill>
                <a:effectLst/>
                <a:latin typeface="Times New Roman" panose="02020603050405020304" pitchFamily="18" charset="0"/>
                <a:cs typeface="Times New Roman" panose="02020603050405020304" pitchFamily="18" charset="0"/>
              </a:rPr>
              <a:t>There are different ways to express requirements in natural languages.  For example:</a:t>
            </a:r>
          </a:p>
          <a:p>
            <a:pPr lvl="1" algn="just"/>
            <a:r>
              <a:rPr lang="en-US" sz="2500" dirty="0">
                <a:solidFill>
                  <a:schemeClr val="accent2"/>
                </a:solidFill>
                <a:latin typeface="Times New Roman" panose="02020603050405020304" pitchFamily="18" charset="0"/>
                <a:cs typeface="Times New Roman" panose="02020603050405020304" pitchFamily="18" charset="0"/>
              </a:rPr>
              <a:t>Shall Statement</a:t>
            </a:r>
          </a:p>
          <a:p>
            <a:pPr lvl="1" algn="just"/>
            <a:r>
              <a:rPr lang="en-US" sz="2500" dirty="0">
                <a:solidFill>
                  <a:schemeClr val="accent2"/>
                </a:solidFill>
                <a:latin typeface="Times New Roman" panose="02020603050405020304" pitchFamily="18" charset="0"/>
                <a:cs typeface="Times New Roman" panose="02020603050405020304" pitchFamily="18" charset="0"/>
              </a:rPr>
              <a:t>Use Cases</a:t>
            </a:r>
          </a:p>
          <a:p>
            <a:pPr lvl="1" algn="just"/>
            <a:r>
              <a:rPr lang="en-US" sz="2500" dirty="0">
                <a:solidFill>
                  <a:schemeClr val="accent2"/>
                </a:solidFill>
                <a:latin typeface="Times New Roman" panose="02020603050405020304" pitchFamily="18" charset="0"/>
                <a:cs typeface="Times New Roman" panose="02020603050405020304" pitchFamily="18" charset="0"/>
              </a:rPr>
              <a:t>User Stories</a:t>
            </a:r>
          </a:p>
          <a:p>
            <a:pPr lvl="1" algn="just"/>
            <a:r>
              <a:rPr lang="en-US" sz="2500" dirty="0">
                <a:solidFill>
                  <a:schemeClr val="accent2"/>
                </a:solidFill>
                <a:latin typeface="Times New Roman" panose="02020603050405020304" pitchFamily="18" charset="0"/>
                <a:cs typeface="Times New Roman" panose="02020603050405020304" pitchFamily="18" charset="0"/>
              </a:rPr>
              <a:t>Quality Scenarios</a:t>
            </a:r>
          </a:p>
        </p:txBody>
      </p:sp>
      <p:sp>
        <p:nvSpPr>
          <p:cNvPr id="4" name="Slide Number Placeholder 3">
            <a:extLst>
              <a:ext uri="{FF2B5EF4-FFF2-40B4-BE49-F238E27FC236}">
                <a16:creationId xmlns:a16="http://schemas.microsoft.com/office/drawing/2014/main" id="{BC5A3544-2323-5A77-4831-88F58C3F1599}"/>
              </a:ext>
            </a:extLst>
          </p:cNvPr>
          <p:cNvSpPr>
            <a:spLocks noGrp="1"/>
          </p:cNvSpPr>
          <p:nvPr>
            <p:ph type="sldNum" sz="quarter" idx="12"/>
          </p:nvPr>
        </p:nvSpPr>
        <p:spPr/>
        <p:txBody>
          <a:bodyPr/>
          <a:lstStyle/>
          <a:p>
            <a:fld id="{4FAB73BC-B049-4115-A692-8D63A059BFB8}" type="slidenum">
              <a:rPr lang="en-US" smtClean="0"/>
              <a:pPr/>
              <a:t>4</a:t>
            </a:fld>
            <a:endParaRPr lang="en-US" dirty="0"/>
          </a:p>
        </p:txBody>
      </p:sp>
    </p:spTree>
    <p:extLst>
      <p:ext uri="{BB962C8B-B14F-4D97-AF65-F5344CB8AC3E}">
        <p14:creationId xmlns:p14="http://schemas.microsoft.com/office/powerpoint/2010/main" val="40982618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0AE99A-8932-78CA-2AC0-851BD487D67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E7C732D-8C60-7869-084C-9AB84AEF11FA}"/>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D51545B5-8481-2519-107B-EECAB5EA5537}"/>
              </a:ext>
            </a:extLst>
          </p:cNvPr>
          <p:cNvSpPr>
            <a:spLocks noGrp="1"/>
          </p:cNvSpPr>
          <p:nvPr>
            <p:ph type="sldNum" sz="quarter" idx="12"/>
          </p:nvPr>
        </p:nvSpPr>
        <p:spPr/>
        <p:txBody>
          <a:bodyPr/>
          <a:lstStyle/>
          <a:p>
            <a:fld id="{4FAB73BC-B049-4115-A692-8D63A059BFB8}" type="slidenum">
              <a:rPr lang="en-US" smtClean="0"/>
              <a:pPr/>
              <a:t>5</a:t>
            </a:fld>
            <a:endParaRPr lang="en-US" dirty="0"/>
          </a:p>
        </p:txBody>
      </p:sp>
      <p:pic>
        <p:nvPicPr>
          <p:cNvPr id="6" name="Picture 5">
            <a:extLst>
              <a:ext uri="{FF2B5EF4-FFF2-40B4-BE49-F238E27FC236}">
                <a16:creationId xmlns:a16="http://schemas.microsoft.com/office/drawing/2014/main" id="{B6BD979F-47D9-63E2-04EE-B2AE23E6E47E}"/>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6387725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6767F-AC4E-7137-B1C5-6D2C0C9C4A19}"/>
              </a:ext>
            </a:extLst>
          </p:cNvPr>
          <p:cNvSpPr>
            <a:spLocks noGrp="1"/>
          </p:cNvSpPr>
          <p:nvPr>
            <p:ph type="title"/>
          </p:nvPr>
        </p:nvSpPr>
        <p:spPr>
          <a:xfrm>
            <a:off x="305349" y="59844"/>
            <a:ext cx="10058400" cy="1609344"/>
          </a:xfrm>
        </p:spPr>
        <p:txBody>
          <a:bodyPr/>
          <a:lstStyle/>
          <a:p>
            <a:r>
              <a:rPr lang="en-US" dirty="0"/>
              <a:t>Shall Statements</a:t>
            </a:r>
          </a:p>
        </p:txBody>
      </p:sp>
      <p:sp>
        <p:nvSpPr>
          <p:cNvPr id="3" name="Content Placeholder 2">
            <a:extLst>
              <a:ext uri="{FF2B5EF4-FFF2-40B4-BE49-F238E27FC236}">
                <a16:creationId xmlns:a16="http://schemas.microsoft.com/office/drawing/2014/main" id="{EFACF10A-E86A-183C-E08D-703F76354D8A}"/>
              </a:ext>
            </a:extLst>
          </p:cNvPr>
          <p:cNvSpPr>
            <a:spLocks noGrp="1"/>
          </p:cNvSpPr>
          <p:nvPr>
            <p:ph idx="1"/>
          </p:nvPr>
        </p:nvSpPr>
        <p:spPr>
          <a:xfrm>
            <a:off x="134910" y="1274164"/>
            <a:ext cx="11816297" cy="5363745"/>
          </a:xfrm>
        </p:spPr>
        <p:txBody>
          <a:bodyPr>
            <a:normAutofit/>
          </a:bodyPr>
          <a:lstStyle/>
          <a:p>
            <a:pPr algn="just"/>
            <a:r>
              <a:rPr lang="en-US" sz="3000" b="0" i="0" dirty="0">
                <a:solidFill>
                  <a:srgbClr val="236FA1"/>
                </a:solidFill>
                <a:effectLst/>
                <a:latin typeface="Lato Extended"/>
              </a:rPr>
              <a:t> </a:t>
            </a:r>
            <a:r>
              <a:rPr lang="en-US" b="1" dirty="0"/>
              <a:t>IEEE 830</a:t>
            </a:r>
            <a:r>
              <a:rPr lang="en-US" dirty="0"/>
              <a:t>, </a:t>
            </a:r>
            <a:r>
              <a:rPr lang="en-US" b="1" dirty="0"/>
              <a:t>ISO/IEC/IEEE 29148</a:t>
            </a:r>
            <a:r>
              <a:rPr lang="en-US" dirty="0"/>
              <a:t>, and common industry practice distinguish verbs as follows:</a:t>
            </a:r>
          </a:p>
          <a:p>
            <a:pPr lvl="1" algn="just"/>
            <a:r>
              <a:rPr lang="en-US" dirty="0"/>
              <a:t>Shall or Must:  A binding mandatory requirement</a:t>
            </a:r>
          </a:p>
          <a:p>
            <a:pPr lvl="1" algn="just"/>
            <a:r>
              <a:rPr lang="en-US" dirty="0"/>
              <a:t>Should: A desirable or recommended but not mandatory requirement</a:t>
            </a:r>
          </a:p>
          <a:p>
            <a:pPr lvl="1" algn="just"/>
            <a:r>
              <a:rPr lang="en-US" dirty="0"/>
              <a:t>May: A permission or option but neither a recommendation or obligation</a:t>
            </a:r>
          </a:p>
          <a:p>
            <a:pPr lvl="1" algn="just"/>
            <a:r>
              <a:rPr lang="en-US" dirty="0"/>
              <a:t>Other verbs are avoided (more on that later)</a:t>
            </a:r>
          </a:p>
          <a:p>
            <a:pPr algn="just"/>
            <a:endParaRPr lang="en-US" dirty="0"/>
          </a:p>
        </p:txBody>
      </p:sp>
      <p:sp>
        <p:nvSpPr>
          <p:cNvPr id="4" name="Slide Number Placeholder 3">
            <a:extLst>
              <a:ext uri="{FF2B5EF4-FFF2-40B4-BE49-F238E27FC236}">
                <a16:creationId xmlns:a16="http://schemas.microsoft.com/office/drawing/2014/main" id="{26F77D22-861F-287A-1700-63F4D71238A2}"/>
              </a:ext>
            </a:extLst>
          </p:cNvPr>
          <p:cNvSpPr>
            <a:spLocks noGrp="1"/>
          </p:cNvSpPr>
          <p:nvPr>
            <p:ph type="sldNum" sz="quarter" idx="12"/>
          </p:nvPr>
        </p:nvSpPr>
        <p:spPr/>
        <p:txBody>
          <a:bodyPr/>
          <a:lstStyle/>
          <a:p>
            <a:fld id="{4FAB73BC-B049-4115-A692-8D63A059BFB8}" type="slidenum">
              <a:rPr lang="en-US" smtClean="0"/>
              <a:pPr/>
              <a:t>6</a:t>
            </a:fld>
            <a:endParaRPr lang="en-US" dirty="0"/>
          </a:p>
        </p:txBody>
      </p:sp>
    </p:spTree>
    <p:extLst>
      <p:ext uri="{BB962C8B-B14F-4D97-AF65-F5344CB8AC3E}">
        <p14:creationId xmlns:p14="http://schemas.microsoft.com/office/powerpoint/2010/main" val="35761882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84722-6EAA-421A-6C50-E0B184E46F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EBB17B-08EA-C797-250E-0FB3F5E2DC03}"/>
              </a:ext>
            </a:extLst>
          </p:cNvPr>
          <p:cNvSpPr>
            <a:spLocks noGrp="1"/>
          </p:cNvSpPr>
          <p:nvPr>
            <p:ph type="title"/>
          </p:nvPr>
        </p:nvSpPr>
        <p:spPr>
          <a:xfrm>
            <a:off x="305349" y="59844"/>
            <a:ext cx="10058400" cy="1609344"/>
          </a:xfrm>
        </p:spPr>
        <p:txBody>
          <a:bodyPr/>
          <a:lstStyle/>
          <a:p>
            <a:r>
              <a:rPr lang="en-US" dirty="0"/>
              <a:t>Use Cases</a:t>
            </a:r>
          </a:p>
        </p:txBody>
      </p:sp>
      <p:sp>
        <p:nvSpPr>
          <p:cNvPr id="3" name="Content Placeholder 2">
            <a:extLst>
              <a:ext uri="{FF2B5EF4-FFF2-40B4-BE49-F238E27FC236}">
                <a16:creationId xmlns:a16="http://schemas.microsoft.com/office/drawing/2014/main" id="{A3A9CF54-D905-51E5-C48E-4D0CF0DD172C}"/>
              </a:ext>
            </a:extLst>
          </p:cNvPr>
          <p:cNvSpPr>
            <a:spLocks noGrp="1"/>
          </p:cNvSpPr>
          <p:nvPr>
            <p:ph idx="1"/>
          </p:nvPr>
        </p:nvSpPr>
        <p:spPr>
          <a:xfrm>
            <a:off x="134910" y="1274164"/>
            <a:ext cx="11816297" cy="5363745"/>
          </a:xfrm>
        </p:spPr>
        <p:txBody>
          <a:bodyPr>
            <a:normAutofit fontScale="92500"/>
          </a:bodyPr>
          <a:lstStyle/>
          <a:p>
            <a:pPr algn="just"/>
            <a:r>
              <a:rPr lang="en-US" sz="3000" b="0" i="0" dirty="0">
                <a:solidFill>
                  <a:srgbClr val="236FA1"/>
                </a:solidFill>
                <a:effectLst/>
                <a:latin typeface="Lato Extended"/>
              </a:rPr>
              <a:t> </a:t>
            </a:r>
            <a:r>
              <a:rPr lang="en-US" sz="3000" b="0" i="0" dirty="0">
                <a:solidFill>
                  <a:srgbClr val="2D3B45"/>
                </a:solidFill>
                <a:effectLst/>
                <a:latin typeface="Lato Extended"/>
              </a:rPr>
              <a:t>A use case is a group of related scenarios that provide value to the user of a system where a scenario is one of many paths within a use case.</a:t>
            </a:r>
          </a:p>
          <a:p>
            <a:pPr marL="0" indent="0" algn="just">
              <a:buNone/>
            </a:pPr>
            <a:endParaRPr lang="en-US" sz="3000" b="0" i="0" dirty="0">
              <a:solidFill>
                <a:srgbClr val="2D3B45"/>
              </a:solidFill>
              <a:effectLst/>
              <a:latin typeface="Lato Extended"/>
            </a:endParaRPr>
          </a:p>
          <a:p>
            <a:pPr algn="just"/>
            <a:r>
              <a:rPr lang="en-US" sz="3000" b="0" i="0" dirty="0">
                <a:solidFill>
                  <a:srgbClr val="2D3B45"/>
                </a:solidFill>
                <a:effectLst/>
                <a:latin typeface="Lato Extended"/>
              </a:rPr>
              <a:t>Use cases of the system can be visualized through the UML Use Case diagram. UML diagrams are considered a semi-formal notation.</a:t>
            </a:r>
          </a:p>
          <a:p>
            <a:pPr marL="0" indent="0" algn="just">
              <a:buNone/>
            </a:pPr>
            <a:endParaRPr lang="en-US" sz="3000" b="0" i="0" dirty="0">
              <a:solidFill>
                <a:srgbClr val="2D3B45"/>
              </a:solidFill>
              <a:effectLst/>
              <a:latin typeface="Lato Extended"/>
            </a:endParaRPr>
          </a:p>
          <a:p>
            <a:pPr algn="just"/>
            <a:r>
              <a:rPr lang="en-US" sz="3000" b="0" i="0" dirty="0">
                <a:solidFill>
                  <a:srgbClr val="2D3B45"/>
                </a:solidFill>
                <a:effectLst/>
                <a:latin typeface="Lato Extended"/>
              </a:rPr>
              <a:t>We will discuss more the use cases later in the lecture. </a:t>
            </a:r>
          </a:p>
          <a:p>
            <a:pPr algn="just"/>
            <a:endParaRPr lang="en-US" sz="3000" b="0" i="0" dirty="0">
              <a:solidFill>
                <a:srgbClr val="2D3B45"/>
              </a:solidFill>
              <a:effectLst/>
              <a:latin typeface="Lato Extended"/>
            </a:endParaRPr>
          </a:p>
          <a:p>
            <a:pPr algn="just"/>
            <a:r>
              <a:rPr lang="en-US" sz="3000" b="0" i="0" dirty="0">
                <a:solidFill>
                  <a:srgbClr val="2D3B45"/>
                </a:solidFill>
                <a:effectLst/>
                <a:latin typeface="Lato Extended"/>
              </a:rPr>
              <a:t>The following slide shows  an example of a use case that describes how users would interact with a smart home system</a:t>
            </a:r>
            <a:r>
              <a:rPr lang="en-US" sz="3000" dirty="0">
                <a:solidFill>
                  <a:srgbClr val="2D3B45"/>
                </a:solidFill>
                <a:latin typeface="Lato Extended"/>
              </a:rPr>
              <a:t>.</a:t>
            </a:r>
            <a:endParaRPr lang="en-US" sz="3000" b="0" i="0" dirty="0">
              <a:solidFill>
                <a:srgbClr val="2D3B45"/>
              </a:solidFill>
              <a:effectLst/>
              <a:latin typeface="Lato Extended"/>
            </a:endParaRPr>
          </a:p>
          <a:p>
            <a:endParaRPr lang="en-US" dirty="0"/>
          </a:p>
        </p:txBody>
      </p:sp>
      <p:sp>
        <p:nvSpPr>
          <p:cNvPr id="4" name="Slide Number Placeholder 3">
            <a:extLst>
              <a:ext uri="{FF2B5EF4-FFF2-40B4-BE49-F238E27FC236}">
                <a16:creationId xmlns:a16="http://schemas.microsoft.com/office/drawing/2014/main" id="{6D0B3720-F6F2-9CB8-CDCA-10640EA0DC48}"/>
              </a:ext>
            </a:extLst>
          </p:cNvPr>
          <p:cNvSpPr>
            <a:spLocks noGrp="1"/>
          </p:cNvSpPr>
          <p:nvPr>
            <p:ph type="sldNum" sz="quarter" idx="12"/>
          </p:nvPr>
        </p:nvSpPr>
        <p:spPr/>
        <p:txBody>
          <a:bodyPr/>
          <a:lstStyle/>
          <a:p>
            <a:fld id="{4FAB73BC-B049-4115-A692-8D63A059BFB8}" type="slidenum">
              <a:rPr lang="en-US" smtClean="0"/>
              <a:pPr/>
              <a:t>7</a:t>
            </a:fld>
            <a:endParaRPr lang="en-US" dirty="0"/>
          </a:p>
        </p:txBody>
      </p:sp>
    </p:spTree>
    <p:extLst>
      <p:ext uri="{BB962C8B-B14F-4D97-AF65-F5344CB8AC3E}">
        <p14:creationId xmlns:p14="http://schemas.microsoft.com/office/powerpoint/2010/main" val="3198055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99B928-6803-4979-0C7D-9742B1B55224}"/>
              </a:ext>
            </a:extLst>
          </p:cNvPr>
          <p:cNvSpPr>
            <a:spLocks noGrp="1"/>
          </p:cNvSpPr>
          <p:nvPr>
            <p:ph type="title"/>
          </p:nvPr>
        </p:nvSpPr>
        <p:spPr>
          <a:xfrm>
            <a:off x="859985" y="37775"/>
            <a:ext cx="10058400" cy="1609344"/>
          </a:xfrm>
        </p:spPr>
        <p:txBody>
          <a:bodyPr/>
          <a:lstStyle/>
          <a:p>
            <a:r>
              <a:rPr lang="en-US" dirty="0"/>
              <a:t>A Use Case Example</a:t>
            </a:r>
          </a:p>
        </p:txBody>
      </p:sp>
      <p:sp>
        <p:nvSpPr>
          <p:cNvPr id="3" name="Content Placeholder 2">
            <a:extLst>
              <a:ext uri="{FF2B5EF4-FFF2-40B4-BE49-F238E27FC236}">
                <a16:creationId xmlns:a16="http://schemas.microsoft.com/office/drawing/2014/main" id="{C40A4583-DD58-8B2F-722A-3A1AF9CFD1B2}"/>
              </a:ext>
            </a:extLst>
          </p:cNvPr>
          <p:cNvSpPr>
            <a:spLocks noGrp="1"/>
          </p:cNvSpPr>
          <p:nvPr>
            <p:ph idx="1"/>
          </p:nvPr>
        </p:nvSpPr>
        <p:spPr>
          <a:xfrm>
            <a:off x="449705" y="1528997"/>
            <a:ext cx="11362543" cy="5329003"/>
          </a:xfrm>
        </p:spPr>
        <p:txBody>
          <a:bodyPr>
            <a:normAutofit fontScale="70000" lnSpcReduction="20000"/>
          </a:bodyPr>
          <a:lstStyle/>
          <a:p>
            <a:pPr algn="just"/>
            <a:r>
              <a:rPr lang="en-US" b="1" i="0" dirty="0">
                <a:solidFill>
                  <a:srgbClr val="236FA1"/>
                </a:solidFill>
                <a:effectLst/>
                <a:latin typeface="Lato Extended"/>
              </a:rPr>
              <a:t>Primary Base Use Case</a:t>
            </a:r>
            <a:r>
              <a:rPr lang="en-US" b="0" i="0" dirty="0">
                <a:solidFill>
                  <a:srgbClr val="236FA1"/>
                </a:solidFill>
                <a:effectLst/>
                <a:latin typeface="Lato Extended"/>
              </a:rPr>
              <a:t>:</a:t>
            </a:r>
            <a:r>
              <a:rPr lang="en-US" b="0" i="0" dirty="0">
                <a:solidFill>
                  <a:srgbClr val="2D3B45"/>
                </a:solidFill>
                <a:effectLst/>
                <a:latin typeface="Lato Extended"/>
              </a:rPr>
              <a:t> Controlling home temperature.</a:t>
            </a:r>
          </a:p>
          <a:p>
            <a:pPr algn="just"/>
            <a:r>
              <a:rPr lang="en-US" b="1" i="0" dirty="0">
                <a:solidFill>
                  <a:srgbClr val="236FA1"/>
                </a:solidFill>
                <a:effectLst/>
                <a:latin typeface="Lato Extended"/>
              </a:rPr>
              <a:t>Precondition</a:t>
            </a:r>
            <a:r>
              <a:rPr lang="en-US" b="0" i="0" dirty="0">
                <a:solidFill>
                  <a:srgbClr val="236FA1"/>
                </a:solidFill>
                <a:effectLst/>
                <a:latin typeface="Lato Extended"/>
              </a:rPr>
              <a:t>: </a:t>
            </a:r>
            <a:r>
              <a:rPr lang="en-US" b="0" i="0" dirty="0">
                <a:solidFill>
                  <a:srgbClr val="2D3B45"/>
                </a:solidFill>
                <a:effectLst/>
                <a:latin typeface="Lato Extended"/>
              </a:rPr>
              <a:t> A user has a number of smart sensors and actuators installed in their home.</a:t>
            </a:r>
          </a:p>
          <a:p>
            <a:pPr algn="just"/>
            <a:r>
              <a:rPr lang="en-US" b="1" i="0" dirty="0">
                <a:solidFill>
                  <a:srgbClr val="236FA1"/>
                </a:solidFill>
                <a:effectLst/>
                <a:latin typeface="Lato Extended"/>
              </a:rPr>
              <a:t>Main Success Scenario</a:t>
            </a:r>
            <a:r>
              <a:rPr lang="en-US" b="0" i="0" dirty="0">
                <a:solidFill>
                  <a:srgbClr val="236FA1"/>
                </a:solidFill>
                <a:effectLst/>
                <a:latin typeface="Lato Extended"/>
              </a:rPr>
              <a:t>: </a:t>
            </a:r>
            <a:endParaRPr lang="en-US" b="0" i="0" dirty="0">
              <a:solidFill>
                <a:srgbClr val="2D3B45"/>
              </a:solidFill>
              <a:effectLst/>
              <a:latin typeface="Lato Extended"/>
            </a:endParaRPr>
          </a:p>
          <a:p>
            <a:pPr marL="1143000" lvl="2" indent="-228600" algn="just">
              <a:buFont typeface="Arial" panose="020B0604020202020204" pitchFamily="34" charset="0"/>
              <a:buChar char="•"/>
            </a:pPr>
            <a:r>
              <a:rPr lang="en-US" sz="3600" b="0" i="0" dirty="0">
                <a:solidFill>
                  <a:srgbClr val="2D3B45"/>
                </a:solidFill>
                <a:effectLst/>
                <a:latin typeface="Lato Extended"/>
              </a:rPr>
              <a:t>A user with a cell phone wants to know the temperature in their home.</a:t>
            </a:r>
          </a:p>
          <a:p>
            <a:pPr marL="1143000" lvl="2" indent="-228600" algn="just">
              <a:buFont typeface="Arial" panose="020B0604020202020204" pitchFamily="34" charset="0"/>
              <a:buChar char="•"/>
            </a:pPr>
            <a:r>
              <a:rPr lang="en-US" sz="3600" b="0" i="0" dirty="0">
                <a:solidFill>
                  <a:srgbClr val="2D3B45"/>
                </a:solidFill>
                <a:effectLst/>
                <a:latin typeface="Lato Extended"/>
              </a:rPr>
              <a:t>They connect to the cloud to query their home sensors.</a:t>
            </a:r>
          </a:p>
          <a:p>
            <a:pPr marL="1143000" lvl="2" indent="-228600" algn="just">
              <a:buFont typeface="Arial" panose="020B0604020202020204" pitchFamily="34" charset="0"/>
              <a:buChar char="•"/>
            </a:pPr>
            <a:r>
              <a:rPr lang="en-US" sz="3600" b="0" i="0" dirty="0">
                <a:solidFill>
                  <a:srgbClr val="2D3B45"/>
                </a:solidFill>
                <a:effectLst/>
                <a:latin typeface="Lato Extended"/>
              </a:rPr>
              <a:t>After verifying their identity, the system presents a set of options based upon the sensor/actuator package installed in their home.</a:t>
            </a:r>
          </a:p>
          <a:p>
            <a:pPr marL="1143000" lvl="2" indent="-228600" algn="just">
              <a:buFont typeface="Arial" panose="020B0604020202020204" pitchFamily="34" charset="0"/>
              <a:buChar char="•"/>
            </a:pPr>
            <a:r>
              <a:rPr lang="en-US" sz="3600" b="0" i="0" dirty="0">
                <a:solidFill>
                  <a:srgbClr val="2D3B45"/>
                </a:solidFill>
                <a:effectLst/>
                <a:latin typeface="Lato Extended"/>
              </a:rPr>
              <a:t>The user selects the temperature option and received the temperature of their home from the cloud.</a:t>
            </a:r>
          </a:p>
          <a:p>
            <a:pPr marL="1143000" lvl="2" indent="-228600" algn="just">
              <a:buFont typeface="Arial" panose="020B0604020202020204" pitchFamily="34" charset="0"/>
              <a:buChar char="•"/>
            </a:pPr>
            <a:r>
              <a:rPr lang="en-US" sz="3600" b="0" i="0" dirty="0">
                <a:solidFill>
                  <a:srgbClr val="2D3B45"/>
                </a:solidFill>
                <a:effectLst/>
                <a:latin typeface="Lato Extended"/>
              </a:rPr>
              <a:t>The user decides that they would like to cool the home prior to his arrival.</a:t>
            </a:r>
          </a:p>
          <a:p>
            <a:pPr marL="1143000" lvl="2" indent="-228600" algn="just">
              <a:buFont typeface="Arial" panose="020B0604020202020204" pitchFamily="34" charset="0"/>
              <a:buChar char="•"/>
            </a:pPr>
            <a:r>
              <a:rPr lang="en-US" sz="3600" b="0" i="0" dirty="0">
                <a:solidFill>
                  <a:srgbClr val="2D3B45"/>
                </a:solidFill>
                <a:effectLst/>
                <a:latin typeface="Lato Extended"/>
              </a:rPr>
              <a:t>The user sends a command to the home via the cloud to turn on the air conditioner along with a specified set temperature.</a:t>
            </a:r>
          </a:p>
          <a:p>
            <a:endParaRPr lang="en-US" dirty="0"/>
          </a:p>
        </p:txBody>
      </p:sp>
      <p:sp>
        <p:nvSpPr>
          <p:cNvPr id="4" name="Slide Number Placeholder 3">
            <a:extLst>
              <a:ext uri="{FF2B5EF4-FFF2-40B4-BE49-F238E27FC236}">
                <a16:creationId xmlns:a16="http://schemas.microsoft.com/office/drawing/2014/main" id="{BCFED8EC-83BE-47AD-44AA-D7DF8C9914CB}"/>
              </a:ext>
            </a:extLst>
          </p:cNvPr>
          <p:cNvSpPr>
            <a:spLocks noGrp="1"/>
          </p:cNvSpPr>
          <p:nvPr>
            <p:ph type="sldNum" sz="quarter" idx="12"/>
          </p:nvPr>
        </p:nvSpPr>
        <p:spPr/>
        <p:txBody>
          <a:bodyPr/>
          <a:lstStyle/>
          <a:p>
            <a:fld id="{4FAB73BC-B049-4115-A692-8D63A059BFB8}" type="slidenum">
              <a:rPr lang="en-US" smtClean="0"/>
              <a:pPr/>
              <a:t>8</a:t>
            </a:fld>
            <a:endParaRPr lang="en-US" dirty="0"/>
          </a:p>
        </p:txBody>
      </p:sp>
    </p:spTree>
    <p:extLst>
      <p:ext uri="{BB962C8B-B14F-4D97-AF65-F5344CB8AC3E}">
        <p14:creationId xmlns:p14="http://schemas.microsoft.com/office/powerpoint/2010/main" val="14756560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295A6-7874-1018-1A9C-3AFC0170913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64C517F-32C4-8664-ED11-09475814C0DC}"/>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29139765-2B30-75FA-37E7-50F99C438D32}"/>
              </a:ext>
            </a:extLst>
          </p:cNvPr>
          <p:cNvSpPr>
            <a:spLocks noGrp="1"/>
          </p:cNvSpPr>
          <p:nvPr>
            <p:ph type="sldNum" sz="quarter" idx="12"/>
          </p:nvPr>
        </p:nvSpPr>
        <p:spPr/>
        <p:txBody>
          <a:bodyPr/>
          <a:lstStyle/>
          <a:p>
            <a:fld id="{4FAB73BC-B049-4115-A692-8D63A059BFB8}" type="slidenum">
              <a:rPr lang="en-US" smtClean="0"/>
              <a:pPr/>
              <a:t>9</a:t>
            </a:fld>
            <a:endParaRPr lang="en-US" dirty="0"/>
          </a:p>
        </p:txBody>
      </p:sp>
      <p:pic>
        <p:nvPicPr>
          <p:cNvPr id="6" name="Picture 5">
            <a:extLst>
              <a:ext uri="{FF2B5EF4-FFF2-40B4-BE49-F238E27FC236}">
                <a16:creationId xmlns:a16="http://schemas.microsoft.com/office/drawing/2014/main" id="{CF0C28FF-445C-B4BE-809B-74EFC2AB4402}"/>
              </a:ext>
            </a:extLst>
          </p:cNvPr>
          <p:cNvPicPr>
            <a:picLocks noChangeAspect="1"/>
          </p:cNvPicPr>
          <p:nvPr/>
        </p:nvPicPr>
        <p:blipFill>
          <a:blip r:embed="rId2"/>
          <a:stretch>
            <a:fillRect/>
          </a:stretch>
        </p:blipFill>
        <p:spPr>
          <a:xfrm>
            <a:off x="0" y="-220091"/>
            <a:ext cx="12191999" cy="6858000"/>
          </a:xfrm>
          <a:prstGeom prst="rect">
            <a:avLst/>
          </a:prstGeom>
        </p:spPr>
      </p:pic>
    </p:spTree>
    <p:extLst>
      <p:ext uri="{BB962C8B-B14F-4D97-AF65-F5344CB8AC3E}">
        <p14:creationId xmlns:p14="http://schemas.microsoft.com/office/powerpoint/2010/main" val="4808082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A8A677CF-2FBF-34AC-6824-52FB150FD722}"/>
              </a:ext>
            </a:extLst>
          </p:cNvPr>
          <p:cNvSpPr>
            <a:spLocks noGrp="1"/>
          </p:cNvSpPr>
          <p:nvPr>
            <p:ph type="title"/>
          </p:nvPr>
        </p:nvSpPr>
        <p:spPr>
          <a:xfrm>
            <a:off x="1069848" y="484632"/>
            <a:ext cx="10058400" cy="1609344"/>
          </a:xfrm>
        </p:spPr>
        <p:txBody>
          <a:bodyPr>
            <a:normAutofit/>
          </a:bodyPr>
          <a:lstStyle/>
          <a:p>
            <a:r>
              <a:rPr lang="en-US" dirty="0"/>
              <a:t>Semi-Formal</a:t>
            </a:r>
          </a:p>
        </p:txBody>
      </p:sp>
      <p:sp>
        <p:nvSpPr>
          <p:cNvPr id="3" name="Content Placeholder 2">
            <a:extLst>
              <a:ext uri="{FF2B5EF4-FFF2-40B4-BE49-F238E27FC236}">
                <a16:creationId xmlns:a16="http://schemas.microsoft.com/office/drawing/2014/main" id="{D22F50AE-0190-F23E-388C-20F51287E30C}"/>
              </a:ext>
            </a:extLst>
          </p:cNvPr>
          <p:cNvSpPr>
            <a:spLocks noGrp="1"/>
          </p:cNvSpPr>
          <p:nvPr>
            <p:ph idx="1"/>
          </p:nvPr>
        </p:nvSpPr>
        <p:spPr>
          <a:xfrm>
            <a:off x="1069848" y="2320412"/>
            <a:ext cx="10058400" cy="3851787"/>
          </a:xfrm>
        </p:spPr>
        <p:txBody>
          <a:bodyPr>
            <a:noAutofit/>
          </a:bodyPr>
          <a:lstStyle/>
          <a:p>
            <a:pPr algn="just"/>
            <a:r>
              <a:rPr lang="en-US" sz="2500" b="0" i="0" dirty="0">
                <a:effectLst/>
                <a:latin typeface="Lato Extended"/>
              </a:rPr>
              <a:t>This form includes those that, while appearing informal, have at least a partial formal basis. </a:t>
            </a:r>
          </a:p>
          <a:p>
            <a:pPr algn="just"/>
            <a:r>
              <a:rPr lang="en-US" sz="2500" b="0" i="0" dirty="0">
                <a:effectLst/>
                <a:latin typeface="Lato Extended"/>
              </a:rPr>
              <a:t>For example, many of the diagrams in the Unified Modeling Language (UML) or Systems Modeling Language (</a:t>
            </a:r>
            <a:r>
              <a:rPr lang="en-US" sz="2500" b="0" i="0" dirty="0" err="1">
                <a:effectLst/>
                <a:latin typeface="Lato Extended"/>
              </a:rPr>
              <a:t>SysML</a:t>
            </a:r>
            <a:r>
              <a:rPr lang="en-US" sz="2500" b="0" i="0" dirty="0">
                <a:effectLst/>
                <a:latin typeface="Lato Extended"/>
              </a:rPr>
              <a:t>) family of metamodeling languages including the use case diagram are semiformal or can be formalized.</a:t>
            </a:r>
          </a:p>
          <a:p>
            <a:pPr algn="just"/>
            <a:r>
              <a:rPr lang="en-US" sz="2500" b="0" i="0" dirty="0">
                <a:effectLst/>
                <a:latin typeface="Lato Extended"/>
              </a:rPr>
              <a:t>The UML is a set of modeling notations that are used in software and systems engineering requirements specification, design, systems analysis, and more. </a:t>
            </a:r>
          </a:p>
          <a:p>
            <a:pPr algn="just"/>
            <a:r>
              <a:rPr lang="en-US" sz="2500" b="0" i="0" dirty="0">
                <a:effectLst/>
                <a:latin typeface="Lato Extended"/>
              </a:rPr>
              <a:t>In this course, we will introduce a number UML diagrams at different phases of the development.</a:t>
            </a:r>
            <a:endParaRPr lang="en-US" sz="2500"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07FCDE4F-C67A-C1D4-58BA-8D0E777EB7B8}"/>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10</a:t>
            </a:fld>
            <a:endParaRPr lang="en-US"/>
          </a:p>
        </p:txBody>
      </p:sp>
    </p:spTree>
    <p:extLst>
      <p:ext uri="{BB962C8B-B14F-4D97-AF65-F5344CB8AC3E}">
        <p14:creationId xmlns:p14="http://schemas.microsoft.com/office/powerpoint/2010/main" val="38815658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3">
              <a:alphaModFix amt="8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3">
              <a:alphaModFix amt="8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3">
              <a:alphaModFix amt="8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0F5A9183-A4A3-6345-7B12-34DF472DFB55}"/>
              </a:ext>
            </a:extLst>
          </p:cNvPr>
          <p:cNvSpPr>
            <a:spLocks noGrp="1"/>
          </p:cNvSpPr>
          <p:nvPr>
            <p:ph type="title"/>
          </p:nvPr>
        </p:nvSpPr>
        <p:spPr>
          <a:xfrm>
            <a:off x="1069848" y="484632"/>
            <a:ext cx="10058400" cy="1609344"/>
          </a:xfrm>
        </p:spPr>
        <p:txBody>
          <a:bodyPr>
            <a:normAutofit/>
          </a:bodyPr>
          <a:lstStyle/>
          <a:p>
            <a:r>
              <a:rPr lang="en-US" dirty="0"/>
              <a:t>FORMAL</a:t>
            </a:r>
          </a:p>
        </p:txBody>
      </p:sp>
      <p:sp>
        <p:nvSpPr>
          <p:cNvPr id="3" name="Content Placeholder 2">
            <a:extLst>
              <a:ext uri="{FF2B5EF4-FFF2-40B4-BE49-F238E27FC236}">
                <a16:creationId xmlns:a16="http://schemas.microsoft.com/office/drawing/2014/main" id="{04C8E3A8-7D75-86BC-6A2F-560D556F2B0E}"/>
              </a:ext>
            </a:extLst>
          </p:cNvPr>
          <p:cNvSpPr>
            <a:spLocks noGrp="1"/>
          </p:cNvSpPr>
          <p:nvPr>
            <p:ph idx="1"/>
          </p:nvPr>
        </p:nvSpPr>
        <p:spPr>
          <a:xfrm>
            <a:off x="1069848" y="2320412"/>
            <a:ext cx="10058400" cy="3851787"/>
          </a:xfrm>
        </p:spPr>
        <p:txBody>
          <a:bodyPr>
            <a:normAutofit lnSpcReduction="10000"/>
          </a:bodyPr>
          <a:lstStyle/>
          <a:p>
            <a:pPr algn="just"/>
            <a:r>
              <a:rPr lang="en-US" b="0" i="0" dirty="0">
                <a:effectLst/>
                <a:latin typeface="Lato Extended"/>
              </a:rPr>
              <a:t>Formal notations such as Z and VDM rely on mathematical formalisms to represent requirements. </a:t>
            </a:r>
          </a:p>
          <a:p>
            <a:pPr algn="just"/>
            <a:r>
              <a:rPr lang="en-US" dirty="0">
                <a:latin typeface="Lato Extended"/>
              </a:rPr>
              <a:t>Based on set theory and first order predicate logic</a:t>
            </a:r>
            <a:endParaRPr lang="en-US" b="0" i="0" dirty="0">
              <a:effectLst/>
              <a:latin typeface="Lato Extended"/>
            </a:endParaRPr>
          </a:p>
          <a:p>
            <a:pPr marL="0" indent="0" algn="just">
              <a:buNone/>
            </a:pPr>
            <a:endParaRPr lang="en-US" b="0" i="0" dirty="0">
              <a:effectLst/>
              <a:latin typeface="Lato Extended"/>
            </a:endParaRPr>
          </a:p>
          <a:p>
            <a:pPr algn="just"/>
            <a:r>
              <a:rPr lang="en-US" b="0" i="0" dirty="0">
                <a:effectLst/>
                <a:latin typeface="Lato Extended"/>
              </a:rPr>
              <a:t>We won’t explore these further in this course.</a:t>
            </a:r>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D2BBCD2-D50E-6FF0-EC04-5DACE9452D1E}"/>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11</a:t>
            </a:fld>
            <a:endParaRPr lang="en-US"/>
          </a:p>
        </p:txBody>
      </p:sp>
    </p:spTree>
    <p:extLst>
      <p:ext uri="{BB962C8B-B14F-4D97-AF65-F5344CB8AC3E}">
        <p14:creationId xmlns:p14="http://schemas.microsoft.com/office/powerpoint/2010/main" val="5846467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F91FB-92EC-0CAE-A6F9-F975D2879EA3}"/>
              </a:ext>
            </a:extLst>
          </p:cNvPr>
          <p:cNvSpPr>
            <a:spLocks noGrp="1"/>
          </p:cNvSpPr>
          <p:nvPr>
            <p:ph type="title"/>
          </p:nvPr>
        </p:nvSpPr>
        <p:spPr/>
        <p:txBody>
          <a:bodyPr/>
          <a:lstStyle/>
          <a:p>
            <a:r>
              <a:rPr lang="en-US" dirty="0"/>
              <a:t>VDM++ example</a:t>
            </a:r>
          </a:p>
        </p:txBody>
      </p:sp>
      <p:sp>
        <p:nvSpPr>
          <p:cNvPr id="3" name="Content Placeholder 2">
            <a:extLst>
              <a:ext uri="{FF2B5EF4-FFF2-40B4-BE49-F238E27FC236}">
                <a16:creationId xmlns:a16="http://schemas.microsoft.com/office/drawing/2014/main" id="{7F493EB5-3D84-455C-AE09-B09D201F8EAF}"/>
              </a:ext>
            </a:extLst>
          </p:cNvPr>
          <p:cNvSpPr>
            <a:spLocks noGrp="1"/>
          </p:cNvSpPr>
          <p:nvPr>
            <p:ph idx="1"/>
          </p:nvPr>
        </p:nvSpPr>
        <p:spPr>
          <a:xfrm>
            <a:off x="6096000" y="1989603"/>
            <a:ext cx="4058206" cy="4050792"/>
          </a:xfrm>
        </p:spPr>
        <p:txBody>
          <a:bodyPr>
            <a:normAutofit fontScale="40000" lnSpcReduction="20000"/>
          </a:bodyPr>
          <a:lstStyle/>
          <a:p>
            <a:pPr marL="0" indent="0">
              <a:buNone/>
            </a:pPr>
            <a:r>
              <a:rPr lang="en-US" dirty="0"/>
              <a:t>--  Withdraw money</a:t>
            </a:r>
            <a:br>
              <a:rPr lang="en-US" dirty="0"/>
            </a:br>
            <a:r>
              <a:rPr lang="en-US" dirty="0"/>
              <a:t>----------------------------------------------------</a:t>
            </a:r>
            <a:br>
              <a:rPr lang="en-US" dirty="0"/>
            </a:br>
            <a:r>
              <a:rPr lang="en-US" dirty="0"/>
              <a:t>public withdraw : real ==&gt; ()</a:t>
            </a:r>
            <a:br>
              <a:rPr lang="en-US" dirty="0"/>
            </a:br>
            <a:r>
              <a:rPr lang="en-US" dirty="0"/>
              <a:t>withdraw(amount) ==</a:t>
            </a:r>
            <a:br>
              <a:rPr lang="en-US" dirty="0"/>
            </a:br>
            <a:r>
              <a:rPr lang="en-US" dirty="0"/>
              <a:t>  balance := balance – amount</a:t>
            </a:r>
            <a:br>
              <a:rPr lang="en-US" dirty="0"/>
            </a:br>
            <a:r>
              <a:rPr lang="en-US" dirty="0"/>
              <a:t>pre  amount &gt; 0 and amount &lt;= balance</a:t>
            </a:r>
            <a:br>
              <a:rPr lang="en-US" dirty="0"/>
            </a:br>
            <a:r>
              <a:rPr lang="en-US" dirty="0"/>
              <a:t>post balance = old balance - amount;</a:t>
            </a:r>
            <a:br>
              <a:rPr lang="en-US" dirty="0"/>
            </a:br>
            <a:r>
              <a:rPr lang="en-US" dirty="0"/>
              <a:t>----------------------------------------------------</a:t>
            </a:r>
          </a:p>
          <a:p>
            <a:pPr marL="0" indent="0">
              <a:buNone/>
            </a:pPr>
            <a:r>
              <a:rPr lang="en-US" dirty="0"/>
              <a:t>--  Pure query function</a:t>
            </a:r>
            <a:br>
              <a:rPr lang="en-US" dirty="0"/>
            </a:br>
            <a:r>
              <a:rPr lang="en-US" dirty="0"/>
              <a:t>----------------------------------------------------</a:t>
            </a:r>
            <a:br>
              <a:rPr lang="en-US" dirty="0"/>
            </a:br>
            <a:r>
              <a:rPr lang="en-US" dirty="0"/>
              <a:t>functions</a:t>
            </a:r>
            <a:br>
              <a:rPr lang="en-US" dirty="0"/>
            </a:br>
            <a:r>
              <a:rPr lang="en-US" dirty="0"/>
              <a:t>public </a:t>
            </a:r>
            <a:r>
              <a:rPr lang="en-US" dirty="0" err="1"/>
              <a:t>getBalance</a:t>
            </a:r>
            <a:r>
              <a:rPr lang="en-US" dirty="0"/>
              <a:t> : () -&gt; real</a:t>
            </a:r>
            <a:br>
              <a:rPr lang="en-US" dirty="0"/>
            </a:br>
            <a:r>
              <a:rPr lang="en-US" dirty="0" err="1"/>
              <a:t>getBalance</a:t>
            </a:r>
            <a:r>
              <a:rPr lang="en-US" dirty="0"/>
              <a:t>() ==</a:t>
            </a:r>
            <a:br>
              <a:rPr lang="en-US" dirty="0"/>
            </a:br>
            <a:r>
              <a:rPr lang="en-US" dirty="0"/>
              <a:t>  balance;</a:t>
            </a:r>
            <a:br>
              <a:rPr lang="en-US" dirty="0"/>
            </a:br>
            <a:r>
              <a:rPr lang="en-US" dirty="0"/>
              <a:t>----------------------------------------------------</a:t>
            </a:r>
            <a:br>
              <a:rPr lang="en-US" dirty="0"/>
            </a:br>
            <a:r>
              <a:rPr lang="en-US" dirty="0"/>
              <a:t>--  Simple </a:t>
            </a:r>
            <a:r>
              <a:rPr lang="en-US" dirty="0" err="1"/>
              <a:t>synchronisation</a:t>
            </a:r>
            <a:r>
              <a:rPr lang="en-US" dirty="0"/>
              <a:t>: at most one</a:t>
            </a:r>
            <a:br>
              <a:rPr lang="en-US" dirty="0"/>
            </a:br>
            <a:r>
              <a:rPr lang="en-US" dirty="0"/>
              <a:t>--  withdraw or deposit may proceed at a time</a:t>
            </a:r>
            <a:br>
              <a:rPr lang="en-US" dirty="0"/>
            </a:br>
            <a:r>
              <a:rPr lang="en-US" dirty="0"/>
              <a:t>----------------------------------------------------</a:t>
            </a:r>
            <a:br>
              <a:rPr lang="en-US" dirty="0"/>
            </a:br>
            <a:r>
              <a:rPr lang="en-US" dirty="0"/>
              <a:t>sync</a:t>
            </a:r>
            <a:br>
              <a:rPr lang="en-US" dirty="0"/>
            </a:br>
            <a:r>
              <a:rPr lang="en-US" dirty="0"/>
              <a:t>  per withdraw =&gt; not busy;</a:t>
            </a:r>
            <a:br>
              <a:rPr lang="en-US" dirty="0"/>
            </a:br>
            <a:r>
              <a:rPr lang="en-US" dirty="0"/>
              <a:t>  per deposit  =&gt; not busy;</a:t>
            </a:r>
            <a:br>
              <a:rPr lang="en-US" dirty="0"/>
            </a:br>
            <a:r>
              <a:rPr lang="en-US" dirty="0"/>
              <a:t>values</a:t>
            </a:r>
            <a:br>
              <a:rPr lang="en-US" dirty="0"/>
            </a:br>
            <a:r>
              <a:rPr lang="en-US" dirty="0"/>
              <a:t>  busy : bool = false;</a:t>
            </a:r>
            <a:br>
              <a:rPr lang="en-US" dirty="0"/>
            </a:br>
            <a:r>
              <a:rPr lang="en-US" dirty="0"/>
              <a:t>end </a:t>
            </a:r>
            <a:r>
              <a:rPr lang="en-US" dirty="0" err="1"/>
              <a:t>BankAccount</a:t>
            </a:r>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0187735-0B7D-7921-E229-D959F41FC971}"/>
              </a:ext>
            </a:extLst>
          </p:cNvPr>
          <p:cNvSpPr>
            <a:spLocks noGrp="1"/>
          </p:cNvSpPr>
          <p:nvPr>
            <p:ph type="sldNum" sz="quarter" idx="12"/>
          </p:nvPr>
        </p:nvSpPr>
        <p:spPr/>
        <p:txBody>
          <a:bodyPr/>
          <a:lstStyle/>
          <a:p>
            <a:fld id="{4FAB73BC-B049-4115-A692-8D63A059BFB8}" type="slidenum">
              <a:rPr lang="en-US" smtClean="0"/>
              <a:pPr/>
              <a:t>12</a:t>
            </a:fld>
            <a:endParaRPr lang="en-US" dirty="0"/>
          </a:p>
        </p:txBody>
      </p:sp>
      <p:sp>
        <p:nvSpPr>
          <p:cNvPr id="5" name="Content Placeholder 2">
            <a:extLst>
              <a:ext uri="{FF2B5EF4-FFF2-40B4-BE49-F238E27FC236}">
                <a16:creationId xmlns:a16="http://schemas.microsoft.com/office/drawing/2014/main" id="{EA86C99A-6CA9-7795-72B7-10285E4FC873}"/>
              </a:ext>
            </a:extLst>
          </p:cNvPr>
          <p:cNvSpPr txBox="1">
            <a:spLocks/>
          </p:cNvSpPr>
          <p:nvPr/>
        </p:nvSpPr>
        <p:spPr>
          <a:xfrm>
            <a:off x="1209891" y="1989603"/>
            <a:ext cx="4058206" cy="4050792"/>
          </a:xfrm>
          <a:prstGeom prst="rect">
            <a:avLst/>
          </a:prstGeom>
        </p:spPr>
        <p:txBody>
          <a:bodyPr vert="horz" lIns="91440" tIns="45720" rIns="91440" bIns="45720" rtlCol="0">
            <a:normAutofit fontScale="25000" lnSpcReduction="20000"/>
          </a:bodyPr>
          <a:lstStyle>
            <a:lvl1pPr marL="363538" indent="-363538" algn="l" defTabSz="914400" rtl="0" eaLnBrk="1" latinLnBrk="0" hangingPunct="1">
              <a:lnSpc>
                <a:spcPct val="90000"/>
              </a:lnSpc>
              <a:spcBef>
                <a:spcPts val="1200"/>
              </a:spcBef>
              <a:buClr>
                <a:schemeClr val="accent1">
                  <a:lumMod val="75000"/>
                </a:schemeClr>
              </a:buClr>
              <a:buSzPct val="85000"/>
              <a:buFont typeface="Wingdings" pitchFamily="2" charset="2"/>
              <a:buChar char="§"/>
              <a:tabLst/>
              <a:defRPr sz="3600" kern="1200">
                <a:solidFill>
                  <a:schemeClr val="tx1"/>
                </a:solidFill>
                <a:latin typeface="+mn-lt"/>
                <a:ea typeface="+mn-ea"/>
                <a:cs typeface="+mn-cs"/>
              </a:defRPr>
            </a:lvl1pPr>
            <a:lvl2pPr marL="628650" indent="-354013"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tabLst/>
              <a:defRPr sz="3200" kern="1200">
                <a:solidFill>
                  <a:schemeClr val="tx1"/>
                </a:solidFill>
                <a:latin typeface="+mn-lt"/>
                <a:ea typeface="+mn-ea"/>
                <a:cs typeface="+mn-cs"/>
              </a:defRPr>
            </a:lvl2pPr>
            <a:lvl3pPr marL="893763" indent="-346075"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tabLst/>
              <a:defRPr sz="2800" kern="1200">
                <a:solidFill>
                  <a:schemeClr val="tx1"/>
                </a:solidFill>
                <a:latin typeface="+mn-lt"/>
                <a:ea typeface="+mn-ea"/>
                <a:cs typeface="+mn-cs"/>
              </a:defRPr>
            </a:lvl3pPr>
            <a:lvl4pPr marL="1158875" indent="-33655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tabLst/>
              <a:defRPr sz="2800" kern="1200">
                <a:solidFill>
                  <a:schemeClr val="tx1"/>
                </a:solidFill>
                <a:latin typeface="+mn-lt"/>
                <a:ea typeface="+mn-ea"/>
                <a:cs typeface="+mn-cs"/>
              </a:defRPr>
            </a:lvl4pPr>
            <a:lvl5pPr marL="1423988" indent="-327025"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tabLst/>
              <a:defRPr sz="28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a:lstStyle>
          <a:p>
            <a:pPr marL="0" indent="0">
              <a:buFont typeface="Wingdings" pitchFamily="2" charset="2"/>
              <a:buNone/>
            </a:pPr>
            <a:r>
              <a:rPr lang="en-US" sz="5600" dirty="0"/>
              <a:t>-- File</a:t>
            </a:r>
            <a:r>
              <a:rPr lang="en-US" dirty="0"/>
              <a:t>: </a:t>
            </a:r>
            <a:r>
              <a:rPr lang="en-US" sz="5600" dirty="0" err="1"/>
              <a:t>BankAccount.vdmpp</a:t>
            </a:r>
            <a:br>
              <a:rPr lang="en-US" sz="5600" dirty="0"/>
            </a:br>
            <a:br>
              <a:rPr lang="en-US" sz="5600" dirty="0"/>
            </a:br>
            <a:r>
              <a:rPr lang="en-US" sz="5600" dirty="0"/>
              <a:t>class </a:t>
            </a:r>
            <a:r>
              <a:rPr lang="en-US" sz="5600" dirty="0" err="1"/>
              <a:t>BankAccount</a:t>
            </a:r>
            <a:br>
              <a:rPr lang="en-US" sz="5600" dirty="0"/>
            </a:br>
            <a:r>
              <a:rPr lang="en-US" sz="5600" dirty="0"/>
              <a:t>instance Variables</a:t>
            </a:r>
            <a:br>
              <a:rPr lang="en-US" sz="5600" dirty="0"/>
            </a:br>
            <a:r>
              <a:rPr lang="en-US" sz="5600" dirty="0"/>
              <a:t>  balance : real := 0</a:t>
            </a:r>
            <a:br>
              <a:rPr lang="en-US" sz="5600" dirty="0"/>
            </a:br>
            <a:r>
              <a:rPr lang="en-US" sz="5600" dirty="0"/>
              <a:t>  owner   : seq of char;</a:t>
            </a:r>
          </a:p>
          <a:p>
            <a:pPr marL="0" indent="0">
              <a:buFont typeface="Wingdings" pitchFamily="2" charset="2"/>
              <a:buNone/>
            </a:pPr>
            <a:r>
              <a:rPr lang="en-US" sz="5600" dirty="0"/>
              <a:t>----------------------------------------------------------------</a:t>
            </a:r>
            <a:br>
              <a:rPr lang="en-US" sz="5600" dirty="0"/>
            </a:br>
            <a:r>
              <a:rPr lang="en-US" sz="5600" dirty="0"/>
              <a:t>--  Class invariant: a balance can never be negative</a:t>
            </a:r>
            <a:br>
              <a:rPr lang="en-US" sz="5600" dirty="0"/>
            </a:br>
            <a:r>
              <a:rPr lang="en-US" sz="5600" dirty="0"/>
              <a:t>----------------------------------------------------</a:t>
            </a:r>
            <a:br>
              <a:rPr lang="en-US" sz="5600" dirty="0"/>
            </a:br>
            <a:r>
              <a:rPr lang="en-US" sz="5600" dirty="0"/>
              <a:t>inv  (balance &gt;= 0)</a:t>
            </a:r>
            <a:br>
              <a:rPr lang="en-US" sz="5600" dirty="0"/>
            </a:br>
            <a:r>
              <a:rPr lang="en-US" sz="5600" dirty="0"/>
              <a:t>----------------------------------------------------</a:t>
            </a:r>
            <a:br>
              <a:rPr lang="en-US" sz="5600" dirty="0"/>
            </a:br>
            <a:r>
              <a:rPr lang="en-US" sz="5600" dirty="0"/>
              <a:t>--  Constructor: create an account with an owner name</a:t>
            </a:r>
            <a:br>
              <a:rPr lang="en-US" sz="5600" dirty="0"/>
            </a:br>
            <a:r>
              <a:rPr lang="en-US" sz="5600" dirty="0"/>
              <a:t>----------------------------------------------------</a:t>
            </a:r>
            <a:br>
              <a:rPr lang="en-US" sz="5600" dirty="0"/>
            </a:br>
            <a:r>
              <a:rPr lang="en-US" sz="5600" dirty="0"/>
              <a:t>operations</a:t>
            </a:r>
            <a:br>
              <a:rPr lang="en-US" sz="5600" dirty="0"/>
            </a:br>
            <a:br>
              <a:rPr lang="en-US" sz="5600" dirty="0"/>
            </a:br>
            <a:r>
              <a:rPr lang="en-US" sz="5600" dirty="0"/>
              <a:t>public </a:t>
            </a:r>
            <a:r>
              <a:rPr lang="en-US" sz="5600" dirty="0" err="1"/>
              <a:t>BankAccount</a:t>
            </a:r>
            <a:r>
              <a:rPr lang="en-US" sz="5600" dirty="0"/>
              <a:t> : seq of char ==&gt; </a:t>
            </a:r>
            <a:r>
              <a:rPr lang="en-US" sz="5600" dirty="0" err="1"/>
              <a:t>BankAccount</a:t>
            </a:r>
            <a:br>
              <a:rPr lang="en-US" sz="5600" dirty="0"/>
            </a:br>
            <a:r>
              <a:rPr lang="en-US" sz="5600" dirty="0" err="1"/>
              <a:t>BankAccount</a:t>
            </a:r>
            <a:r>
              <a:rPr lang="en-US" sz="5600" dirty="0"/>
              <a:t>(nm) ==</a:t>
            </a:r>
            <a:br>
              <a:rPr lang="en-US" sz="5600" dirty="0"/>
            </a:br>
            <a:r>
              <a:rPr lang="en-US" sz="5600" dirty="0"/>
              <a:t>  ( owner := nm;</a:t>
            </a:r>
            <a:br>
              <a:rPr lang="en-US" sz="5600" dirty="0"/>
            </a:br>
            <a:r>
              <a:rPr lang="en-US" sz="5600" dirty="0"/>
              <a:t>    balance := 0 )</a:t>
            </a:r>
            <a:br>
              <a:rPr lang="en-US" sz="5600" dirty="0"/>
            </a:br>
            <a:r>
              <a:rPr lang="en-US" sz="5600" dirty="0"/>
              <a:t>pre  nm &lt;&gt; []            -- non-empty name</a:t>
            </a:r>
            <a:br>
              <a:rPr lang="en-US" sz="5600" dirty="0"/>
            </a:br>
            <a:r>
              <a:rPr lang="en-US" sz="5600" dirty="0"/>
              <a:t>post owner = nm and balance = 0;</a:t>
            </a:r>
            <a:br>
              <a:rPr lang="en-US" sz="5600" dirty="0"/>
            </a:br>
            <a:r>
              <a:rPr lang="en-US" sz="5600" dirty="0"/>
              <a:t>----------------------------------------------------</a:t>
            </a:r>
            <a:br>
              <a:rPr lang="en-US" sz="5600" dirty="0"/>
            </a:br>
            <a:r>
              <a:rPr lang="en-US" sz="5600" dirty="0"/>
              <a:t>--  Deposit money</a:t>
            </a:r>
            <a:br>
              <a:rPr lang="en-US" sz="5600" dirty="0"/>
            </a:br>
            <a:r>
              <a:rPr lang="en-US" sz="5600" dirty="0"/>
              <a:t>----------------------------------------------------</a:t>
            </a:r>
            <a:br>
              <a:rPr lang="en-US" sz="5600" dirty="0"/>
            </a:br>
            <a:r>
              <a:rPr lang="en-US" sz="5600" dirty="0"/>
              <a:t>public deposit : real ==&gt; ()</a:t>
            </a:r>
            <a:br>
              <a:rPr lang="en-US" sz="5600" dirty="0"/>
            </a:br>
            <a:r>
              <a:rPr lang="en-US" sz="5600" dirty="0"/>
              <a:t>deposit(amount) ==</a:t>
            </a:r>
            <a:br>
              <a:rPr lang="en-US" sz="5600" dirty="0"/>
            </a:br>
            <a:r>
              <a:rPr lang="en-US" sz="5600" dirty="0"/>
              <a:t>  balance := balance + amount</a:t>
            </a:r>
            <a:br>
              <a:rPr lang="en-US" sz="5600" dirty="0"/>
            </a:br>
            <a:r>
              <a:rPr lang="en-US" sz="5600" dirty="0"/>
              <a:t>pre  amount &gt; 0</a:t>
            </a:r>
            <a:br>
              <a:rPr lang="en-US" sz="5600" dirty="0"/>
            </a:br>
            <a:r>
              <a:rPr lang="en-US" sz="5600" dirty="0"/>
              <a:t>post balance = old balance + amount;</a:t>
            </a:r>
            <a:br>
              <a:rPr lang="en-US" sz="5600" dirty="0"/>
            </a:br>
            <a:r>
              <a:rPr lang="en-US" sz="5600" dirty="0"/>
              <a:t>----------------------------------------------------</a:t>
            </a:r>
            <a:br>
              <a:rPr lang="en-US" dirty="0"/>
            </a:br>
            <a:endParaRPr lang="en-US" dirty="0"/>
          </a:p>
        </p:txBody>
      </p:sp>
    </p:spTree>
    <p:extLst>
      <p:ext uri="{BB962C8B-B14F-4D97-AF65-F5344CB8AC3E}">
        <p14:creationId xmlns:p14="http://schemas.microsoft.com/office/powerpoint/2010/main" val="2386349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200" kern="1200" dirty="0">
                <a:solidFill>
                  <a:srgbClr val="FFFFFF"/>
                </a:solidFill>
                <a:latin typeface="+mj-lt"/>
                <a:ea typeface="+mj-ea"/>
                <a:cs typeface="+mj-cs"/>
              </a:rPr>
              <a:t>Requirements Representation in practice</a:t>
            </a:r>
          </a:p>
        </p:txBody>
      </p:sp>
      <p:pic>
        <p:nvPicPr>
          <p:cNvPr id="5" name="Picture 4"/>
          <p:cNvPicPr>
            <a:picLocks noChangeAspect="1"/>
          </p:cNvPicPr>
          <p:nvPr/>
        </p:nvPicPr>
        <p:blipFill>
          <a:blip r:embed="rId2"/>
          <a:stretch>
            <a:fillRect/>
          </a:stretch>
        </p:blipFill>
        <p:spPr>
          <a:xfrm>
            <a:off x="3709297" y="112326"/>
            <a:ext cx="7831666" cy="5994843"/>
          </a:xfrm>
          <a:prstGeom prst="rect">
            <a:avLst/>
          </a:prstGeom>
        </p:spPr>
      </p:pic>
      <p:sp>
        <p:nvSpPr>
          <p:cNvPr id="4" name="Slide Number Placeholder 3"/>
          <p:cNvSpPr>
            <a:spLocks noGrp="1"/>
          </p:cNvSpPr>
          <p:nvPr>
            <p:ph type="sldNum" sz="quarter" idx="12"/>
          </p:nvPr>
        </p:nvSpPr>
        <p:spPr>
          <a:xfrm>
            <a:off x="11310257" y="6356350"/>
            <a:ext cx="560009" cy="365125"/>
          </a:xfrm>
        </p:spPr>
        <p:txBody>
          <a:bodyPr vert="horz" lIns="91440" tIns="45720" rIns="91440" bIns="45720" rtlCol="0">
            <a:normAutofit/>
          </a:bodyPr>
          <a:lstStyle/>
          <a:p>
            <a:pPr>
              <a:spcAft>
                <a:spcPts val="600"/>
              </a:spcAft>
              <a:defRPr/>
            </a:pPr>
            <a:fld id="{32D7D2C2-707B-4A46-9555-1B03A5CE72A9}" type="slidenum">
              <a:rPr lang="en-US">
                <a:solidFill>
                  <a:srgbClr val="898989"/>
                </a:solidFill>
              </a:rPr>
              <a:pPr>
                <a:spcAft>
                  <a:spcPts val="600"/>
                </a:spcAft>
                <a:defRPr/>
              </a:pPr>
              <a:t>13</a:t>
            </a:fld>
            <a:endParaRPr lang="en-US">
              <a:solidFill>
                <a:srgbClr val="898989"/>
              </a:solidFill>
            </a:endParaRPr>
          </a:p>
        </p:txBody>
      </p:sp>
      <p:sp>
        <p:nvSpPr>
          <p:cNvPr id="6" name="TextBox 5">
            <a:extLst>
              <a:ext uri="{FF2B5EF4-FFF2-40B4-BE49-F238E27FC236}">
                <a16:creationId xmlns:a16="http://schemas.microsoft.com/office/drawing/2014/main" id="{E6089543-9E9D-8632-026C-7FC235CC081C}"/>
              </a:ext>
            </a:extLst>
          </p:cNvPr>
          <p:cNvSpPr txBox="1"/>
          <p:nvPr/>
        </p:nvSpPr>
        <p:spPr>
          <a:xfrm>
            <a:off x="2328351" y="6079351"/>
            <a:ext cx="12191999" cy="276999"/>
          </a:xfrm>
          <a:prstGeom prst="rect">
            <a:avLst/>
          </a:prstGeom>
          <a:noFill/>
        </p:spPr>
        <p:txBody>
          <a:bodyPr wrap="square">
            <a:spAutoFit/>
          </a:bodyPr>
          <a:lstStyle/>
          <a:p>
            <a:r>
              <a:rPr lang="en-US" sz="1200" b="0" i="0" dirty="0">
                <a:solidFill>
                  <a:srgbClr val="222222"/>
                </a:solidFill>
                <a:effectLst/>
                <a:latin typeface="Arial" panose="020B0604020202020204" pitchFamily="34" charset="0"/>
              </a:rPr>
              <a:t>Kassab, M., &amp; Laplante, P. (2022). The current and evolving landscape of requirements engineering in practice. </a:t>
            </a:r>
            <a:r>
              <a:rPr lang="en-US" sz="1200" b="0" i="1" dirty="0">
                <a:solidFill>
                  <a:srgbClr val="222222"/>
                </a:solidFill>
                <a:effectLst/>
                <a:latin typeface="Arial" panose="020B0604020202020204" pitchFamily="34" charset="0"/>
              </a:rPr>
              <a:t>IEEE Software</a:t>
            </a:r>
            <a:r>
              <a:rPr lang="en-US" sz="1200" b="0" i="0" dirty="0">
                <a:solidFill>
                  <a:srgbClr val="222222"/>
                </a:solidFill>
                <a:effectLst/>
                <a:latin typeface="Arial" panose="020B0604020202020204" pitchFamily="34" charset="0"/>
              </a:rPr>
              <a:t>, </a:t>
            </a:r>
            <a:r>
              <a:rPr lang="en-US" sz="1200" b="0" i="1" dirty="0">
                <a:solidFill>
                  <a:srgbClr val="222222"/>
                </a:solidFill>
                <a:effectLst/>
                <a:latin typeface="Arial" panose="020B0604020202020204" pitchFamily="34" charset="0"/>
              </a:rPr>
              <a:t>39</a:t>
            </a:r>
            <a:r>
              <a:rPr lang="en-US" sz="1200" b="0" i="0" dirty="0">
                <a:solidFill>
                  <a:srgbClr val="222222"/>
                </a:solidFill>
                <a:effectLst/>
                <a:latin typeface="Arial" panose="020B0604020202020204" pitchFamily="34" charset="0"/>
              </a:rPr>
              <a:t>(5), 76-83.</a:t>
            </a:r>
            <a:endParaRPr lang="en-US" sz="1200" dirty="0"/>
          </a:p>
        </p:txBody>
      </p:sp>
    </p:spTree>
    <p:extLst>
      <p:ext uri="{BB962C8B-B14F-4D97-AF65-F5344CB8AC3E}">
        <p14:creationId xmlns:p14="http://schemas.microsoft.com/office/powerpoint/2010/main" val="857040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Rectangle 12">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5" name="Rectangle 14">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D1E65192-AC52-AA59-30A9-15B03D3C8FD2}"/>
              </a:ext>
            </a:extLst>
          </p:cNvPr>
          <p:cNvSpPr>
            <a:spLocks noGrp="1"/>
          </p:cNvSpPr>
          <p:nvPr>
            <p:ph type="title"/>
          </p:nvPr>
        </p:nvSpPr>
        <p:spPr>
          <a:xfrm>
            <a:off x="1069848" y="484632"/>
            <a:ext cx="10058400" cy="1609344"/>
          </a:xfrm>
        </p:spPr>
        <p:txBody>
          <a:bodyPr>
            <a:normAutofit/>
          </a:bodyPr>
          <a:lstStyle/>
          <a:p>
            <a:r>
              <a:rPr lang="en-US" dirty="0"/>
              <a:t>Our focus today…</a:t>
            </a:r>
          </a:p>
        </p:txBody>
      </p:sp>
      <p:sp>
        <p:nvSpPr>
          <p:cNvPr id="3" name="Content Placeholder 2">
            <a:extLst>
              <a:ext uri="{FF2B5EF4-FFF2-40B4-BE49-F238E27FC236}">
                <a16:creationId xmlns:a16="http://schemas.microsoft.com/office/drawing/2014/main" id="{3C1D27AF-24D0-9C8D-9E8D-793FFDDBE45E}"/>
              </a:ext>
            </a:extLst>
          </p:cNvPr>
          <p:cNvSpPr>
            <a:spLocks noGrp="1"/>
          </p:cNvSpPr>
          <p:nvPr>
            <p:ph idx="1"/>
          </p:nvPr>
        </p:nvSpPr>
        <p:spPr>
          <a:xfrm>
            <a:off x="1069848" y="2320412"/>
            <a:ext cx="10058400" cy="3851787"/>
          </a:xfrm>
        </p:spPr>
        <p:txBody>
          <a:bodyPr>
            <a:normAutofit fontScale="92500"/>
          </a:bodyPr>
          <a:lstStyle/>
          <a:p>
            <a:pPr algn="just"/>
            <a:r>
              <a:rPr lang="en-US" dirty="0"/>
              <a:t>In this lecture, we will focus more on informal representation of requirements.</a:t>
            </a:r>
          </a:p>
          <a:p>
            <a:pPr algn="just"/>
            <a:r>
              <a:rPr lang="en-US" dirty="0"/>
              <a:t>In particular, we will focus on requirements representation in the form of “</a:t>
            </a:r>
            <a:r>
              <a:rPr lang="en-US" b="1" i="1" dirty="0">
                <a:solidFill>
                  <a:schemeClr val="accent2"/>
                </a:solidFill>
              </a:rPr>
              <a:t>Shall Statements</a:t>
            </a:r>
            <a:r>
              <a:rPr lang="en-US" dirty="0"/>
              <a:t>” and “</a:t>
            </a:r>
            <a:r>
              <a:rPr lang="en-US" b="1" i="1" dirty="0">
                <a:solidFill>
                  <a:schemeClr val="accent2"/>
                </a:solidFill>
              </a:rPr>
              <a:t>Use Cases</a:t>
            </a:r>
            <a:r>
              <a:rPr lang="en-US" dirty="0"/>
              <a:t>”.</a:t>
            </a:r>
          </a:p>
          <a:p>
            <a:pPr algn="just"/>
            <a:r>
              <a:rPr lang="en-US" dirty="0"/>
              <a:t>You will use a combination of these formats moving forward in your assignments and project deliverables.</a:t>
            </a:r>
          </a:p>
          <a:p>
            <a:pPr algn="just"/>
            <a:endParaRPr lang="en-US" dirty="0"/>
          </a:p>
          <a:p>
            <a:pPr marL="0" indent="0" algn="just">
              <a:buNone/>
            </a:pPr>
            <a:endParaRPr lang="en-US" dirty="0"/>
          </a:p>
        </p:txBody>
      </p:sp>
      <p:sp>
        <p:nvSpPr>
          <p:cNvPr id="17" name="Oval 16">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9" name="Oval 18">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D1106CFB-3057-E6D4-9529-62311919B2BF}"/>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14</a:t>
            </a:fld>
            <a:endParaRPr lang="en-US"/>
          </a:p>
        </p:txBody>
      </p:sp>
    </p:spTree>
    <p:extLst>
      <p:ext uri="{BB962C8B-B14F-4D97-AF65-F5344CB8AC3E}">
        <p14:creationId xmlns:p14="http://schemas.microsoft.com/office/powerpoint/2010/main" val="7164521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6E36F-2544-E38B-5A16-88B2D06A1F02}"/>
              </a:ext>
            </a:extLst>
          </p:cNvPr>
          <p:cNvSpPr>
            <a:spLocks noGrp="1"/>
          </p:cNvSpPr>
          <p:nvPr>
            <p:ph type="title"/>
          </p:nvPr>
        </p:nvSpPr>
        <p:spPr>
          <a:xfrm>
            <a:off x="359228" y="282614"/>
            <a:ext cx="10058400" cy="1609344"/>
          </a:xfrm>
        </p:spPr>
        <p:txBody>
          <a:bodyPr/>
          <a:lstStyle/>
          <a:p>
            <a:r>
              <a:rPr lang="en-US" dirty="0"/>
              <a:t>Shall statements for medical record system</a:t>
            </a:r>
          </a:p>
        </p:txBody>
      </p:sp>
      <p:sp>
        <p:nvSpPr>
          <p:cNvPr id="4" name="Slide Number Placeholder 3">
            <a:extLst>
              <a:ext uri="{FF2B5EF4-FFF2-40B4-BE49-F238E27FC236}">
                <a16:creationId xmlns:a16="http://schemas.microsoft.com/office/drawing/2014/main" id="{9563D939-52C5-71D7-C7E6-EB85623CD3C2}"/>
              </a:ext>
            </a:extLst>
          </p:cNvPr>
          <p:cNvSpPr>
            <a:spLocks noGrp="1"/>
          </p:cNvSpPr>
          <p:nvPr>
            <p:ph type="sldNum" sz="quarter" idx="12"/>
          </p:nvPr>
        </p:nvSpPr>
        <p:spPr/>
        <p:txBody>
          <a:bodyPr/>
          <a:lstStyle/>
          <a:p>
            <a:fld id="{4FAB73BC-B049-4115-A692-8D63A059BFB8}" type="slidenum">
              <a:rPr lang="en-US" smtClean="0"/>
              <a:pPr/>
              <a:t>15</a:t>
            </a:fld>
            <a:endParaRPr lang="en-US" dirty="0"/>
          </a:p>
        </p:txBody>
      </p:sp>
      <p:sp>
        <p:nvSpPr>
          <p:cNvPr id="5" name="Rectangle 1">
            <a:extLst>
              <a:ext uri="{FF2B5EF4-FFF2-40B4-BE49-F238E27FC236}">
                <a16:creationId xmlns:a16="http://schemas.microsoft.com/office/drawing/2014/main" id="{63777223-0FE6-4777-BD02-4A3ECC2F2F19}"/>
              </a:ext>
            </a:extLst>
          </p:cNvPr>
          <p:cNvSpPr>
            <a:spLocks noGrp="1" noChangeArrowheads="1"/>
          </p:cNvSpPr>
          <p:nvPr>
            <p:ph idx="1"/>
          </p:nvPr>
        </p:nvSpPr>
        <p:spPr bwMode="auto">
          <a:xfrm>
            <a:off x="359228" y="2231817"/>
            <a:ext cx="11962295" cy="3416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accent2">
                    <a:lumMod val="75000"/>
                  </a:schemeClr>
                </a:solidFill>
                <a:effectLst/>
                <a:latin typeface="Arial" panose="020B0604020202020204" pitchFamily="34" charset="0"/>
              </a:rPr>
              <a:t>Patient Information Management:</a:t>
            </a:r>
            <a:endParaRPr kumimoji="0" lang="en-US" altLang="en-US" sz="18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system </a:t>
            </a:r>
            <a:r>
              <a:rPr kumimoji="0" lang="en-US" altLang="en-US" sz="1800" b="1" i="0" u="none" strike="noStrike" cap="none" normalizeH="0" baseline="0" dirty="0">
                <a:ln>
                  <a:noFill/>
                </a:ln>
                <a:solidFill>
                  <a:schemeClr val="tx1"/>
                </a:solidFill>
                <a:effectLst/>
                <a:latin typeface="Arial" panose="020B0604020202020204" pitchFamily="34" charset="0"/>
              </a:rPr>
              <a:t>shall</a:t>
            </a:r>
            <a:r>
              <a:rPr kumimoji="0" lang="en-US" altLang="en-US" sz="1800" b="0" i="0" u="none" strike="noStrike" cap="none" normalizeH="0" baseline="0" dirty="0">
                <a:ln>
                  <a:noFill/>
                </a:ln>
                <a:solidFill>
                  <a:schemeClr val="tx1"/>
                </a:solidFill>
                <a:effectLst/>
                <a:latin typeface="Arial" panose="020B0604020202020204" pitchFamily="34" charset="0"/>
              </a:rPr>
              <a:t> allow authorized users to create, view, update, and delete patient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system </a:t>
            </a:r>
            <a:r>
              <a:rPr kumimoji="0" lang="en-US" altLang="en-US" sz="1800" b="1" i="0" u="none" strike="noStrike" cap="none" normalizeH="0" baseline="0" dirty="0">
                <a:ln>
                  <a:noFill/>
                </a:ln>
                <a:solidFill>
                  <a:schemeClr val="tx1"/>
                </a:solidFill>
                <a:effectLst/>
                <a:latin typeface="Arial" panose="020B0604020202020204" pitchFamily="34" charset="0"/>
              </a:rPr>
              <a:t>shall</a:t>
            </a:r>
            <a:r>
              <a:rPr kumimoji="0" lang="en-US" altLang="en-US" sz="1800" b="0" i="0" u="none" strike="noStrike" cap="none" normalizeH="0" baseline="0" dirty="0">
                <a:ln>
                  <a:noFill/>
                </a:ln>
                <a:solidFill>
                  <a:schemeClr val="tx1"/>
                </a:solidFill>
                <a:effectLst/>
                <a:latin typeface="Arial" panose="020B0604020202020204" pitchFamily="34" charset="0"/>
              </a:rPr>
              <a:t> store patient information, including but not limited to personal details, medical history, medications, allergies, and treatment plans.</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en-US" sz="18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accent2">
                    <a:lumMod val="75000"/>
                  </a:schemeClr>
                </a:solidFill>
                <a:effectLst/>
                <a:latin typeface="Arial" panose="020B0604020202020204" pitchFamily="34" charset="0"/>
              </a:rPr>
              <a:t>Access Control:</a:t>
            </a:r>
            <a:endParaRPr kumimoji="0" lang="en-US" altLang="en-US" sz="18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system </a:t>
            </a:r>
            <a:r>
              <a:rPr kumimoji="0" lang="en-US" altLang="en-US" sz="1800" b="1" i="0" u="none" strike="noStrike" cap="none" normalizeH="0" baseline="0" dirty="0">
                <a:ln>
                  <a:noFill/>
                </a:ln>
                <a:solidFill>
                  <a:schemeClr val="tx1"/>
                </a:solidFill>
                <a:effectLst/>
                <a:latin typeface="Arial" panose="020B0604020202020204" pitchFamily="34" charset="0"/>
              </a:rPr>
              <a:t>shall</a:t>
            </a:r>
            <a:r>
              <a:rPr kumimoji="0" lang="en-US" altLang="en-US" sz="1800" b="0" i="0" u="none" strike="noStrike" cap="none" normalizeH="0" baseline="0" dirty="0">
                <a:ln>
                  <a:noFill/>
                </a:ln>
                <a:solidFill>
                  <a:schemeClr val="tx1"/>
                </a:solidFill>
                <a:effectLst/>
                <a:latin typeface="Arial" panose="020B0604020202020204" pitchFamily="34" charset="0"/>
              </a:rPr>
              <a:t> require users to authenticate using a username and password before accessing the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system </a:t>
            </a:r>
            <a:r>
              <a:rPr kumimoji="0" lang="en-US" altLang="en-US" sz="1800" b="1" i="0" u="none" strike="noStrike" cap="none" normalizeH="0" baseline="0" dirty="0">
                <a:ln>
                  <a:noFill/>
                </a:ln>
                <a:solidFill>
                  <a:schemeClr val="tx1"/>
                </a:solidFill>
                <a:effectLst/>
                <a:latin typeface="Arial" panose="020B0604020202020204" pitchFamily="34" charset="0"/>
              </a:rPr>
              <a:t>shall</a:t>
            </a:r>
            <a:r>
              <a:rPr kumimoji="0" lang="en-US" altLang="en-US" sz="1800" b="0" i="0" u="none" strike="noStrike" cap="none" normalizeH="0" baseline="0" dirty="0">
                <a:ln>
                  <a:noFill/>
                </a:ln>
                <a:solidFill>
                  <a:schemeClr val="tx1"/>
                </a:solidFill>
                <a:effectLst/>
                <a:latin typeface="Arial" panose="020B0604020202020204" pitchFamily="34" charset="0"/>
              </a:rPr>
              <a:t> assign roles to users, with each role having specific permissions (e.g., administrator, physician, nurse).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059331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8CF9BD-558A-6A6E-8912-26A2656EAD15}"/>
              </a:ext>
            </a:extLst>
          </p:cNvPr>
          <p:cNvSpPr>
            <a:spLocks noGrp="1"/>
          </p:cNvSpPr>
          <p:nvPr>
            <p:ph type="title"/>
          </p:nvPr>
        </p:nvSpPr>
        <p:spPr>
          <a:xfrm>
            <a:off x="453158" y="144391"/>
            <a:ext cx="10058400" cy="1609344"/>
          </a:xfrm>
        </p:spPr>
        <p:txBody>
          <a:bodyPr/>
          <a:lstStyle/>
          <a:p>
            <a:r>
              <a:rPr lang="en-US" dirty="0"/>
              <a:t>Shall statements for medical record system</a:t>
            </a:r>
          </a:p>
        </p:txBody>
      </p:sp>
      <p:sp>
        <p:nvSpPr>
          <p:cNvPr id="3" name="Content Placeholder 2">
            <a:extLst>
              <a:ext uri="{FF2B5EF4-FFF2-40B4-BE49-F238E27FC236}">
                <a16:creationId xmlns:a16="http://schemas.microsoft.com/office/drawing/2014/main" id="{F418EB7F-9762-9DB5-9070-072E5A5C5EEC}"/>
              </a:ext>
            </a:extLst>
          </p:cNvPr>
          <p:cNvSpPr>
            <a:spLocks noGrp="1"/>
          </p:cNvSpPr>
          <p:nvPr>
            <p:ph idx="1"/>
          </p:nvPr>
        </p:nvSpPr>
        <p:spPr>
          <a:xfrm>
            <a:off x="453158" y="1967023"/>
            <a:ext cx="11498049" cy="4498318"/>
          </a:xfrm>
        </p:spPr>
        <p:txBody>
          <a:bodyPr>
            <a:normAutofit fontScale="55000" lnSpcReduction="20000"/>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1" i="0" u="none" strike="noStrike" cap="none" normalizeH="0" baseline="0" dirty="0">
                <a:ln>
                  <a:noFill/>
                </a:ln>
                <a:solidFill>
                  <a:schemeClr val="accent2">
                    <a:lumMod val="75000"/>
                  </a:schemeClr>
                </a:solidFill>
                <a:effectLst/>
                <a:latin typeface="Arial" panose="020B0604020202020204" pitchFamily="34" charset="0"/>
              </a:rPr>
              <a:t>Audit Trail:</a:t>
            </a:r>
            <a:endParaRPr kumimoji="0" lang="en-US" altLang="en-US" sz="36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log all access and modifications to patient records, including the user ID, timestamp, and type of action performed.</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allow authorized users to view audit logs for compliance and monitoring purposes.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1" i="0" u="none" strike="noStrike" cap="none" normalizeH="0" baseline="0" dirty="0">
                <a:ln>
                  <a:noFill/>
                </a:ln>
                <a:solidFill>
                  <a:schemeClr val="accent2">
                    <a:lumMod val="75000"/>
                  </a:schemeClr>
                </a:solidFill>
                <a:effectLst/>
                <a:latin typeface="Arial" panose="020B0604020202020204" pitchFamily="34" charset="0"/>
              </a:rPr>
              <a:t>Data Security:</a:t>
            </a:r>
            <a:endParaRPr kumimoji="0" lang="en-US" altLang="en-US" sz="36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encrypt patient data both in transit and at rest to ensure confidentiality.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automatically lock user sessions after a period of inactivity to prevent unauthorized access.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1" i="0" u="none" strike="noStrike" cap="none" normalizeH="0" baseline="0" dirty="0">
                <a:ln>
                  <a:noFill/>
                </a:ln>
                <a:solidFill>
                  <a:schemeClr val="accent2">
                    <a:lumMod val="75000"/>
                  </a:schemeClr>
                </a:solidFill>
                <a:effectLst/>
                <a:latin typeface="Arial" panose="020B0604020202020204" pitchFamily="34" charset="0"/>
              </a:rPr>
              <a:t>Interoperability:</a:t>
            </a:r>
            <a:endParaRPr kumimoji="0" lang="en-US" altLang="en-US" sz="3600" b="0" i="0" u="none" strike="noStrike" cap="none" normalizeH="0" baseline="0" dirty="0">
              <a:ln>
                <a:noFill/>
              </a:ln>
              <a:solidFill>
                <a:schemeClr val="accent2">
                  <a:lumMod val="7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support the exchange of patient information with other healthcare systems using HL7 or FHIR standards.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Arial" panose="020B0604020202020204" pitchFamily="34" charset="0"/>
              </a:rPr>
              <a:t>The system </a:t>
            </a:r>
            <a:r>
              <a:rPr kumimoji="0" lang="en-US" altLang="en-US" sz="3600" b="1" i="0" u="none" strike="noStrike" cap="none" normalizeH="0" baseline="0" dirty="0">
                <a:ln>
                  <a:noFill/>
                </a:ln>
                <a:solidFill>
                  <a:schemeClr val="tx1"/>
                </a:solidFill>
                <a:effectLst/>
                <a:latin typeface="Arial" panose="020B0604020202020204" pitchFamily="34" charset="0"/>
              </a:rPr>
              <a:t>shall</a:t>
            </a:r>
            <a:r>
              <a:rPr kumimoji="0" lang="en-US" altLang="en-US" sz="3600" b="0" i="0" u="none" strike="noStrike" cap="none" normalizeH="0" baseline="0" dirty="0">
                <a:ln>
                  <a:noFill/>
                </a:ln>
                <a:solidFill>
                  <a:schemeClr val="tx1"/>
                </a:solidFill>
                <a:effectLst/>
                <a:latin typeface="Arial" panose="020B0604020202020204" pitchFamily="34" charset="0"/>
              </a:rPr>
              <a:t> allow the import and export of medical records in standard formats, such as XML or JSON.</a:t>
            </a:r>
          </a:p>
          <a:p>
            <a:endParaRPr lang="en-US" dirty="0"/>
          </a:p>
        </p:txBody>
      </p:sp>
      <p:sp>
        <p:nvSpPr>
          <p:cNvPr id="4" name="Slide Number Placeholder 3">
            <a:extLst>
              <a:ext uri="{FF2B5EF4-FFF2-40B4-BE49-F238E27FC236}">
                <a16:creationId xmlns:a16="http://schemas.microsoft.com/office/drawing/2014/main" id="{9983FCDE-65A6-88FA-136A-889FEAD50D49}"/>
              </a:ext>
            </a:extLst>
          </p:cNvPr>
          <p:cNvSpPr>
            <a:spLocks noGrp="1"/>
          </p:cNvSpPr>
          <p:nvPr>
            <p:ph type="sldNum" sz="quarter" idx="12"/>
          </p:nvPr>
        </p:nvSpPr>
        <p:spPr/>
        <p:txBody>
          <a:bodyPr/>
          <a:lstStyle/>
          <a:p>
            <a:fld id="{4FAB73BC-B049-4115-A692-8D63A059BFB8}" type="slidenum">
              <a:rPr lang="en-US" smtClean="0"/>
              <a:pPr/>
              <a:t>16</a:t>
            </a:fld>
            <a:endParaRPr lang="en-US" dirty="0"/>
          </a:p>
        </p:txBody>
      </p:sp>
    </p:spTree>
    <p:extLst>
      <p:ext uri="{BB962C8B-B14F-4D97-AF65-F5344CB8AC3E}">
        <p14:creationId xmlns:p14="http://schemas.microsoft.com/office/powerpoint/2010/main" val="7042184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0115" y="1081041"/>
            <a:ext cx="3115265" cy="2396359"/>
          </a:xfrm>
        </p:spPr>
        <p:txBody>
          <a:bodyPr anchor="b">
            <a:normAutofit fontScale="90000"/>
          </a:bodyPr>
          <a:lstStyle/>
          <a:p>
            <a:pPr algn="r"/>
            <a:r>
              <a:rPr lang="en-US" sz="4000" b="1" dirty="0">
                <a:solidFill>
                  <a:srgbClr val="FFFFFF"/>
                </a:solidFill>
              </a:rPr>
              <a:t>What is wrong with these requirements?</a:t>
            </a:r>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a:spcAft>
                <a:spcPts val="600"/>
              </a:spcAft>
              <a:defRPr/>
            </a:pPr>
            <a:fld id="{8C3B979E-D810-45CB-BB0A-EDCE524E644E}" type="slidenum">
              <a:rPr lang="en-US" sz="1100">
                <a:solidFill>
                  <a:schemeClr val="tx1">
                    <a:lumMod val="50000"/>
                    <a:lumOff val="50000"/>
                  </a:schemeClr>
                </a:solidFill>
              </a:rPr>
              <a:pPr>
                <a:spcAft>
                  <a:spcPts val="600"/>
                </a:spcAft>
                <a:defRPr/>
              </a:pPr>
              <a:t>17</a:t>
            </a:fld>
            <a:endParaRPr lang="en-US" sz="1100">
              <a:solidFill>
                <a:schemeClr val="tx1">
                  <a:lumMod val="50000"/>
                  <a:lumOff val="50000"/>
                </a:schemeClr>
              </a:solidFill>
            </a:endParaRPr>
          </a:p>
        </p:txBody>
      </p:sp>
      <p:graphicFrame>
        <p:nvGraphicFramePr>
          <p:cNvPr id="7" name="Content Placeholder 2">
            <a:extLst>
              <a:ext uri="{FF2B5EF4-FFF2-40B4-BE49-F238E27FC236}">
                <a16:creationId xmlns:a16="http://schemas.microsoft.com/office/drawing/2014/main" id="{84D86F68-83C7-BAF8-CF07-4084C29CA689}"/>
              </a:ext>
            </a:extLst>
          </p:cNvPr>
          <p:cNvGraphicFramePr>
            <a:graphicFrameLocks noGrp="1"/>
          </p:cNvGraphicFramePr>
          <p:nvPr>
            <p:ph idx="1"/>
            <p:extLst>
              <p:ext uri="{D42A27DB-BD31-4B8C-83A1-F6EECF244321}">
                <p14:modId xmlns:p14="http://schemas.microsoft.com/office/powerpoint/2010/main" val="2482749848"/>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1948411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86478" y="1683756"/>
            <a:ext cx="3115265" cy="2396359"/>
          </a:xfrm>
        </p:spPr>
        <p:txBody>
          <a:bodyPr anchor="b">
            <a:normAutofit/>
          </a:bodyPr>
          <a:lstStyle/>
          <a:p>
            <a:pPr algn="r"/>
            <a:r>
              <a:rPr lang="en-US" sz="4000">
                <a:solidFill>
                  <a:srgbClr val="FFFFFF"/>
                </a:solidFill>
              </a:rPr>
              <a:t>Problems with Requirements</a:t>
            </a:r>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a:spcAft>
                <a:spcPts val="600"/>
              </a:spcAft>
              <a:defRPr/>
            </a:pPr>
            <a:fld id="{8C3B979E-D810-45CB-BB0A-EDCE524E644E}" type="slidenum">
              <a:rPr lang="en-US" sz="1100">
                <a:solidFill>
                  <a:schemeClr val="tx1">
                    <a:lumMod val="50000"/>
                    <a:lumOff val="50000"/>
                  </a:schemeClr>
                </a:solidFill>
              </a:rPr>
              <a:pPr>
                <a:spcAft>
                  <a:spcPts val="600"/>
                </a:spcAft>
                <a:defRPr/>
              </a:pPr>
              <a:t>18</a:t>
            </a:fld>
            <a:endParaRPr lang="en-US" sz="1100">
              <a:solidFill>
                <a:schemeClr val="tx1">
                  <a:lumMod val="50000"/>
                  <a:lumOff val="50000"/>
                </a:schemeClr>
              </a:solidFill>
            </a:endParaRPr>
          </a:p>
        </p:txBody>
      </p:sp>
      <p:graphicFrame>
        <p:nvGraphicFramePr>
          <p:cNvPr id="7" name="Content Placeholder 2">
            <a:extLst>
              <a:ext uri="{FF2B5EF4-FFF2-40B4-BE49-F238E27FC236}">
                <a16:creationId xmlns:a16="http://schemas.microsoft.com/office/drawing/2014/main" id="{1FC1C909-C845-507C-57E4-2A2B610A68DB}"/>
              </a:ext>
            </a:extLst>
          </p:cNvPr>
          <p:cNvGraphicFramePr>
            <a:graphicFrameLocks noGrp="1"/>
          </p:cNvGraphicFramePr>
          <p:nvPr>
            <p:ph idx="1"/>
            <p:extLst>
              <p:ext uri="{D42A27DB-BD31-4B8C-83A1-F6EECF244321}">
                <p14:modId xmlns:p14="http://schemas.microsoft.com/office/powerpoint/2010/main" val="2875453835"/>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588508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1084" name="Picture 131076" descr="A person reaching for a paper on a table full of paper and sticky notes">
            <a:extLst>
              <a:ext uri="{FF2B5EF4-FFF2-40B4-BE49-F238E27FC236}">
                <a16:creationId xmlns:a16="http://schemas.microsoft.com/office/drawing/2014/main" id="{7C4F7DEB-62D5-0055-ED95-B6054C2875C5}"/>
              </a:ext>
            </a:extLst>
          </p:cNvPr>
          <p:cNvPicPr>
            <a:picLocks noChangeAspect="1"/>
          </p:cNvPicPr>
          <p:nvPr/>
        </p:nvPicPr>
        <p:blipFill rotWithShape="1">
          <a:blip r:embed="rId2">
            <a:duotone>
              <a:prstClr val="black"/>
              <a:schemeClr val="tx2">
                <a:tint val="45000"/>
                <a:satMod val="400000"/>
              </a:schemeClr>
            </a:duotone>
          </a:blip>
          <a:srcRect t="8913" b="6817"/>
          <a:stretch/>
        </p:blipFill>
        <p:spPr>
          <a:xfrm>
            <a:off x="20" y="10"/>
            <a:ext cx="12191980" cy="6857990"/>
          </a:xfrm>
          <a:prstGeom prst="rect">
            <a:avLst/>
          </a:prstGeom>
        </p:spPr>
      </p:pic>
      <p:sp>
        <p:nvSpPr>
          <p:cNvPr id="131085" name="Rectangle 131080">
            <a:extLst>
              <a:ext uri="{FF2B5EF4-FFF2-40B4-BE49-F238E27FC236}">
                <a16:creationId xmlns:a16="http://schemas.microsoft.com/office/drawing/2014/main" id="{B4147794-66B7-4CDE-BC75-BBDC48B2FC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59481" y="0"/>
            <a:ext cx="7718119" cy="685800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entury Schoolbook" panose="02040604050505020304"/>
              <a:ea typeface="+mn-ea"/>
              <a:cs typeface="+mn-cs"/>
            </a:endParaRPr>
          </a:p>
        </p:txBody>
      </p:sp>
      <p:sp>
        <p:nvSpPr>
          <p:cNvPr id="131074" name="Rectangle 2"/>
          <p:cNvSpPr>
            <a:spLocks noGrp="1" noChangeArrowheads="1"/>
          </p:cNvSpPr>
          <p:nvPr>
            <p:ph type="title"/>
          </p:nvPr>
        </p:nvSpPr>
        <p:spPr>
          <a:xfrm>
            <a:off x="3608437" y="0"/>
            <a:ext cx="7226711" cy="1828800"/>
          </a:xfrm>
        </p:spPr>
        <p:txBody>
          <a:bodyPr vert="horz" lIns="90487" tIns="44450" rIns="90487" bIns="44450" rtlCol="0" anchorCtr="0">
            <a:normAutofit/>
          </a:bodyPr>
          <a:lstStyle/>
          <a:p>
            <a:pPr eaLnBrk="1" hangingPunct="1">
              <a:defRPr/>
            </a:pPr>
            <a:r>
              <a:rPr lang="en-GB" sz="4800" dirty="0">
                <a:solidFill>
                  <a:schemeClr val="tx1">
                    <a:lumMod val="85000"/>
                    <a:lumOff val="15000"/>
                  </a:schemeClr>
                </a:solidFill>
              </a:rPr>
              <a:t>The Requirements Document</a:t>
            </a:r>
          </a:p>
        </p:txBody>
      </p:sp>
      <p:sp>
        <p:nvSpPr>
          <p:cNvPr id="131075" name="Rectangle 3"/>
          <p:cNvSpPr>
            <a:spLocks noGrp="1" noChangeArrowheads="1"/>
          </p:cNvSpPr>
          <p:nvPr>
            <p:ph type="body" idx="1"/>
          </p:nvPr>
        </p:nvSpPr>
        <p:spPr>
          <a:xfrm>
            <a:off x="3689382" y="1675513"/>
            <a:ext cx="7444625" cy="4969835"/>
          </a:xfrm>
        </p:spPr>
        <p:txBody>
          <a:bodyPr vert="horz" lIns="90487" tIns="44450" rIns="90487" bIns="44450" rtlCol="0">
            <a:noAutofit/>
          </a:bodyPr>
          <a:lstStyle/>
          <a:p>
            <a:pPr algn="just" eaLnBrk="1" hangingPunct="1">
              <a:defRPr/>
            </a:pPr>
            <a:r>
              <a:rPr lang="en-GB" sz="2400" dirty="0"/>
              <a:t>Is the official statement of what is required of the system developers</a:t>
            </a:r>
          </a:p>
          <a:p>
            <a:pPr algn="just" eaLnBrk="1" hangingPunct="1">
              <a:defRPr/>
            </a:pPr>
            <a:r>
              <a:rPr lang="en-GB" sz="2400" dirty="0"/>
              <a:t>It is a contract (and enforceable by law)!</a:t>
            </a:r>
          </a:p>
          <a:p>
            <a:pPr algn="just" eaLnBrk="1" hangingPunct="1">
              <a:defRPr/>
            </a:pPr>
            <a:r>
              <a:rPr lang="en-GB" sz="2400" dirty="0"/>
              <a:t>Should include both a definition and a specification of requirements</a:t>
            </a:r>
          </a:p>
          <a:p>
            <a:pPr algn="just" eaLnBrk="1" hangingPunct="1">
              <a:defRPr/>
            </a:pPr>
            <a:r>
              <a:rPr lang="en-GB" sz="2400" dirty="0"/>
              <a:t>It is NOT a design document. As far as possible, it should set of WHAT the system should do rather than HOW it should do it.</a:t>
            </a:r>
          </a:p>
          <a:p>
            <a:pPr algn="just" eaLnBrk="1" hangingPunct="1">
              <a:defRPr/>
            </a:pPr>
            <a:r>
              <a:rPr lang="en-GB" sz="2400" dirty="0"/>
              <a:t>There are many documentation formats</a:t>
            </a:r>
          </a:p>
          <a:p>
            <a:pPr algn="just" eaLnBrk="1" hangingPunct="1">
              <a:defRPr/>
            </a:pPr>
            <a:r>
              <a:rPr lang="en-GB" sz="2400" dirty="0"/>
              <a:t>There is no best documentation format – it all depends sponsor, on the situation, customer, application domain, etc.</a:t>
            </a:r>
          </a:p>
        </p:txBody>
      </p:sp>
      <p:sp>
        <p:nvSpPr>
          <p:cNvPr id="6" name="Slide Number Placeholder 5"/>
          <p:cNvSpPr>
            <a:spLocks noGrp="1"/>
          </p:cNvSpPr>
          <p:nvPr>
            <p:ph type="sldNum" sz="quarter" idx="12"/>
          </p:nvPr>
        </p:nvSpPr>
        <p:spPr>
          <a:xfrm>
            <a:off x="10615355" y="6356350"/>
            <a:ext cx="518652" cy="365125"/>
          </a:xfrm>
        </p:spPr>
        <p:txBody>
          <a:bodyPr>
            <a:normAutofit/>
          </a:bodyPr>
          <a:lstStyle/>
          <a:p>
            <a:pPr>
              <a:spcAft>
                <a:spcPts val="600"/>
              </a:spcAft>
              <a:defRPr/>
            </a:pPr>
            <a:fld id="{8D3458B8-C311-489C-AE6A-A687BA8C072E}" type="slidenum">
              <a:rPr lang="en-US">
                <a:solidFill>
                  <a:prstClr val="black">
                    <a:lumMod val="50000"/>
                    <a:lumOff val="50000"/>
                  </a:prstClr>
                </a:solidFill>
              </a:rPr>
              <a:pPr>
                <a:spcAft>
                  <a:spcPts val="600"/>
                </a:spcAft>
                <a:defRPr/>
              </a:pPr>
              <a:t>19</a:t>
            </a:fld>
            <a:endParaRPr lang="en-US">
              <a:solidFill>
                <a:prstClr val="black">
                  <a:lumMod val="50000"/>
                  <a:lumOff val="50000"/>
                </a:prstClr>
              </a:solidFill>
            </a:endParaRPr>
          </a:p>
        </p:txBody>
      </p:sp>
      <p:sp>
        <p:nvSpPr>
          <p:cNvPr id="131083" name="Rectangle 131082">
            <a:extLst>
              <a:ext uri="{FF2B5EF4-FFF2-40B4-BE49-F238E27FC236}">
                <a16:creationId xmlns:a16="http://schemas.microsoft.com/office/drawing/2014/main" id="{41202E79-1236-4DF8-9921-F47A0B079C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77600" y="0"/>
            <a:ext cx="914400" cy="6858000"/>
          </a:xfrm>
          <a:prstGeom prst="rect">
            <a:avLst/>
          </a:prstGeom>
          <a:solidFill>
            <a:schemeClr val="tx1">
              <a:lumMod val="85000"/>
              <a:lumOff val="15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478107464"/>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5"/>
          <p:cNvSpPr>
            <a:spLocks noGrp="1"/>
          </p:cNvSpPr>
          <p:nvPr>
            <p:ph type="sldNum" sz="quarter" idx="12"/>
          </p:nvPr>
        </p:nvSpPr>
        <p:spPr>
          <a:xfrm>
            <a:off x="6728636" y="6356350"/>
            <a:ext cx="2743200" cy="365125"/>
          </a:xfrm>
        </p:spPr>
        <p:txBody>
          <a:bodyPr/>
          <a:lstStyle/>
          <a:p>
            <a:pPr>
              <a:defRPr/>
            </a:pPr>
            <a:fld id="{DE98E8B3-6DE7-4901-BE0F-21E9D434D0EA}" type="slidenum">
              <a:rPr lang="en-US"/>
              <a:pPr>
                <a:defRPr/>
              </a:pPr>
              <a:t>20</a:t>
            </a:fld>
            <a:endParaRPr lang="en-US"/>
          </a:p>
        </p:txBody>
      </p:sp>
      <p:sp>
        <p:nvSpPr>
          <p:cNvPr id="132098" name="Rectangle 2"/>
          <p:cNvSpPr>
            <a:spLocks noGrp="1" noChangeArrowheads="1"/>
          </p:cNvSpPr>
          <p:nvPr>
            <p:ph type="title"/>
          </p:nvPr>
        </p:nvSpPr>
        <p:spPr>
          <a:xfrm>
            <a:off x="251636" y="304800"/>
            <a:ext cx="8077200" cy="1143000"/>
          </a:xfrm>
        </p:spPr>
        <p:txBody>
          <a:bodyPr/>
          <a:lstStyle/>
          <a:p>
            <a:pPr eaLnBrk="1" hangingPunct="1">
              <a:defRPr/>
            </a:pPr>
            <a:r>
              <a:rPr lang="en-GB" sz="4300" dirty="0"/>
              <a:t>Users of a Requirements Document</a:t>
            </a:r>
            <a:endParaRPr lang="en-US" sz="4300" dirty="0"/>
          </a:p>
        </p:txBody>
      </p:sp>
      <p:sp>
        <p:nvSpPr>
          <p:cNvPr id="132099" name="Text Box 3"/>
          <p:cNvSpPr txBox="1">
            <a:spLocks noChangeArrowheads="1"/>
          </p:cNvSpPr>
          <p:nvPr/>
        </p:nvSpPr>
        <p:spPr bwMode="auto">
          <a:xfrm>
            <a:off x="4198162" y="1633538"/>
            <a:ext cx="3902075" cy="1079500"/>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Specify the requirements and read them to check that they meet their needs. They specify changes to the requirements</a:t>
            </a:r>
          </a:p>
        </p:txBody>
      </p:sp>
      <p:sp>
        <p:nvSpPr>
          <p:cNvPr id="132100" name="Text Box 4"/>
          <p:cNvSpPr txBox="1">
            <a:spLocks noChangeArrowheads="1"/>
          </p:cNvSpPr>
          <p:nvPr/>
        </p:nvSpPr>
        <p:spPr bwMode="auto">
          <a:xfrm>
            <a:off x="4198162" y="2901951"/>
            <a:ext cx="3902075" cy="83502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Use the requirements document to plan a bid for the system and to plan the system development process</a:t>
            </a:r>
          </a:p>
        </p:txBody>
      </p:sp>
      <p:sp>
        <p:nvSpPr>
          <p:cNvPr id="132101" name="Text Box 5"/>
          <p:cNvSpPr txBox="1">
            <a:spLocks noChangeArrowheads="1"/>
          </p:cNvSpPr>
          <p:nvPr/>
        </p:nvSpPr>
        <p:spPr bwMode="auto">
          <a:xfrm>
            <a:off x="4198162" y="3925888"/>
            <a:ext cx="3902075" cy="590550"/>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Use the requirements to understand what system is to be developed</a:t>
            </a:r>
          </a:p>
        </p:txBody>
      </p:sp>
      <p:sp>
        <p:nvSpPr>
          <p:cNvPr id="132102" name="Text Box 6"/>
          <p:cNvSpPr txBox="1">
            <a:spLocks noChangeArrowheads="1"/>
          </p:cNvSpPr>
          <p:nvPr/>
        </p:nvSpPr>
        <p:spPr bwMode="auto">
          <a:xfrm>
            <a:off x="4198162" y="4705350"/>
            <a:ext cx="3902075" cy="590550"/>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Use the requirements to develop validation tests for the system</a:t>
            </a:r>
          </a:p>
        </p:txBody>
      </p:sp>
      <p:sp>
        <p:nvSpPr>
          <p:cNvPr id="132103" name="Text Box 7"/>
          <p:cNvSpPr txBox="1">
            <a:spLocks noChangeArrowheads="1"/>
          </p:cNvSpPr>
          <p:nvPr/>
        </p:nvSpPr>
        <p:spPr bwMode="auto">
          <a:xfrm>
            <a:off x="4198162" y="5486401"/>
            <a:ext cx="3902075" cy="83502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eaLnBrk="1" hangingPunct="1">
              <a:defRPr/>
            </a:pPr>
            <a:r>
              <a:rPr lang="en-US" sz="1600">
                <a:latin typeface="Tahoma" pitchFamily="34" charset="0"/>
              </a:rPr>
              <a:t>Use the requirements to help understand the system and the relationship between its parts</a:t>
            </a:r>
          </a:p>
        </p:txBody>
      </p:sp>
      <p:sp>
        <p:nvSpPr>
          <p:cNvPr id="132104" name="Text Box 8"/>
          <p:cNvSpPr txBox="1">
            <a:spLocks noChangeArrowheads="1"/>
          </p:cNvSpPr>
          <p:nvPr/>
        </p:nvSpPr>
        <p:spPr bwMode="auto">
          <a:xfrm>
            <a:off x="404036" y="2000251"/>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Customers</a:t>
            </a:r>
          </a:p>
        </p:txBody>
      </p:sp>
      <p:sp>
        <p:nvSpPr>
          <p:cNvPr id="132105" name="Text Box 9"/>
          <p:cNvSpPr txBox="1">
            <a:spLocks noChangeArrowheads="1"/>
          </p:cNvSpPr>
          <p:nvPr/>
        </p:nvSpPr>
        <p:spPr bwMode="auto">
          <a:xfrm>
            <a:off x="404036" y="3146426"/>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Managers</a:t>
            </a:r>
          </a:p>
        </p:txBody>
      </p:sp>
      <p:sp>
        <p:nvSpPr>
          <p:cNvPr id="132106" name="Text Box 10"/>
          <p:cNvSpPr txBox="1">
            <a:spLocks noChangeArrowheads="1"/>
          </p:cNvSpPr>
          <p:nvPr/>
        </p:nvSpPr>
        <p:spPr bwMode="auto">
          <a:xfrm>
            <a:off x="404036" y="4048126"/>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Developers</a:t>
            </a:r>
          </a:p>
        </p:txBody>
      </p:sp>
      <p:sp>
        <p:nvSpPr>
          <p:cNvPr id="132107" name="Text Box 11"/>
          <p:cNvSpPr txBox="1">
            <a:spLocks noChangeArrowheads="1"/>
          </p:cNvSpPr>
          <p:nvPr/>
        </p:nvSpPr>
        <p:spPr bwMode="auto">
          <a:xfrm>
            <a:off x="404036" y="4827589"/>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Test engineers</a:t>
            </a:r>
          </a:p>
        </p:txBody>
      </p:sp>
      <p:sp>
        <p:nvSpPr>
          <p:cNvPr id="132108" name="Text Box 12"/>
          <p:cNvSpPr txBox="1">
            <a:spLocks noChangeArrowheads="1"/>
          </p:cNvSpPr>
          <p:nvPr/>
        </p:nvSpPr>
        <p:spPr bwMode="auto">
          <a:xfrm>
            <a:off x="404036" y="5608639"/>
            <a:ext cx="2743200" cy="346075"/>
          </a:xfrm>
          <a:prstGeom prst="rect">
            <a:avLst/>
          </a:prstGeom>
          <a:solidFill>
            <a:schemeClr val="bg1"/>
          </a:solidFill>
          <a:ln w="9525">
            <a:solidFill>
              <a:schemeClr val="tx1"/>
            </a:solidFill>
            <a:miter lim="800000"/>
            <a:headEnd/>
            <a:tailEnd/>
          </a:ln>
          <a:effectLst>
            <a:outerShdw dist="107763" dir="2700000" algn="ctr" rotWithShape="0">
              <a:schemeClr val="bg2"/>
            </a:outerShdw>
          </a:effectLst>
        </p:spPr>
        <p:txBody>
          <a:bodyPr>
            <a:spAutoFit/>
          </a:bodyPr>
          <a:lstStyle/>
          <a:p>
            <a:pPr algn="ctr" eaLnBrk="1" hangingPunct="1">
              <a:defRPr/>
            </a:pPr>
            <a:r>
              <a:rPr lang="en-US" sz="1600">
                <a:latin typeface="Tahoma" pitchFamily="34" charset="0"/>
              </a:rPr>
              <a:t>Maintenance engineers</a:t>
            </a:r>
          </a:p>
        </p:txBody>
      </p:sp>
      <p:grpSp>
        <p:nvGrpSpPr>
          <p:cNvPr id="2" name="Group 22"/>
          <p:cNvGrpSpPr>
            <a:grpSpLocks/>
          </p:cNvGrpSpPr>
          <p:nvPr/>
        </p:nvGrpSpPr>
        <p:grpSpPr bwMode="auto">
          <a:xfrm>
            <a:off x="8328836" y="136526"/>
            <a:ext cx="3863164" cy="6721474"/>
            <a:chOff x="1392" y="576"/>
            <a:chExt cx="3024" cy="3744"/>
          </a:xfrm>
        </p:grpSpPr>
        <p:sp>
          <p:nvSpPr>
            <p:cNvPr id="34832" name="AutoShape 18"/>
            <p:cNvSpPr>
              <a:spLocks noChangeArrowheads="1"/>
            </p:cNvSpPr>
            <p:nvPr/>
          </p:nvSpPr>
          <p:spPr bwMode="auto">
            <a:xfrm>
              <a:off x="1392" y="576"/>
              <a:ext cx="3024" cy="3744"/>
            </a:xfrm>
            <a:prstGeom prst="irregularSeal1">
              <a:avLst/>
            </a:prstGeom>
            <a:solidFill>
              <a:srgbClr val="FFFF00"/>
            </a:solidFill>
            <a:ln w="9525">
              <a:solidFill>
                <a:schemeClr val="tx1"/>
              </a:solidFill>
              <a:miter lim="800000"/>
              <a:headEnd/>
              <a:tailEnd/>
            </a:ln>
          </p:spPr>
          <p:txBody>
            <a:bodyPr wrap="none" anchor="ctr"/>
            <a:lstStyle/>
            <a:p>
              <a:endParaRPr lang="en-US"/>
            </a:p>
          </p:txBody>
        </p:sp>
        <p:grpSp>
          <p:nvGrpSpPr>
            <p:cNvPr id="34833" name="Group 21"/>
            <p:cNvGrpSpPr>
              <a:grpSpLocks/>
            </p:cNvGrpSpPr>
            <p:nvPr/>
          </p:nvGrpSpPr>
          <p:grpSpPr bwMode="auto">
            <a:xfrm>
              <a:off x="2160" y="1664"/>
              <a:ext cx="1464" cy="1286"/>
              <a:chOff x="2160" y="1664"/>
              <a:chExt cx="1464" cy="1286"/>
            </a:xfrm>
          </p:grpSpPr>
          <p:sp>
            <p:nvSpPr>
              <p:cNvPr id="34839" name="Text Box 19"/>
              <p:cNvSpPr txBox="1">
                <a:spLocks noChangeArrowheads="1"/>
              </p:cNvSpPr>
              <p:nvPr/>
            </p:nvSpPr>
            <p:spPr bwMode="auto">
              <a:xfrm>
                <a:off x="2160" y="1680"/>
                <a:ext cx="1392" cy="231"/>
              </a:xfrm>
              <a:prstGeom prst="rect">
                <a:avLst/>
              </a:prstGeom>
              <a:noFill/>
              <a:ln w="9525">
                <a:noFill/>
                <a:miter lim="800000"/>
                <a:headEnd/>
                <a:tailEnd/>
              </a:ln>
            </p:spPr>
            <p:txBody>
              <a:bodyPr>
                <a:spAutoFit/>
              </a:bodyPr>
              <a:lstStyle/>
              <a:p>
                <a:pPr>
                  <a:spcBef>
                    <a:spcPct val="50000"/>
                  </a:spcBef>
                </a:pPr>
                <a:endParaRPr lang="en-US"/>
              </a:p>
            </p:txBody>
          </p:sp>
          <p:sp>
            <p:nvSpPr>
              <p:cNvPr id="34840" name="Text Box 20"/>
              <p:cNvSpPr txBox="1">
                <a:spLocks noChangeArrowheads="1"/>
              </p:cNvSpPr>
              <p:nvPr/>
            </p:nvSpPr>
            <p:spPr bwMode="auto">
              <a:xfrm>
                <a:off x="2184" y="1664"/>
                <a:ext cx="1440" cy="1286"/>
              </a:xfrm>
              <a:prstGeom prst="rect">
                <a:avLst/>
              </a:prstGeom>
              <a:noFill/>
              <a:ln w="9525">
                <a:noFill/>
                <a:miter lim="800000"/>
                <a:headEnd/>
                <a:tailEnd/>
              </a:ln>
            </p:spPr>
            <p:txBody>
              <a:bodyPr>
                <a:spAutoFit/>
              </a:bodyPr>
              <a:lstStyle/>
              <a:p>
                <a:pPr algn="ctr">
                  <a:spcBef>
                    <a:spcPct val="50000"/>
                  </a:spcBef>
                </a:pPr>
                <a:r>
                  <a:rPr lang="en-US" sz="1600" dirty="0">
                    <a:solidFill>
                      <a:schemeClr val="tx2">
                        <a:lumMod val="75000"/>
                      </a:schemeClr>
                    </a:solidFill>
                  </a:rPr>
                  <a:t>Don’t forget lawyers, judges, plaintiffs, juries, district attorneys, arbiters, mediators, etc., who will view the SRS as a legal document in the event of disputes.</a:t>
                </a:r>
              </a:p>
            </p:txBody>
          </p:sp>
        </p:grpSp>
      </p:grpSp>
    </p:spTree>
    <p:extLst>
      <p:ext uri="{BB962C8B-B14F-4D97-AF65-F5344CB8AC3E}">
        <p14:creationId xmlns:p14="http://schemas.microsoft.com/office/powerpoint/2010/main" val="3231707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linds(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3C513B-EFC3-1A8D-8D16-4C33E290FA39}"/>
              </a:ext>
            </a:extLst>
          </p:cNvPr>
          <p:cNvSpPr>
            <a:spLocks noGrp="1"/>
          </p:cNvSpPr>
          <p:nvPr>
            <p:ph type="title"/>
          </p:nvPr>
        </p:nvSpPr>
        <p:spPr>
          <a:xfrm>
            <a:off x="572493" y="238539"/>
            <a:ext cx="11018520" cy="1434415"/>
          </a:xfrm>
        </p:spPr>
        <p:txBody>
          <a:bodyPr anchor="b">
            <a:normAutofit/>
          </a:bodyPr>
          <a:lstStyle/>
          <a:p>
            <a:r>
              <a:rPr lang="en-US" sz="5400" dirty="0"/>
              <a:t>ISO/IEC/IEEE Standard 29148</a:t>
            </a:r>
          </a:p>
        </p:txBody>
      </p:sp>
      <p:sp>
        <p:nvSpPr>
          <p:cNvPr id="18"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2D5EABD-91C1-E6C7-B640-7432FBDE0FD4}"/>
              </a:ext>
            </a:extLst>
          </p:cNvPr>
          <p:cNvSpPr>
            <a:spLocks noGrp="1"/>
          </p:cNvSpPr>
          <p:nvPr>
            <p:ph idx="1"/>
          </p:nvPr>
        </p:nvSpPr>
        <p:spPr>
          <a:xfrm>
            <a:off x="146739" y="1869011"/>
            <a:ext cx="9376084" cy="4707967"/>
          </a:xfrm>
        </p:spPr>
        <p:txBody>
          <a:bodyPr anchor="t">
            <a:normAutofit fontScale="32500" lnSpcReduction="20000"/>
          </a:bodyPr>
          <a:lstStyle/>
          <a:p>
            <a:pPr algn="just"/>
            <a:r>
              <a:rPr lang="en-US" sz="7400" b="0" i="0" dirty="0">
                <a:effectLst/>
                <a:latin typeface="Times New Roman" panose="02020603050405020304" pitchFamily="18" charset="0"/>
                <a:cs typeface="Times New Roman" panose="02020603050405020304" pitchFamily="18" charset="0"/>
              </a:rPr>
              <a:t>In 2011, three international standardization bodies, the International Standards Organization (ISO), the International Electrotechnical Commission (IEC), and the Institute for Electrical and Electronics Engineers (IEEE) jointly released the ISO/IEC/IEEE Standard 29148 (2011). In 2018, the second edition of ISO/IEC/IEEE Standard was released. The standard is based on a model that produces a document that helps:</a:t>
            </a:r>
          </a:p>
          <a:p>
            <a:pPr lvl="1" algn="just"/>
            <a:r>
              <a:rPr lang="en-US" sz="7400" b="0" i="0" dirty="0">
                <a:effectLst/>
                <a:latin typeface="Times New Roman" panose="02020603050405020304" pitchFamily="18" charset="0"/>
                <a:cs typeface="Times New Roman" panose="02020603050405020304" pitchFamily="18" charset="0"/>
              </a:rPr>
              <a:t>to establish the basis for agreement between the acquirers or suppliers on what the product is to do;</a:t>
            </a:r>
          </a:p>
          <a:p>
            <a:pPr lvl="1" algn="just"/>
            <a:r>
              <a:rPr lang="en-US" sz="7400" b="0" i="0" dirty="0">
                <a:effectLst/>
                <a:latin typeface="Times New Roman" panose="02020603050405020304" pitchFamily="18" charset="0"/>
                <a:cs typeface="Times New Roman" panose="02020603050405020304" pitchFamily="18" charset="0"/>
              </a:rPr>
              <a:t> to force a rigorous assessment of requirements before design can begin and reduce later redesign;</a:t>
            </a:r>
          </a:p>
          <a:p>
            <a:pPr lvl="1" algn="just"/>
            <a:r>
              <a:rPr lang="en-US" sz="7400" b="0" i="0" dirty="0">
                <a:effectLst/>
                <a:latin typeface="Times New Roman" panose="02020603050405020304" pitchFamily="18" charset="0"/>
                <a:cs typeface="Times New Roman" panose="02020603050405020304" pitchFamily="18" charset="0"/>
              </a:rPr>
              <a:t>to provide a realistic basis for estimating product costs and risks, and schedules organizations to develop validation and verification plans;</a:t>
            </a:r>
          </a:p>
          <a:p>
            <a:pPr lvl="1" algn="just"/>
            <a:r>
              <a:rPr lang="en-US" sz="7400" b="0" i="0" dirty="0">
                <a:effectLst/>
                <a:latin typeface="Times New Roman" panose="02020603050405020304" pitchFamily="18" charset="0"/>
                <a:cs typeface="Times New Roman" panose="02020603050405020304" pitchFamily="18" charset="0"/>
              </a:rPr>
              <a:t> to provide an informed basis for deploying a product to new users or new operational environments;</a:t>
            </a:r>
          </a:p>
          <a:p>
            <a:pPr lvl="1" algn="just"/>
            <a:r>
              <a:rPr lang="en-US" sz="7400" b="0" i="0" dirty="0">
                <a:effectLst/>
                <a:latin typeface="Times New Roman" panose="02020603050405020304" pitchFamily="18" charset="0"/>
                <a:cs typeface="Times New Roman" panose="02020603050405020304" pitchFamily="18" charset="0"/>
              </a:rPr>
              <a:t>to provide a basis for product enhancement.</a:t>
            </a:r>
          </a:p>
          <a:p>
            <a:endParaRPr lang="en-US" sz="1000" dirty="0"/>
          </a:p>
        </p:txBody>
      </p:sp>
      <p:pic>
        <p:nvPicPr>
          <p:cNvPr id="5" name="Picture 4" descr="Rolls of blueprints">
            <a:extLst>
              <a:ext uri="{FF2B5EF4-FFF2-40B4-BE49-F238E27FC236}">
                <a16:creationId xmlns:a16="http://schemas.microsoft.com/office/drawing/2014/main" id="{1170B171-0985-6BEF-2ABD-8492AA8C505A}"/>
              </a:ext>
            </a:extLst>
          </p:cNvPr>
          <p:cNvPicPr>
            <a:picLocks noChangeAspect="1"/>
          </p:cNvPicPr>
          <p:nvPr/>
        </p:nvPicPr>
        <p:blipFill rotWithShape="1">
          <a:blip r:embed="rId2"/>
          <a:srcRect l="35782" r="2" b="2"/>
          <a:stretch/>
        </p:blipFill>
        <p:spPr>
          <a:xfrm>
            <a:off x="9640388" y="2071316"/>
            <a:ext cx="2250653" cy="4303358"/>
          </a:xfrm>
          <a:prstGeom prst="rect">
            <a:avLst/>
          </a:prstGeom>
        </p:spPr>
      </p:pic>
      <p:sp>
        <p:nvSpPr>
          <p:cNvPr id="4" name="Slide Number Placeholder 3">
            <a:extLst>
              <a:ext uri="{FF2B5EF4-FFF2-40B4-BE49-F238E27FC236}">
                <a16:creationId xmlns:a16="http://schemas.microsoft.com/office/drawing/2014/main" id="{131D11AC-DD3B-F399-D1C9-43F488C97D60}"/>
              </a:ext>
            </a:extLst>
          </p:cNvPr>
          <p:cNvSpPr>
            <a:spLocks noGrp="1"/>
          </p:cNvSpPr>
          <p:nvPr>
            <p:ph type="sldNum" sz="quarter" idx="12"/>
          </p:nvPr>
        </p:nvSpPr>
        <p:spPr/>
        <p:txBody>
          <a:bodyPr/>
          <a:lstStyle/>
          <a:p>
            <a:fld id="{7DF6DEEC-D04A-4FF0-9A08-7D39859C24F4}" type="slidenum">
              <a:rPr lang="en-US" smtClean="0"/>
              <a:t>21</a:t>
            </a:fld>
            <a:endParaRPr lang="en-US"/>
          </a:p>
        </p:txBody>
      </p:sp>
    </p:spTree>
    <p:extLst>
      <p:ext uri="{BB962C8B-B14F-4D97-AF65-F5344CB8AC3E}">
        <p14:creationId xmlns:p14="http://schemas.microsoft.com/office/powerpoint/2010/main" val="30937684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24293F-3AB3-EF70-5595-AD4E13D01095}"/>
              </a:ext>
            </a:extLst>
          </p:cNvPr>
          <p:cNvSpPr>
            <a:spLocks noGrp="1"/>
          </p:cNvSpPr>
          <p:nvPr>
            <p:ph type="title"/>
          </p:nvPr>
        </p:nvSpPr>
        <p:spPr>
          <a:xfrm>
            <a:off x="838200" y="365125"/>
            <a:ext cx="10515600" cy="1325563"/>
          </a:xfrm>
        </p:spPr>
        <p:txBody>
          <a:bodyPr>
            <a:normAutofit/>
          </a:bodyPr>
          <a:lstStyle/>
          <a:p>
            <a:r>
              <a:rPr lang="en-US" sz="5400" dirty="0"/>
              <a:t>ISO/IEC/IEEE Standard 29148</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1E6F206-AC28-B351-8C6F-D43D416159CA}"/>
              </a:ext>
            </a:extLst>
          </p:cNvPr>
          <p:cNvSpPr>
            <a:spLocks noGrp="1"/>
          </p:cNvSpPr>
          <p:nvPr>
            <p:ph idx="1"/>
          </p:nvPr>
        </p:nvSpPr>
        <p:spPr>
          <a:xfrm>
            <a:off x="838200" y="1929384"/>
            <a:ext cx="10515600" cy="4251960"/>
          </a:xfrm>
        </p:spPr>
        <p:txBody>
          <a:bodyPr>
            <a:normAutofit/>
          </a:bodyPr>
          <a:lstStyle/>
          <a:p>
            <a:pPr>
              <a:buFont typeface="Arial" panose="020B0604020202020204" pitchFamily="34" charset="0"/>
              <a:buChar char="•"/>
            </a:pPr>
            <a:r>
              <a:rPr lang="en-US" sz="3000" b="0" i="0" dirty="0">
                <a:effectLst/>
                <a:latin typeface="Times New Roman" panose="02020603050405020304" pitchFamily="18" charset="0"/>
                <a:cs typeface="Times New Roman" panose="02020603050405020304" pitchFamily="18" charset="0"/>
              </a:rPr>
              <a:t>The IEEE 29148 outline is particularly beneficial to the requirements engineer because it has been widely deployed across a broad range of application domains</a:t>
            </a:r>
          </a:p>
          <a:p>
            <a:r>
              <a:rPr lang="en-US" sz="3000" b="0" i="0" dirty="0">
                <a:effectLst/>
                <a:latin typeface="Times New Roman" panose="02020603050405020304" pitchFamily="18" charset="0"/>
                <a:cs typeface="Times New Roman" panose="02020603050405020304" pitchFamily="18" charset="0"/>
              </a:rPr>
              <a:t>Because of all the above, our course has adopted the IEEE 29148 standard as a template for your team project. </a:t>
            </a:r>
          </a:p>
          <a:p>
            <a:r>
              <a:rPr lang="en-US" sz="3000" b="0" i="0" dirty="0">
                <a:effectLst/>
                <a:latin typeface="Times New Roman" panose="02020603050405020304" pitchFamily="18" charset="0"/>
                <a:cs typeface="Times New Roman" panose="02020603050405020304" pitchFamily="18" charset="0"/>
              </a:rPr>
              <a:t>In particular, you will need to follow the template for your SRS (Software Requirements Specification) document (Delivery 2). The template is an adaptation of IEEE 29148.</a:t>
            </a:r>
          </a:p>
          <a:p>
            <a:endParaRPr lang="en-US" sz="2200" dirty="0"/>
          </a:p>
        </p:txBody>
      </p:sp>
      <p:sp>
        <p:nvSpPr>
          <p:cNvPr id="4" name="Slide Number Placeholder 3">
            <a:extLst>
              <a:ext uri="{FF2B5EF4-FFF2-40B4-BE49-F238E27FC236}">
                <a16:creationId xmlns:a16="http://schemas.microsoft.com/office/drawing/2014/main" id="{EDF15D4B-A595-6D24-96CA-26F701BA32C8}"/>
              </a:ext>
            </a:extLst>
          </p:cNvPr>
          <p:cNvSpPr>
            <a:spLocks noGrp="1"/>
          </p:cNvSpPr>
          <p:nvPr>
            <p:ph type="sldNum" sz="quarter" idx="12"/>
          </p:nvPr>
        </p:nvSpPr>
        <p:spPr/>
        <p:txBody>
          <a:bodyPr/>
          <a:lstStyle/>
          <a:p>
            <a:fld id="{7DF6DEEC-D04A-4FF0-9A08-7D39859C24F4}" type="slidenum">
              <a:rPr lang="en-US" smtClean="0"/>
              <a:t>22</a:t>
            </a:fld>
            <a:endParaRPr lang="en-US"/>
          </a:p>
        </p:txBody>
      </p:sp>
    </p:spTree>
    <p:extLst>
      <p:ext uri="{BB962C8B-B14F-4D97-AF65-F5344CB8AC3E}">
        <p14:creationId xmlns:p14="http://schemas.microsoft.com/office/powerpoint/2010/main" val="20952465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2">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5444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itle 12"/>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anchor="ctr">
            <a:normAutofit/>
          </a:bodyPr>
          <a:lstStyle/>
          <a:p>
            <a:pPr algn="ctr"/>
            <a:r>
              <a:rPr lang="en-US" sz="2600">
                <a:solidFill>
                  <a:srgbClr val="FFFFFF"/>
                </a:solidFill>
              </a:rPr>
              <a:t>Table of Contents for an SRS</a:t>
            </a:r>
          </a:p>
        </p:txBody>
      </p:sp>
      <p:pic>
        <p:nvPicPr>
          <p:cNvPr id="5" name="Picture 4">
            <a:extLst>
              <a:ext uri="{FF2B5EF4-FFF2-40B4-BE49-F238E27FC236}">
                <a16:creationId xmlns:a16="http://schemas.microsoft.com/office/drawing/2014/main" id="{67F8C856-D24F-1E9B-0111-7A1487C511FC}"/>
              </a:ext>
            </a:extLst>
          </p:cNvPr>
          <p:cNvPicPr>
            <a:picLocks noChangeAspect="1"/>
          </p:cNvPicPr>
          <p:nvPr/>
        </p:nvPicPr>
        <p:blipFill>
          <a:blip r:embed="rId3"/>
          <a:stretch>
            <a:fillRect/>
          </a:stretch>
        </p:blipFill>
        <p:spPr>
          <a:xfrm>
            <a:off x="3540642" y="0"/>
            <a:ext cx="8452884" cy="6721475"/>
          </a:xfrm>
          <a:prstGeom prst="rect">
            <a:avLst/>
          </a:prstGeom>
        </p:spPr>
      </p:pic>
      <p:sp>
        <p:nvSpPr>
          <p:cNvPr id="3" name="Slide Number Placeholder 2"/>
          <p:cNvSpPr>
            <a:spLocks noGrp="1"/>
          </p:cNvSpPr>
          <p:nvPr>
            <p:ph type="sldNum" sz="quarter" idx="12"/>
          </p:nvPr>
        </p:nvSpPr>
        <p:spPr>
          <a:xfrm>
            <a:off x="11310257" y="6356350"/>
            <a:ext cx="560009" cy="365125"/>
          </a:xfrm>
        </p:spPr>
        <p:txBody>
          <a:bodyPr>
            <a:normAutofit/>
          </a:bodyPr>
          <a:lstStyle/>
          <a:p>
            <a:pPr>
              <a:spcAft>
                <a:spcPts val="600"/>
              </a:spcAft>
              <a:defRPr/>
            </a:pPr>
            <a:fld id="{45867A58-FDFC-4EB4-BF4C-CC045E6F78D0}" type="slidenum">
              <a:rPr lang="en-US">
                <a:solidFill>
                  <a:srgbClr val="898989"/>
                </a:solidFill>
              </a:rPr>
              <a:pPr>
                <a:spcAft>
                  <a:spcPts val="600"/>
                </a:spcAft>
                <a:defRPr/>
              </a:pPr>
              <a:t>23</a:t>
            </a:fld>
            <a:endParaRPr lang="en-US">
              <a:solidFill>
                <a:srgbClr val="898989"/>
              </a:solidFill>
            </a:endParaRPr>
          </a:p>
        </p:txBody>
      </p:sp>
    </p:spTree>
    <p:extLst>
      <p:ext uri="{BB962C8B-B14F-4D97-AF65-F5344CB8AC3E}">
        <p14:creationId xmlns:p14="http://schemas.microsoft.com/office/powerpoint/2010/main" val="2611532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74E5D-1106-16BB-8A4A-6EBDC70985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714E3E-0721-1390-0B18-DAECB8F4D17A}"/>
              </a:ext>
            </a:extLst>
          </p:cNvPr>
          <p:cNvSpPr>
            <a:spLocks noGrp="1"/>
          </p:cNvSpPr>
          <p:nvPr>
            <p:ph type="title"/>
          </p:nvPr>
        </p:nvSpPr>
        <p:spPr>
          <a:xfrm>
            <a:off x="838200" y="365125"/>
            <a:ext cx="10515600" cy="1325563"/>
          </a:xfrm>
        </p:spPr>
        <p:txBody>
          <a:bodyPr>
            <a:normAutofit/>
          </a:bodyPr>
          <a:lstStyle/>
          <a:p>
            <a:r>
              <a:rPr lang="en-US" sz="5400" dirty="0"/>
              <a:t>SRS Document</a:t>
            </a:r>
          </a:p>
        </p:txBody>
      </p:sp>
      <p:sp>
        <p:nvSpPr>
          <p:cNvPr id="3" name="Content Placeholder 2">
            <a:extLst>
              <a:ext uri="{FF2B5EF4-FFF2-40B4-BE49-F238E27FC236}">
                <a16:creationId xmlns:a16="http://schemas.microsoft.com/office/drawing/2014/main" id="{034B43F8-51A6-1CE0-1B65-CE874C190AF5}"/>
              </a:ext>
            </a:extLst>
          </p:cNvPr>
          <p:cNvSpPr>
            <a:spLocks noGrp="1"/>
          </p:cNvSpPr>
          <p:nvPr>
            <p:ph idx="1"/>
          </p:nvPr>
        </p:nvSpPr>
        <p:spPr>
          <a:xfrm>
            <a:off x="838200" y="1564259"/>
            <a:ext cx="4648200" cy="5157216"/>
          </a:xfrm>
        </p:spPr>
        <p:txBody>
          <a:bodyPr>
            <a:noAutofit/>
          </a:bodyPr>
          <a:lstStyle/>
          <a:p>
            <a:pPr marL="0" indent="0">
              <a:buNone/>
            </a:pPr>
            <a:r>
              <a:rPr lang="en-US" sz="1200" b="1" dirty="0"/>
              <a:t>1. Introduction</a:t>
            </a:r>
          </a:p>
          <a:p>
            <a:r>
              <a:rPr lang="en-US" sz="1200" b="1" dirty="0"/>
              <a:t>Purpose</a:t>
            </a:r>
            <a:r>
              <a:rPr lang="en-US" sz="1200" dirty="0"/>
              <a:t> – Why this software exists; what problem it solves.</a:t>
            </a:r>
          </a:p>
          <a:p>
            <a:r>
              <a:rPr lang="en-US" sz="1200" b="1" dirty="0"/>
              <a:t>Scope</a:t>
            </a:r>
            <a:r>
              <a:rPr lang="en-US" sz="1200" dirty="0"/>
              <a:t> – What the software will do, and what it won’t do (boundaries).</a:t>
            </a:r>
          </a:p>
          <a:p>
            <a:r>
              <a:rPr lang="en-US" sz="1200" b="1" dirty="0"/>
              <a:t>Definitions, acronyms, abbreviations</a:t>
            </a:r>
            <a:r>
              <a:rPr lang="en-US" sz="1200" dirty="0"/>
              <a:t> – To avoid ambiguity.</a:t>
            </a:r>
          </a:p>
          <a:p>
            <a:r>
              <a:rPr lang="en-US" sz="1200" b="1" dirty="0"/>
              <a:t>References</a:t>
            </a:r>
            <a:r>
              <a:rPr lang="en-US" sz="1200" dirty="0"/>
              <a:t> – Standards, regulations, supporting documents.</a:t>
            </a:r>
          </a:p>
          <a:p>
            <a:r>
              <a:rPr lang="en-US" sz="1200" b="1" dirty="0"/>
              <a:t>Overview</a:t>
            </a:r>
            <a:r>
              <a:rPr lang="en-US" sz="1200" dirty="0"/>
              <a:t> – Short description of the system context.</a:t>
            </a:r>
            <a:br>
              <a:rPr lang="en-US" sz="1200" dirty="0"/>
            </a:br>
            <a:endParaRPr lang="en-US" sz="1200" dirty="0"/>
          </a:p>
          <a:p>
            <a:pPr marL="0" indent="0">
              <a:buNone/>
            </a:pPr>
            <a:r>
              <a:rPr lang="en-US" sz="1200" b="1" dirty="0"/>
              <a:t>2. Overall Description</a:t>
            </a:r>
          </a:p>
          <a:p>
            <a:r>
              <a:rPr lang="en-US" sz="1200" b="1" dirty="0"/>
              <a:t>Product perspective</a:t>
            </a:r>
            <a:r>
              <a:rPr lang="en-US" sz="1200" dirty="0"/>
              <a:t> – Context diagram or explanation of how the system fits into a larger environment.</a:t>
            </a:r>
          </a:p>
          <a:p>
            <a:r>
              <a:rPr lang="en-US" sz="1200" b="1" dirty="0"/>
              <a:t>Product functions</a:t>
            </a:r>
            <a:r>
              <a:rPr lang="en-US" sz="1200" dirty="0"/>
              <a:t> – High-level summary of capabilities.</a:t>
            </a:r>
          </a:p>
          <a:p>
            <a:r>
              <a:rPr lang="en-US" sz="1200" b="1" dirty="0"/>
              <a:t>User characteristics</a:t>
            </a:r>
            <a:r>
              <a:rPr lang="en-US" sz="1200" dirty="0"/>
              <a:t> – Who will use the system, their expertise level.</a:t>
            </a:r>
          </a:p>
          <a:p>
            <a:r>
              <a:rPr lang="en-US" sz="1200" b="1" dirty="0"/>
              <a:t>Constraints</a:t>
            </a:r>
            <a:r>
              <a:rPr lang="en-US" sz="1200" dirty="0"/>
              <a:t> – Regulatory, hardware, network, design limitations.</a:t>
            </a:r>
          </a:p>
          <a:p>
            <a:r>
              <a:rPr lang="en-US" sz="1200" b="1" dirty="0"/>
              <a:t>Assumptions and dependencies</a:t>
            </a:r>
            <a:r>
              <a:rPr lang="en-US" sz="1200" dirty="0"/>
              <a:t> – Conditions taken as true, or external factors.</a:t>
            </a:r>
            <a:br>
              <a:rPr lang="en-US" sz="1200" dirty="0"/>
            </a:br>
            <a:endParaRPr lang="en-US" sz="1200" dirty="0"/>
          </a:p>
          <a:p>
            <a:pPr marL="0" indent="0">
              <a:buNone/>
            </a:pPr>
            <a:r>
              <a:rPr lang="en-US" sz="1200" b="1" dirty="0"/>
              <a:t>3. Specific Requirements</a:t>
            </a:r>
          </a:p>
          <a:p>
            <a:r>
              <a:rPr lang="en-US" sz="1200" dirty="0"/>
              <a:t>This is the </a:t>
            </a:r>
            <a:r>
              <a:rPr lang="en-US" sz="1200" b="1" dirty="0"/>
              <a:t>core of the SRS</a:t>
            </a:r>
            <a:r>
              <a:rPr lang="en-US" sz="1200" dirty="0"/>
              <a:t> — often the longest section.</a:t>
            </a:r>
          </a:p>
          <a:p>
            <a:r>
              <a:rPr lang="en-US" sz="1200" b="1" dirty="0"/>
              <a:t>Functional requirements</a:t>
            </a:r>
            <a:r>
              <a:rPr lang="en-US" sz="1200" dirty="0"/>
              <a:t> (often expressed as </a:t>
            </a:r>
            <a:r>
              <a:rPr lang="en-US" sz="1200" i="1" dirty="0"/>
              <a:t>shall</a:t>
            </a:r>
            <a:r>
              <a:rPr lang="en-US" sz="1200" dirty="0"/>
              <a:t> statements, sometimes grouped by feature/use case).</a:t>
            </a:r>
          </a:p>
        </p:txBody>
      </p:sp>
      <p:sp>
        <p:nvSpPr>
          <p:cNvPr id="4" name="Slide Number Placeholder 3">
            <a:extLst>
              <a:ext uri="{FF2B5EF4-FFF2-40B4-BE49-F238E27FC236}">
                <a16:creationId xmlns:a16="http://schemas.microsoft.com/office/drawing/2014/main" id="{3D2A3A4F-5FEB-9DDE-F4B5-D0823311D1BA}"/>
              </a:ext>
            </a:extLst>
          </p:cNvPr>
          <p:cNvSpPr>
            <a:spLocks noGrp="1"/>
          </p:cNvSpPr>
          <p:nvPr>
            <p:ph type="sldNum" sz="quarter" idx="12"/>
          </p:nvPr>
        </p:nvSpPr>
        <p:spPr/>
        <p:txBody>
          <a:bodyPr/>
          <a:lstStyle/>
          <a:p>
            <a:fld id="{7DF6DEEC-D04A-4FF0-9A08-7D39859C24F4}" type="slidenum">
              <a:rPr lang="en-US" smtClean="0"/>
              <a:t>24</a:t>
            </a:fld>
            <a:endParaRPr lang="en-US"/>
          </a:p>
        </p:txBody>
      </p:sp>
      <p:sp>
        <p:nvSpPr>
          <p:cNvPr id="5" name="Content Placeholder 2">
            <a:extLst>
              <a:ext uri="{FF2B5EF4-FFF2-40B4-BE49-F238E27FC236}">
                <a16:creationId xmlns:a16="http://schemas.microsoft.com/office/drawing/2014/main" id="{7378A1DD-1CB8-2E52-1CB7-6B016B3AF38F}"/>
              </a:ext>
            </a:extLst>
          </p:cNvPr>
          <p:cNvSpPr txBox="1">
            <a:spLocks/>
          </p:cNvSpPr>
          <p:nvPr/>
        </p:nvSpPr>
        <p:spPr>
          <a:xfrm>
            <a:off x="5943600" y="1564259"/>
            <a:ext cx="4648200" cy="5157216"/>
          </a:xfrm>
          <a:prstGeom prst="rect">
            <a:avLst/>
          </a:prstGeom>
        </p:spPr>
        <p:txBody>
          <a:bodyPr vert="horz" lIns="91440" tIns="45720" rIns="91440" bIns="45720" rtlCol="0">
            <a:normAutofit fontScale="2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800" b="1" dirty="0"/>
              <a:t>3. Cont’d</a:t>
            </a:r>
          </a:p>
          <a:p>
            <a:r>
              <a:rPr lang="en-US" sz="4800" b="1" dirty="0"/>
              <a:t>Interfaces</a:t>
            </a:r>
            <a:r>
              <a:rPr lang="en-US" sz="4800" dirty="0"/>
              <a:t> (user interfaces, hardware interfaces, software interfaces, communication protocols).</a:t>
            </a:r>
          </a:p>
          <a:p>
            <a:r>
              <a:rPr lang="en-US" sz="4800" b="1" dirty="0"/>
              <a:t>Performance requirements</a:t>
            </a:r>
            <a:r>
              <a:rPr lang="en-US" sz="4800" dirty="0"/>
              <a:t> (response time, throughput, scalability).</a:t>
            </a:r>
          </a:p>
          <a:p>
            <a:r>
              <a:rPr lang="en-US" sz="4800" b="1" dirty="0"/>
              <a:t>Logical database requirements</a:t>
            </a:r>
            <a:r>
              <a:rPr lang="en-US" sz="4800" dirty="0"/>
              <a:t> (data models, schemas, consistency rules).</a:t>
            </a:r>
          </a:p>
          <a:p>
            <a:r>
              <a:rPr lang="en-US" sz="4800" b="1" dirty="0"/>
              <a:t>Design constraints</a:t>
            </a:r>
            <a:r>
              <a:rPr lang="en-US" sz="4800" dirty="0"/>
              <a:t> (e.g., must run on Windows, must use Oracle DB).</a:t>
            </a:r>
          </a:p>
          <a:p>
            <a:r>
              <a:rPr lang="en-US" sz="4800" b="1" dirty="0"/>
              <a:t>Standards compliance</a:t>
            </a:r>
            <a:r>
              <a:rPr lang="en-US" sz="4800" dirty="0"/>
              <a:t> (e.g., must comply with ISO 26262).</a:t>
            </a:r>
            <a:endParaRPr lang="en-US" sz="4800" b="1" dirty="0"/>
          </a:p>
          <a:p>
            <a:pPr marL="0" indent="0">
              <a:buNone/>
            </a:pPr>
            <a:r>
              <a:rPr lang="en-US" sz="4800" b="1" dirty="0"/>
              <a:t>4. Non-Functional Requirements (Quality Attributes)</a:t>
            </a:r>
          </a:p>
          <a:p>
            <a:r>
              <a:rPr lang="en-US" sz="4800" dirty="0"/>
              <a:t>Reliability</a:t>
            </a:r>
          </a:p>
          <a:p>
            <a:r>
              <a:rPr lang="en-US" sz="4800" dirty="0"/>
              <a:t>Availability</a:t>
            </a:r>
          </a:p>
          <a:p>
            <a:r>
              <a:rPr lang="en-US" sz="4800" dirty="0"/>
              <a:t>Security</a:t>
            </a:r>
          </a:p>
          <a:p>
            <a:r>
              <a:rPr lang="en-US" sz="4800" dirty="0"/>
              <a:t>Usability</a:t>
            </a:r>
          </a:p>
          <a:p>
            <a:r>
              <a:rPr lang="en-US" sz="4800" dirty="0"/>
              <a:t>Maintainability</a:t>
            </a:r>
          </a:p>
          <a:p>
            <a:r>
              <a:rPr lang="en-US" sz="4800" dirty="0"/>
              <a:t>Portability</a:t>
            </a:r>
            <a:br>
              <a:rPr lang="en-US" sz="4800" dirty="0"/>
            </a:br>
            <a:endParaRPr lang="en-US" sz="4800" dirty="0"/>
          </a:p>
          <a:p>
            <a:pPr marL="0" indent="0">
              <a:buNone/>
            </a:pPr>
            <a:r>
              <a:rPr lang="en-US" sz="4800" b="1" dirty="0"/>
              <a:t>5. Verification and Validation</a:t>
            </a:r>
          </a:p>
          <a:p>
            <a:r>
              <a:rPr lang="en-US" sz="4800" dirty="0"/>
              <a:t>How each requirement will be verified (test, analysis, inspection, demonstration).</a:t>
            </a:r>
            <a:br>
              <a:rPr lang="en-US" sz="4800" dirty="0"/>
            </a:br>
            <a:endParaRPr lang="en-US" sz="4800" dirty="0"/>
          </a:p>
          <a:p>
            <a:pPr marL="0" indent="0">
              <a:buNone/>
            </a:pPr>
            <a:r>
              <a:rPr lang="en-US" sz="4800" b="1" dirty="0"/>
              <a:t>6. Appendices</a:t>
            </a:r>
          </a:p>
          <a:p>
            <a:r>
              <a:rPr lang="en-US" sz="4800" dirty="0"/>
              <a:t>Supporting information, traceability matrix, glossaries, or domain models.</a:t>
            </a:r>
          </a:p>
          <a:p>
            <a:endParaRPr lang="en-US" sz="2200" dirty="0"/>
          </a:p>
        </p:txBody>
      </p:sp>
    </p:spTree>
    <p:extLst>
      <p:ext uri="{BB962C8B-B14F-4D97-AF65-F5344CB8AC3E}">
        <p14:creationId xmlns:p14="http://schemas.microsoft.com/office/powerpoint/2010/main" val="9903188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08638" y="386930"/>
            <a:ext cx="9236700" cy="1188950"/>
          </a:xfrm>
        </p:spPr>
        <p:txBody>
          <a:bodyPr anchor="b">
            <a:normAutofit/>
          </a:bodyPr>
          <a:lstStyle/>
          <a:p>
            <a:r>
              <a:rPr lang="en-US" sz="4600" dirty="0"/>
              <a:t>Organizational Options for </a:t>
            </a:r>
            <a:r>
              <a:rPr lang="en-US" sz="4600" b="1" dirty="0">
                <a:solidFill>
                  <a:schemeClr val="accent2"/>
                </a:solidFill>
              </a:rPr>
              <a:t>section 3.1</a:t>
            </a:r>
          </a:p>
        </p:txBody>
      </p:sp>
      <p:grpSp>
        <p:nvGrpSpPr>
          <p:cNvPr id="19" name="Group 18">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20" name="Rectangle 19">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Rectangle 20">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3" name="Rectangle 2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p:cNvSpPr>
            <a:spLocks noGrp="1"/>
          </p:cNvSpPr>
          <p:nvPr>
            <p:ph idx="1"/>
          </p:nvPr>
        </p:nvSpPr>
        <p:spPr>
          <a:xfrm>
            <a:off x="793660" y="2599509"/>
            <a:ext cx="10143668" cy="3435531"/>
          </a:xfrm>
        </p:spPr>
        <p:txBody>
          <a:bodyPr anchor="ctr">
            <a:normAutofit/>
          </a:bodyPr>
          <a:lstStyle/>
          <a:p>
            <a:r>
              <a:rPr lang="fr-FR" sz="2400" dirty="0"/>
              <a:t>System mode (e.g., navigation, combat, diagnostic)</a:t>
            </a:r>
          </a:p>
          <a:p>
            <a:r>
              <a:rPr lang="en-US" sz="2400" dirty="0"/>
              <a:t>User class (e.g., user, supervisor, diagnostic)</a:t>
            </a:r>
          </a:p>
          <a:p>
            <a:r>
              <a:rPr lang="en-US" sz="2400" dirty="0"/>
              <a:t>Object (by defining classes/objects, attributes, functions/methods, and</a:t>
            </a:r>
          </a:p>
          <a:p>
            <a:r>
              <a:rPr lang="en-US" sz="2400" dirty="0"/>
              <a:t>messages)</a:t>
            </a:r>
          </a:p>
          <a:p>
            <a:r>
              <a:rPr lang="en-US" sz="2400" dirty="0"/>
              <a:t>Feature (describes what the system provides to the user)</a:t>
            </a:r>
          </a:p>
          <a:p>
            <a:r>
              <a:rPr lang="en-US" sz="2400" dirty="0"/>
              <a:t>Stimulus (e.g., sensor 1, sensor 2, actuator 1, …)</a:t>
            </a:r>
          </a:p>
          <a:p>
            <a:r>
              <a:rPr lang="en-US" sz="2400" dirty="0"/>
              <a:t>Functional hierarchy (e.g., using a top-down decomposition of tasks)</a:t>
            </a:r>
          </a:p>
        </p:txBody>
      </p:sp>
      <p:sp>
        <p:nvSpPr>
          <p:cNvPr id="5" name="Slide Number Placeholder 4"/>
          <p:cNvSpPr>
            <a:spLocks noGrp="1"/>
          </p:cNvSpPr>
          <p:nvPr>
            <p:ph type="sldNum" sz="quarter" idx="12"/>
          </p:nvPr>
        </p:nvSpPr>
        <p:spPr>
          <a:xfrm>
            <a:off x="8610600" y="649224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8C3B979E-D810-45CB-BB0A-EDCE524E644E}"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669993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1683756"/>
            <a:ext cx="3701743" cy="2396359"/>
          </a:xfrm>
        </p:spPr>
        <p:txBody>
          <a:bodyPr anchor="b">
            <a:normAutofit/>
          </a:bodyPr>
          <a:lstStyle/>
          <a:p>
            <a:pPr algn="ctr"/>
            <a:r>
              <a:rPr lang="en-US" sz="4000" b="1" dirty="0">
                <a:solidFill>
                  <a:srgbClr val="FFFFFF"/>
                </a:solidFill>
              </a:rPr>
              <a:t>IEEE Std 29148</a:t>
            </a:r>
            <a:br>
              <a:rPr lang="en-US" sz="4000" b="1" dirty="0">
                <a:solidFill>
                  <a:srgbClr val="FFFFFF"/>
                </a:solidFill>
              </a:rPr>
            </a:br>
            <a:r>
              <a:rPr lang="en-US" sz="4000" b="1" dirty="0">
                <a:solidFill>
                  <a:srgbClr val="FFFFFF"/>
                </a:solidFill>
              </a:rPr>
              <a:t>Considerations for requirements</a:t>
            </a:r>
          </a:p>
        </p:txBody>
      </p:sp>
      <p:sp>
        <p:nvSpPr>
          <p:cNvPr id="4" name="Slide Number Placeholder 3"/>
          <p:cNvSpPr>
            <a:spLocks noGrp="1"/>
          </p:cNvSpPr>
          <p:nvPr>
            <p:ph type="sldNum" sz="quarter" idx="12"/>
          </p:nvPr>
        </p:nvSpPr>
        <p:spPr>
          <a:xfrm>
            <a:off x="11704320" y="6455664"/>
            <a:ext cx="448056" cy="365125"/>
          </a:xfrm>
        </p:spPr>
        <p:txBody>
          <a:bodyPr>
            <a:normAutofit/>
          </a:bodyPr>
          <a:lstStyle/>
          <a:p>
            <a:pPr>
              <a:spcAft>
                <a:spcPts val="600"/>
              </a:spcAft>
              <a:defRPr/>
            </a:pPr>
            <a:fld id="{0A97A682-319C-497E-8CA6-78F96D3139B4}" type="slidenum">
              <a:rPr lang="en-US" sz="1100">
                <a:solidFill>
                  <a:schemeClr val="tx1">
                    <a:lumMod val="50000"/>
                    <a:lumOff val="50000"/>
                  </a:schemeClr>
                </a:solidFill>
              </a:rPr>
              <a:pPr>
                <a:spcAft>
                  <a:spcPts val="600"/>
                </a:spcAft>
                <a:defRPr/>
              </a:pPr>
              <a:t>26</a:t>
            </a:fld>
            <a:endParaRPr lang="en-US" sz="1100">
              <a:solidFill>
                <a:schemeClr val="tx1">
                  <a:lumMod val="50000"/>
                  <a:lumOff val="50000"/>
                </a:schemeClr>
              </a:solidFill>
            </a:endParaRPr>
          </a:p>
        </p:txBody>
      </p:sp>
      <p:graphicFrame>
        <p:nvGraphicFramePr>
          <p:cNvPr id="7" name="Content Placeholder 4">
            <a:extLst>
              <a:ext uri="{FF2B5EF4-FFF2-40B4-BE49-F238E27FC236}">
                <a16:creationId xmlns:a16="http://schemas.microsoft.com/office/drawing/2014/main" id="{5AEE1E27-50C9-8D43-B664-4D40DC24F882}"/>
              </a:ext>
            </a:extLst>
          </p:cNvPr>
          <p:cNvGraphicFramePr>
            <a:graphicFrameLocks noGrp="1"/>
          </p:cNvGraphicFramePr>
          <p:nvPr>
            <p:ph idx="1"/>
            <p:extLst>
              <p:ext uri="{D42A27DB-BD31-4B8C-83A1-F6EECF244321}">
                <p14:modId xmlns:p14="http://schemas.microsoft.com/office/powerpoint/2010/main" val="2029775381"/>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887921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2" name="Rectangle 11">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2" name="Rectangle 21">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IEEE Std 29148</a:t>
            </a:r>
          </a:p>
        </p:txBody>
      </p:sp>
      <p:sp>
        <p:nvSpPr>
          <p:cNvPr id="3" name="Content Placeholder 2"/>
          <p:cNvSpPr>
            <a:spLocks noGrp="1"/>
          </p:cNvSpPr>
          <p:nvPr>
            <p:ph idx="1"/>
          </p:nvPr>
        </p:nvSpPr>
        <p:spPr>
          <a:xfrm>
            <a:off x="4810259" y="649480"/>
            <a:ext cx="6555347" cy="5546047"/>
          </a:xfrm>
        </p:spPr>
        <p:txBody>
          <a:bodyPr anchor="ctr">
            <a:normAutofit/>
          </a:bodyPr>
          <a:lstStyle/>
          <a:p>
            <a:r>
              <a:rPr lang="en-US" sz="3600" dirty="0"/>
              <a:t>For a set of requirements</a:t>
            </a:r>
          </a:p>
          <a:p>
            <a:pPr lvl="1"/>
            <a:r>
              <a:rPr lang="en-US" sz="3600" dirty="0"/>
              <a:t>Complete</a:t>
            </a:r>
          </a:p>
          <a:p>
            <a:pPr lvl="1"/>
            <a:r>
              <a:rPr lang="en-US" sz="3600" dirty="0"/>
              <a:t>Consistent</a:t>
            </a:r>
          </a:p>
          <a:p>
            <a:pPr lvl="1"/>
            <a:r>
              <a:rPr lang="en-US" sz="3600" dirty="0"/>
              <a:t>Bounded</a:t>
            </a:r>
          </a:p>
          <a:p>
            <a:pPr lvl="1"/>
            <a:r>
              <a:rPr lang="en-US" sz="3600" dirty="0"/>
              <a:t>Affordable</a:t>
            </a:r>
          </a:p>
          <a:p>
            <a:pPr lvl="1"/>
            <a:endParaRPr lang="en-US" sz="2000" dirty="0"/>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a:spcAft>
                <a:spcPts val="600"/>
              </a:spcAft>
              <a:defRPr/>
            </a:pPr>
            <a:fld id="{0B90B016-FD2A-45C3-8118-E7F5B434B504}" type="slidenum">
              <a:rPr lang="en-US" sz="1100">
                <a:solidFill>
                  <a:schemeClr val="tx1">
                    <a:lumMod val="50000"/>
                    <a:lumOff val="50000"/>
                  </a:schemeClr>
                </a:solidFill>
              </a:rPr>
              <a:pPr>
                <a:spcAft>
                  <a:spcPts val="600"/>
                </a:spcAft>
                <a:defRPr/>
              </a:pPr>
              <a:t>27</a:t>
            </a:fld>
            <a:endParaRPr lang="en-US" sz="1100">
              <a:solidFill>
                <a:schemeClr val="tx1">
                  <a:lumMod val="50000"/>
                  <a:lumOff val="50000"/>
                </a:schemeClr>
              </a:solidFill>
            </a:endParaRPr>
          </a:p>
        </p:txBody>
      </p:sp>
    </p:spTree>
    <p:extLst>
      <p:ext uri="{BB962C8B-B14F-4D97-AF65-F5344CB8AC3E}">
        <p14:creationId xmlns:p14="http://schemas.microsoft.com/office/powerpoint/2010/main" val="32806316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Singular</a:t>
            </a:r>
          </a:p>
        </p:txBody>
      </p:sp>
      <p:sp>
        <p:nvSpPr>
          <p:cNvPr id="3" name="Content Placeholder 2"/>
          <p:cNvSpPr>
            <a:spLocks noGrp="1"/>
          </p:cNvSpPr>
          <p:nvPr>
            <p:ph idx="1"/>
          </p:nvPr>
        </p:nvSpPr>
        <p:spPr>
          <a:xfrm>
            <a:off x="838200" y="2057400"/>
            <a:ext cx="10515600" cy="3871762"/>
          </a:xfrm>
        </p:spPr>
        <p:txBody>
          <a:bodyPr>
            <a:normAutofit/>
          </a:bodyPr>
          <a:lstStyle/>
          <a:p>
            <a:r>
              <a:rPr lang="en-US" sz="2200"/>
              <a:t>Each requirement specifies a single and have no conjunctions. </a:t>
            </a:r>
          </a:p>
          <a:p>
            <a:pPr lvl="1"/>
            <a:r>
              <a:rPr lang="en-US" sz="2200"/>
              <a:t>3.1.1 The pump control unit shall start the submersible pump motors to prevent the wet well from running over and stop the pump motors before the wet well runs dry.</a:t>
            </a:r>
          </a:p>
          <a:p>
            <a:r>
              <a:rPr lang="en-US" sz="2200"/>
              <a:t>versus:</a:t>
            </a:r>
          </a:p>
          <a:p>
            <a:pPr lvl="1"/>
            <a:r>
              <a:rPr lang="en-US" sz="2200"/>
              <a:t>3.1.1.1 The pump control unit shall start the submersible pump motors to prevent the wet well from running over.</a:t>
            </a:r>
          </a:p>
          <a:p>
            <a:pPr lvl="1"/>
            <a:r>
              <a:rPr lang="en-US" sz="2200"/>
              <a:t>3.1.1.2 The pump control unit shall stop the pump motors before the wet well runs dry.</a:t>
            </a:r>
          </a:p>
          <a:p>
            <a:r>
              <a:rPr lang="en-US" sz="2200"/>
              <a:t>Conjunctions can be used if they describe a single behavior</a:t>
            </a:r>
          </a:p>
          <a:p>
            <a:pPr lvl="1"/>
            <a:r>
              <a:rPr lang="en-US" sz="2200"/>
              <a:t>3.2.6  The light emitted by the display shall be either red or yellow.</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28</a:t>
            </a:fld>
            <a:endParaRPr lang="en-US">
              <a:solidFill>
                <a:schemeClr val="tx1">
                  <a:lumMod val="75000"/>
                  <a:lumOff val="25000"/>
                </a:schemeClr>
              </a:solidFill>
            </a:endParaRPr>
          </a:p>
        </p:txBody>
      </p:sp>
    </p:spTree>
    <p:extLst>
      <p:ext uri="{BB962C8B-B14F-4D97-AF65-F5344CB8AC3E}">
        <p14:creationId xmlns:p14="http://schemas.microsoft.com/office/powerpoint/2010/main" val="42247107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Feasible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that can be satisfied with current technology and cost constraints, </a:t>
            </a:r>
          </a:p>
          <a:p>
            <a:r>
              <a:rPr lang="en-US" sz="2400"/>
              <a:t>Not a ridiculous requirement.</a:t>
            </a:r>
          </a:p>
          <a:p>
            <a:r>
              <a:rPr lang="en-US" sz="2400"/>
              <a:t>Examples</a:t>
            </a:r>
          </a:p>
          <a:p>
            <a:pPr lvl="1"/>
            <a:r>
              <a:rPr lang="en-US" dirty="0"/>
              <a:t>The system shall consume no power.</a:t>
            </a:r>
          </a:p>
          <a:p>
            <a:pPr lvl="1"/>
            <a:r>
              <a:rPr lang="en-US" dirty="0"/>
              <a:t>The length of the beam shall be less than 0 feet. </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29</a:t>
            </a:fld>
            <a:endParaRPr lang="en-US">
              <a:solidFill>
                <a:schemeClr val="tx1">
                  <a:lumMod val="75000"/>
                  <a:lumOff val="25000"/>
                </a:schemeClr>
              </a:solidFill>
            </a:endParaRPr>
          </a:p>
        </p:txBody>
      </p:sp>
    </p:spTree>
    <p:extLst>
      <p:ext uri="{BB962C8B-B14F-4D97-AF65-F5344CB8AC3E}">
        <p14:creationId xmlns:p14="http://schemas.microsoft.com/office/powerpoint/2010/main" val="8262414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Unambiguous</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unambiguous if it can have only one interpretation.</a:t>
            </a:r>
          </a:p>
          <a:p>
            <a:r>
              <a:rPr lang="en-US" sz="2400"/>
              <a:t>Example</a:t>
            </a:r>
          </a:p>
          <a:p>
            <a:pPr lvl="1"/>
            <a:r>
              <a:rPr lang="en-US" dirty="0"/>
              <a:t>If the valve is open and the drain is open, then it should be closed.</a:t>
            </a:r>
          </a:p>
          <a:p>
            <a:r>
              <a:rPr lang="en-US" sz="2400"/>
              <a:t>Conjunctions can cause ambiguity and that is why they should be avoided.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30</a:t>
            </a:fld>
            <a:endParaRPr lang="en-US">
              <a:solidFill>
                <a:schemeClr val="tx1">
                  <a:lumMod val="75000"/>
                  <a:lumOff val="25000"/>
                </a:schemeClr>
              </a:solidFill>
            </a:endParaRPr>
          </a:p>
        </p:txBody>
      </p:sp>
    </p:spTree>
    <p:extLst>
      <p:ext uri="{BB962C8B-B14F-4D97-AF65-F5344CB8AC3E}">
        <p14:creationId xmlns:p14="http://schemas.microsoft.com/office/powerpoint/2010/main" val="106225476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Complete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dirty="0"/>
              <a:t>A requirement is complete “to the extent that all of its parts are present and each part is fully developed.”</a:t>
            </a:r>
          </a:p>
          <a:p>
            <a:pPr lvl="1"/>
            <a:r>
              <a:rPr lang="en-US" dirty="0"/>
              <a:t>Switch 1 shall have two positions, one position is “on”.</a:t>
            </a:r>
          </a:p>
          <a:p>
            <a:r>
              <a:rPr lang="en-US" sz="2400" dirty="0"/>
              <a:t>Same property for a set of requirements</a:t>
            </a:r>
          </a:p>
          <a:p>
            <a:pPr lvl="1"/>
            <a:r>
              <a:rPr lang="en-US" dirty="0"/>
              <a:t>E.g. no “TBD”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31</a:t>
            </a:fld>
            <a:endParaRPr lang="en-US">
              <a:solidFill>
                <a:schemeClr val="tx1">
                  <a:lumMod val="75000"/>
                  <a:lumOff val="25000"/>
                </a:schemeClr>
              </a:solidFill>
            </a:endParaRPr>
          </a:p>
        </p:txBody>
      </p:sp>
    </p:spTree>
    <p:extLst>
      <p:ext uri="{BB962C8B-B14F-4D97-AF65-F5344CB8AC3E}">
        <p14:creationId xmlns:p14="http://schemas.microsoft.com/office/powerpoint/2010/main" val="21941210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Consistent</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consistent if it does not contradict itself (internal) or a prevailing standard or law (external).</a:t>
            </a:r>
          </a:p>
          <a:p>
            <a:pPr lvl="1"/>
            <a:r>
              <a:rPr lang="en-US" dirty="0"/>
              <a:t>If the lever is in position 1 then it shall open and close the valve.</a:t>
            </a:r>
          </a:p>
          <a:p>
            <a:r>
              <a:rPr lang="en-US" sz="2400"/>
              <a:t>Same for a set of requirements (e.g.)</a:t>
            </a:r>
          </a:p>
          <a:p>
            <a:pPr lvl="1"/>
            <a:r>
              <a:rPr lang="en-US" dirty="0"/>
              <a:t>3.1 If the lever is in position 1, then valve 1 is opened.</a:t>
            </a:r>
          </a:p>
          <a:p>
            <a:pPr lvl="1"/>
            <a:r>
              <a:rPr lang="en-US" dirty="0"/>
              <a:t>3.2 If the lever is in position 1, then valve 1 is closed.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32</a:t>
            </a:fld>
            <a:endParaRPr lang="en-US">
              <a:solidFill>
                <a:schemeClr val="tx1">
                  <a:lumMod val="75000"/>
                  <a:lumOff val="25000"/>
                </a:schemeClr>
              </a:solidFill>
            </a:endParaRPr>
          </a:p>
        </p:txBody>
      </p:sp>
    </p:spTree>
    <p:extLst>
      <p:ext uri="{BB962C8B-B14F-4D97-AF65-F5344CB8AC3E}">
        <p14:creationId xmlns:p14="http://schemas.microsoft.com/office/powerpoint/2010/main" val="13636269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Verifiable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Satisfaction of the requirement can be demonstrated</a:t>
            </a:r>
          </a:p>
          <a:p>
            <a:pPr lvl="1"/>
            <a:r>
              <a:rPr lang="en-US" dirty="0"/>
              <a:t>The system shall be user friendly </a:t>
            </a:r>
          </a:p>
          <a:p>
            <a:r>
              <a:rPr lang="en-US" sz="2400"/>
              <a:t>Usually needs metrics associated with the requirement</a:t>
            </a:r>
          </a:p>
          <a:p>
            <a:r>
              <a:rPr lang="en-US" sz="2400"/>
              <a:t>Important to always envision the acceptance test along with the requirement</a:t>
            </a:r>
          </a:p>
          <a:p>
            <a:r>
              <a:rPr lang="en-US" sz="2400"/>
              <a:t>Goal-question-metric paradigm useful</a:t>
            </a:r>
          </a:p>
          <a:p>
            <a:endParaRPr lang="en-US" sz="2400"/>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33</a:t>
            </a:fld>
            <a:endParaRPr lang="en-US">
              <a:solidFill>
                <a:schemeClr val="tx1">
                  <a:lumMod val="75000"/>
                  <a:lumOff val="25000"/>
                </a:schemeClr>
              </a:solidFill>
            </a:endParaRPr>
          </a:p>
        </p:txBody>
      </p:sp>
    </p:spTree>
    <p:extLst>
      <p:ext uri="{BB962C8B-B14F-4D97-AF65-F5344CB8AC3E}">
        <p14:creationId xmlns:p14="http://schemas.microsoft.com/office/powerpoint/2010/main" val="40171329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Traceable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dirty="0"/>
              <a:t>Numbered or indexed somehow</a:t>
            </a:r>
          </a:p>
          <a:p>
            <a:r>
              <a:rPr lang="en-US" sz="2400" dirty="0"/>
              <a:t>Essential quality for effective communications ease of modification, and legal considerations.</a:t>
            </a:r>
          </a:p>
          <a:p>
            <a:r>
              <a:rPr lang="en-US" sz="2400" dirty="0"/>
              <a:t>Stored in a requirements management tool</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34</a:t>
            </a:fld>
            <a:endParaRPr lang="en-US">
              <a:solidFill>
                <a:schemeClr val="tx1">
                  <a:lumMod val="75000"/>
                  <a:lumOff val="25000"/>
                </a:schemeClr>
              </a:solidFill>
            </a:endParaRPr>
          </a:p>
        </p:txBody>
      </p:sp>
    </p:spTree>
    <p:extLst>
      <p:ext uri="{BB962C8B-B14F-4D97-AF65-F5344CB8AC3E}">
        <p14:creationId xmlns:p14="http://schemas.microsoft.com/office/powerpoint/2010/main" val="22861190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14A34-875E-9B3A-713A-415B3DE6A4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EAC294-B2C5-3ACE-D8D0-AD3CA0691A5B}"/>
              </a:ext>
            </a:extLst>
          </p:cNvPr>
          <p:cNvSpPr>
            <a:spLocks noGrp="1"/>
          </p:cNvSpPr>
          <p:nvPr>
            <p:ph type="title"/>
          </p:nvPr>
        </p:nvSpPr>
        <p:spPr>
          <a:xfrm>
            <a:off x="838200" y="631825"/>
            <a:ext cx="10515600" cy="1325563"/>
          </a:xfrm>
        </p:spPr>
        <p:txBody>
          <a:bodyPr>
            <a:normAutofit/>
          </a:bodyPr>
          <a:lstStyle/>
          <a:p>
            <a:r>
              <a:rPr lang="en-US" dirty="0"/>
              <a:t>Traceability Matrix</a:t>
            </a:r>
          </a:p>
        </p:txBody>
      </p:sp>
      <p:graphicFrame>
        <p:nvGraphicFramePr>
          <p:cNvPr id="4" name="Content Placeholder 3">
            <a:extLst>
              <a:ext uri="{FF2B5EF4-FFF2-40B4-BE49-F238E27FC236}">
                <a16:creationId xmlns:a16="http://schemas.microsoft.com/office/drawing/2014/main" id="{FCF5A784-DE16-3A8A-6C9F-384524E63993}"/>
              </a:ext>
            </a:extLst>
          </p:cNvPr>
          <p:cNvGraphicFramePr>
            <a:graphicFrameLocks noGrp="1"/>
          </p:cNvGraphicFramePr>
          <p:nvPr>
            <p:ph idx="1"/>
            <p:extLst>
              <p:ext uri="{D42A27DB-BD31-4B8C-83A1-F6EECF244321}">
                <p14:modId xmlns:p14="http://schemas.microsoft.com/office/powerpoint/2010/main" val="1507750247"/>
              </p:ext>
            </p:extLst>
          </p:nvPr>
        </p:nvGraphicFramePr>
        <p:xfrm>
          <a:off x="462987" y="1770928"/>
          <a:ext cx="11331618" cy="4548852"/>
        </p:xfrm>
        <a:graphic>
          <a:graphicData uri="http://schemas.openxmlformats.org/drawingml/2006/table">
            <a:tbl>
              <a:tblPr/>
              <a:tblGrid>
                <a:gridCol w="1888603">
                  <a:extLst>
                    <a:ext uri="{9D8B030D-6E8A-4147-A177-3AD203B41FA5}">
                      <a16:colId xmlns:a16="http://schemas.microsoft.com/office/drawing/2014/main" val="3097849325"/>
                    </a:ext>
                  </a:extLst>
                </a:gridCol>
                <a:gridCol w="1888603">
                  <a:extLst>
                    <a:ext uri="{9D8B030D-6E8A-4147-A177-3AD203B41FA5}">
                      <a16:colId xmlns:a16="http://schemas.microsoft.com/office/drawing/2014/main" val="1946519584"/>
                    </a:ext>
                  </a:extLst>
                </a:gridCol>
                <a:gridCol w="1888603">
                  <a:extLst>
                    <a:ext uri="{9D8B030D-6E8A-4147-A177-3AD203B41FA5}">
                      <a16:colId xmlns:a16="http://schemas.microsoft.com/office/drawing/2014/main" val="1151457417"/>
                    </a:ext>
                  </a:extLst>
                </a:gridCol>
                <a:gridCol w="1888603">
                  <a:extLst>
                    <a:ext uri="{9D8B030D-6E8A-4147-A177-3AD203B41FA5}">
                      <a16:colId xmlns:a16="http://schemas.microsoft.com/office/drawing/2014/main" val="2277336564"/>
                    </a:ext>
                  </a:extLst>
                </a:gridCol>
                <a:gridCol w="1888603">
                  <a:extLst>
                    <a:ext uri="{9D8B030D-6E8A-4147-A177-3AD203B41FA5}">
                      <a16:colId xmlns:a16="http://schemas.microsoft.com/office/drawing/2014/main" val="755826071"/>
                    </a:ext>
                  </a:extLst>
                </a:gridCol>
                <a:gridCol w="1888603">
                  <a:extLst>
                    <a:ext uri="{9D8B030D-6E8A-4147-A177-3AD203B41FA5}">
                      <a16:colId xmlns:a16="http://schemas.microsoft.com/office/drawing/2014/main" val="1973319715"/>
                    </a:ext>
                  </a:extLst>
                </a:gridCol>
              </a:tblGrid>
              <a:tr h="407614">
                <a:tc>
                  <a:txBody>
                    <a:bodyPr/>
                    <a:lstStyle/>
                    <a:p>
                      <a:pPr>
                        <a:buNone/>
                      </a:pPr>
                      <a:r>
                        <a:rPr lang="en-US" sz="1400" b="1"/>
                        <a:t>Req ID</a:t>
                      </a:r>
                      <a:endParaRPr lang="en-US" sz="1400"/>
                    </a:p>
                  </a:txBody>
                  <a:tcPr marL="49640" marR="49640" marT="24820" marB="24820" anchor="ctr">
                    <a:lnL>
                      <a:noFill/>
                    </a:lnL>
                    <a:lnR>
                      <a:noFill/>
                    </a:lnR>
                    <a:lnT>
                      <a:noFill/>
                    </a:lnT>
                    <a:lnB>
                      <a:noFill/>
                    </a:lnB>
                    <a:noFill/>
                  </a:tcPr>
                </a:tc>
                <a:tc>
                  <a:txBody>
                    <a:bodyPr/>
                    <a:lstStyle/>
                    <a:p>
                      <a:pPr>
                        <a:buNone/>
                      </a:pPr>
                      <a:r>
                        <a:rPr lang="en-US" sz="1400" b="1"/>
                        <a:t>Requirement Statement</a:t>
                      </a:r>
                      <a:endParaRPr lang="en-US" sz="1400"/>
                    </a:p>
                  </a:txBody>
                  <a:tcPr marL="49640" marR="49640" marT="24820" marB="24820" anchor="ctr">
                    <a:lnL>
                      <a:noFill/>
                    </a:lnL>
                    <a:lnR>
                      <a:noFill/>
                    </a:lnR>
                    <a:lnT>
                      <a:noFill/>
                    </a:lnT>
                    <a:lnB>
                      <a:noFill/>
                    </a:lnB>
                    <a:noFill/>
                  </a:tcPr>
                </a:tc>
                <a:tc>
                  <a:txBody>
                    <a:bodyPr/>
                    <a:lstStyle/>
                    <a:p>
                      <a:pPr>
                        <a:buNone/>
                      </a:pPr>
                      <a:r>
                        <a:rPr lang="en-US" sz="1400" b="1"/>
                        <a:t>Source</a:t>
                      </a:r>
                      <a:endParaRPr lang="en-US" sz="1400"/>
                    </a:p>
                  </a:txBody>
                  <a:tcPr marL="49640" marR="49640" marT="24820" marB="24820" anchor="ctr">
                    <a:lnL>
                      <a:noFill/>
                    </a:lnL>
                    <a:lnR>
                      <a:noFill/>
                    </a:lnR>
                    <a:lnT>
                      <a:noFill/>
                    </a:lnT>
                    <a:lnB>
                      <a:noFill/>
                    </a:lnB>
                    <a:noFill/>
                  </a:tcPr>
                </a:tc>
                <a:tc>
                  <a:txBody>
                    <a:bodyPr/>
                    <a:lstStyle/>
                    <a:p>
                      <a:pPr>
                        <a:buNone/>
                      </a:pPr>
                      <a:r>
                        <a:rPr lang="en-US" sz="1400" b="1"/>
                        <a:t>Design Element</a:t>
                      </a:r>
                      <a:endParaRPr lang="en-US" sz="1400"/>
                    </a:p>
                  </a:txBody>
                  <a:tcPr marL="49640" marR="49640" marT="24820" marB="24820" anchor="ctr">
                    <a:lnL>
                      <a:noFill/>
                    </a:lnL>
                    <a:lnR>
                      <a:noFill/>
                    </a:lnR>
                    <a:lnT>
                      <a:noFill/>
                    </a:lnT>
                    <a:lnB>
                      <a:noFill/>
                    </a:lnB>
                    <a:noFill/>
                  </a:tcPr>
                </a:tc>
                <a:tc>
                  <a:txBody>
                    <a:bodyPr/>
                    <a:lstStyle/>
                    <a:p>
                      <a:pPr>
                        <a:buNone/>
                      </a:pPr>
                      <a:r>
                        <a:rPr lang="en-US" sz="1400" b="1"/>
                        <a:t>Code Module</a:t>
                      </a:r>
                      <a:endParaRPr lang="en-US" sz="1400"/>
                    </a:p>
                  </a:txBody>
                  <a:tcPr marL="49640" marR="49640" marT="24820" marB="24820" anchor="ctr">
                    <a:lnL>
                      <a:noFill/>
                    </a:lnL>
                    <a:lnR>
                      <a:noFill/>
                    </a:lnR>
                    <a:lnT>
                      <a:noFill/>
                    </a:lnT>
                    <a:lnB>
                      <a:noFill/>
                    </a:lnB>
                    <a:noFill/>
                  </a:tcPr>
                </a:tc>
                <a:tc>
                  <a:txBody>
                    <a:bodyPr/>
                    <a:lstStyle/>
                    <a:p>
                      <a:pPr>
                        <a:buNone/>
                      </a:pPr>
                      <a:r>
                        <a:rPr lang="en-US" sz="1400" b="1"/>
                        <a:t>Test Case(s)</a:t>
                      </a:r>
                      <a:endParaRPr lang="en-US" sz="1400"/>
                    </a:p>
                  </a:txBody>
                  <a:tcPr marL="49640" marR="49640" marT="24820" marB="24820" anchor="ctr">
                    <a:lnL>
                      <a:noFill/>
                    </a:lnL>
                    <a:lnR>
                      <a:noFill/>
                    </a:lnR>
                    <a:lnT>
                      <a:noFill/>
                    </a:lnT>
                    <a:lnB>
                      <a:noFill/>
                    </a:lnB>
                    <a:noFill/>
                  </a:tcPr>
                </a:tc>
                <a:extLst>
                  <a:ext uri="{0D108BD9-81ED-4DB2-BD59-A6C34878D82A}">
                    <a16:rowId xmlns:a16="http://schemas.microsoft.com/office/drawing/2014/main" val="496585324"/>
                  </a:ext>
                </a:extLst>
              </a:tr>
              <a:tr h="933406">
                <a:tc>
                  <a:txBody>
                    <a:bodyPr/>
                    <a:lstStyle/>
                    <a:p>
                      <a:pPr>
                        <a:buNone/>
                      </a:pPr>
                      <a:r>
                        <a:rPr lang="en-US" sz="1400" dirty="0"/>
                        <a:t>REQ-001</a:t>
                      </a:r>
                    </a:p>
                  </a:txBody>
                  <a:tcPr marL="49640" marR="49640" marT="24820" marB="24820" anchor="ctr">
                    <a:lnL>
                      <a:noFill/>
                    </a:lnL>
                    <a:lnR>
                      <a:noFill/>
                    </a:lnR>
                    <a:lnT>
                      <a:noFill/>
                    </a:lnT>
                    <a:lnB>
                      <a:noFill/>
                    </a:lnB>
                    <a:noFill/>
                  </a:tcPr>
                </a:tc>
                <a:tc>
                  <a:txBody>
                    <a:bodyPr/>
                    <a:lstStyle/>
                    <a:p>
                      <a:pPr>
                        <a:buNone/>
                      </a:pPr>
                      <a:r>
                        <a:rPr lang="en-US" sz="1400" dirty="0"/>
                        <a:t>The system shall require login with username/password.</a:t>
                      </a:r>
                    </a:p>
                  </a:txBody>
                  <a:tcPr marL="49640" marR="49640" marT="24820" marB="24820" anchor="ctr">
                    <a:lnL>
                      <a:noFill/>
                    </a:lnL>
                    <a:lnR>
                      <a:noFill/>
                    </a:lnR>
                    <a:lnT>
                      <a:noFill/>
                    </a:lnT>
                    <a:lnB>
                      <a:noFill/>
                    </a:lnB>
                    <a:noFill/>
                  </a:tcPr>
                </a:tc>
                <a:tc>
                  <a:txBody>
                    <a:bodyPr/>
                    <a:lstStyle/>
                    <a:p>
                      <a:pPr>
                        <a:buNone/>
                      </a:pPr>
                      <a:r>
                        <a:rPr lang="en-US" sz="1400" dirty="0"/>
                        <a:t>Stakeholder Need #12</a:t>
                      </a:r>
                    </a:p>
                  </a:txBody>
                  <a:tcPr marL="49640" marR="49640" marT="24820" marB="24820" anchor="ctr">
                    <a:lnL>
                      <a:noFill/>
                    </a:lnL>
                    <a:lnR>
                      <a:noFill/>
                    </a:lnR>
                    <a:lnT>
                      <a:noFill/>
                    </a:lnT>
                    <a:lnB>
                      <a:noFill/>
                    </a:lnB>
                    <a:noFill/>
                  </a:tcPr>
                </a:tc>
                <a:tc>
                  <a:txBody>
                    <a:bodyPr/>
                    <a:lstStyle/>
                    <a:p>
                      <a:pPr>
                        <a:buNone/>
                      </a:pPr>
                      <a:r>
                        <a:rPr lang="en-US" sz="1400" dirty="0"/>
                        <a:t>Authentication Screen</a:t>
                      </a:r>
                    </a:p>
                  </a:txBody>
                  <a:tcPr marL="49640" marR="49640" marT="24820" marB="24820" anchor="ctr">
                    <a:lnL>
                      <a:noFill/>
                    </a:lnL>
                    <a:lnR>
                      <a:noFill/>
                    </a:lnR>
                    <a:lnT>
                      <a:noFill/>
                    </a:lnT>
                    <a:lnB>
                      <a:noFill/>
                    </a:lnB>
                    <a:noFill/>
                  </a:tcPr>
                </a:tc>
                <a:tc>
                  <a:txBody>
                    <a:bodyPr/>
                    <a:lstStyle/>
                    <a:p>
                      <a:pPr>
                        <a:buNone/>
                      </a:pPr>
                      <a:r>
                        <a:rPr lang="en-US" sz="1400" dirty="0" err="1">
                          <a:latin typeface="Courier New" panose="02070309020205020404" pitchFamily="49" charset="0"/>
                        </a:rPr>
                        <a:t>auth_controller.py</a:t>
                      </a:r>
                      <a:endParaRPr lang="en-US" sz="1400" dirty="0"/>
                    </a:p>
                  </a:txBody>
                  <a:tcPr marL="49640" marR="49640" marT="24820" marB="24820" anchor="ctr">
                    <a:lnL>
                      <a:noFill/>
                    </a:lnL>
                    <a:lnR>
                      <a:noFill/>
                    </a:lnR>
                    <a:lnT>
                      <a:noFill/>
                    </a:lnT>
                    <a:lnB>
                      <a:noFill/>
                    </a:lnB>
                    <a:noFill/>
                  </a:tcPr>
                </a:tc>
                <a:tc>
                  <a:txBody>
                    <a:bodyPr/>
                    <a:lstStyle/>
                    <a:p>
                      <a:pPr>
                        <a:buNone/>
                      </a:pPr>
                      <a:r>
                        <a:rPr lang="en-US" sz="1400" dirty="0"/>
                        <a:t>TC-01: Valid login </a:t>
                      </a:r>
                      <a:br>
                        <a:rPr lang="en-US" sz="1400" dirty="0"/>
                      </a:br>
                      <a:r>
                        <a:rPr lang="en-US" sz="1400" dirty="0"/>
                        <a:t>TC-02: Invalid login</a:t>
                      </a:r>
                    </a:p>
                  </a:txBody>
                  <a:tcPr marL="49640" marR="49640" marT="24820" marB="24820" anchor="ctr">
                    <a:lnL>
                      <a:noFill/>
                    </a:lnL>
                    <a:lnR>
                      <a:noFill/>
                    </a:lnR>
                    <a:lnT>
                      <a:noFill/>
                    </a:lnT>
                    <a:lnB>
                      <a:noFill/>
                    </a:lnB>
                    <a:noFill/>
                  </a:tcPr>
                </a:tc>
                <a:extLst>
                  <a:ext uri="{0D108BD9-81ED-4DB2-BD59-A6C34878D82A}">
                    <a16:rowId xmlns:a16="http://schemas.microsoft.com/office/drawing/2014/main" val="4047362851"/>
                  </a:ext>
                </a:extLst>
              </a:tr>
              <a:tr h="758142">
                <a:tc>
                  <a:txBody>
                    <a:bodyPr/>
                    <a:lstStyle/>
                    <a:p>
                      <a:pPr>
                        <a:buNone/>
                      </a:pPr>
                      <a:r>
                        <a:rPr lang="en-US" sz="1400"/>
                        <a:t>REQ-002</a:t>
                      </a:r>
                    </a:p>
                  </a:txBody>
                  <a:tcPr marL="49640" marR="49640" marT="24820" marB="24820" anchor="ctr">
                    <a:lnL>
                      <a:noFill/>
                    </a:lnL>
                    <a:lnR>
                      <a:noFill/>
                    </a:lnR>
                    <a:lnT>
                      <a:noFill/>
                    </a:lnT>
                    <a:lnB>
                      <a:noFill/>
                    </a:lnB>
                    <a:noFill/>
                  </a:tcPr>
                </a:tc>
                <a:tc>
                  <a:txBody>
                    <a:bodyPr/>
                    <a:lstStyle/>
                    <a:p>
                      <a:pPr>
                        <a:buNone/>
                      </a:pPr>
                      <a:r>
                        <a:rPr lang="en-US" sz="1400"/>
                        <a:t>The system shall lock an account after 5 failed attempts.</a:t>
                      </a:r>
                    </a:p>
                  </a:txBody>
                  <a:tcPr marL="49640" marR="49640" marT="24820" marB="24820" anchor="ctr">
                    <a:lnL>
                      <a:noFill/>
                    </a:lnL>
                    <a:lnR>
                      <a:noFill/>
                    </a:lnR>
                    <a:lnT>
                      <a:noFill/>
                    </a:lnT>
                    <a:lnB>
                      <a:noFill/>
                    </a:lnB>
                    <a:noFill/>
                  </a:tcPr>
                </a:tc>
                <a:tc>
                  <a:txBody>
                    <a:bodyPr/>
                    <a:lstStyle/>
                    <a:p>
                      <a:pPr>
                        <a:buNone/>
                      </a:pPr>
                      <a:r>
                        <a:rPr lang="en-US" sz="1400"/>
                        <a:t>Security Policy SP-03</a:t>
                      </a:r>
                    </a:p>
                  </a:txBody>
                  <a:tcPr marL="49640" marR="49640" marT="24820" marB="24820" anchor="ctr">
                    <a:lnL>
                      <a:noFill/>
                    </a:lnL>
                    <a:lnR>
                      <a:noFill/>
                    </a:lnR>
                    <a:lnT>
                      <a:noFill/>
                    </a:lnT>
                    <a:lnB>
                      <a:noFill/>
                    </a:lnB>
                    <a:noFill/>
                  </a:tcPr>
                </a:tc>
                <a:tc>
                  <a:txBody>
                    <a:bodyPr/>
                    <a:lstStyle/>
                    <a:p>
                      <a:pPr>
                        <a:buNone/>
                      </a:pPr>
                      <a:r>
                        <a:rPr lang="en-US" sz="1400"/>
                        <a:t>User Account Manager</a:t>
                      </a:r>
                    </a:p>
                  </a:txBody>
                  <a:tcPr marL="49640" marR="49640" marT="24820" marB="24820" anchor="ctr">
                    <a:lnL>
                      <a:noFill/>
                    </a:lnL>
                    <a:lnR>
                      <a:noFill/>
                    </a:lnR>
                    <a:lnT>
                      <a:noFill/>
                    </a:lnT>
                    <a:lnB>
                      <a:noFill/>
                    </a:lnB>
                    <a:noFill/>
                  </a:tcPr>
                </a:tc>
                <a:tc>
                  <a:txBody>
                    <a:bodyPr/>
                    <a:lstStyle/>
                    <a:p>
                      <a:pPr>
                        <a:buNone/>
                      </a:pPr>
                      <a:r>
                        <a:rPr lang="en-US" sz="1400">
                          <a:latin typeface="Courier New" panose="02070309020205020404" pitchFamily="49" charset="0"/>
                        </a:rPr>
                        <a:t>user_service.py</a:t>
                      </a:r>
                      <a:endParaRPr lang="en-US" sz="1400"/>
                    </a:p>
                  </a:txBody>
                  <a:tcPr marL="49640" marR="49640" marT="24820" marB="24820" anchor="ctr">
                    <a:lnL>
                      <a:noFill/>
                    </a:lnL>
                    <a:lnR>
                      <a:noFill/>
                    </a:lnR>
                    <a:lnT>
                      <a:noFill/>
                    </a:lnT>
                    <a:lnB>
                      <a:noFill/>
                    </a:lnB>
                    <a:noFill/>
                  </a:tcPr>
                </a:tc>
                <a:tc>
                  <a:txBody>
                    <a:bodyPr/>
                    <a:lstStyle/>
                    <a:p>
                      <a:pPr>
                        <a:buNone/>
                      </a:pPr>
                      <a:r>
                        <a:rPr lang="en-US" sz="1400"/>
                        <a:t>TC-03: Lock after 5 failures</a:t>
                      </a:r>
                    </a:p>
                  </a:txBody>
                  <a:tcPr marL="49640" marR="49640" marT="24820" marB="24820" anchor="ctr">
                    <a:lnL>
                      <a:noFill/>
                    </a:lnL>
                    <a:lnR>
                      <a:noFill/>
                    </a:lnR>
                    <a:lnT>
                      <a:noFill/>
                    </a:lnT>
                    <a:lnB>
                      <a:noFill/>
                    </a:lnB>
                    <a:noFill/>
                  </a:tcPr>
                </a:tc>
                <a:extLst>
                  <a:ext uri="{0D108BD9-81ED-4DB2-BD59-A6C34878D82A}">
                    <a16:rowId xmlns:a16="http://schemas.microsoft.com/office/drawing/2014/main" val="703684152"/>
                  </a:ext>
                </a:extLst>
              </a:tr>
              <a:tr h="758142">
                <a:tc>
                  <a:txBody>
                    <a:bodyPr/>
                    <a:lstStyle/>
                    <a:p>
                      <a:pPr>
                        <a:buNone/>
                      </a:pPr>
                      <a:r>
                        <a:rPr lang="en-US" sz="1400"/>
                        <a:t>REQ-003</a:t>
                      </a:r>
                    </a:p>
                  </a:txBody>
                  <a:tcPr marL="49640" marR="49640" marT="24820" marB="24820" anchor="ctr">
                    <a:lnL>
                      <a:noFill/>
                    </a:lnL>
                    <a:lnR>
                      <a:noFill/>
                    </a:lnR>
                    <a:lnT>
                      <a:noFill/>
                    </a:lnT>
                    <a:lnB>
                      <a:noFill/>
                    </a:lnB>
                    <a:noFill/>
                  </a:tcPr>
                </a:tc>
                <a:tc>
                  <a:txBody>
                    <a:bodyPr/>
                    <a:lstStyle/>
                    <a:p>
                      <a:pPr>
                        <a:buNone/>
                      </a:pPr>
                      <a:r>
                        <a:rPr lang="en-US" sz="1400"/>
                        <a:t>The system shall encrypt all user passwords using AES-256.</a:t>
                      </a:r>
                    </a:p>
                  </a:txBody>
                  <a:tcPr marL="49640" marR="49640" marT="24820" marB="24820" anchor="ctr">
                    <a:lnL>
                      <a:noFill/>
                    </a:lnL>
                    <a:lnR>
                      <a:noFill/>
                    </a:lnR>
                    <a:lnT>
                      <a:noFill/>
                    </a:lnT>
                    <a:lnB>
                      <a:noFill/>
                    </a:lnB>
                    <a:noFill/>
                  </a:tcPr>
                </a:tc>
                <a:tc>
                  <a:txBody>
                    <a:bodyPr/>
                    <a:lstStyle/>
                    <a:p>
                      <a:pPr>
                        <a:buNone/>
                      </a:pPr>
                      <a:r>
                        <a:rPr lang="en-US" sz="1400"/>
                        <a:t>GDPR, NIST 800-63</a:t>
                      </a:r>
                    </a:p>
                  </a:txBody>
                  <a:tcPr marL="49640" marR="49640" marT="24820" marB="24820" anchor="ctr">
                    <a:lnL>
                      <a:noFill/>
                    </a:lnL>
                    <a:lnR>
                      <a:noFill/>
                    </a:lnR>
                    <a:lnT>
                      <a:noFill/>
                    </a:lnT>
                    <a:lnB>
                      <a:noFill/>
                    </a:lnB>
                    <a:noFill/>
                  </a:tcPr>
                </a:tc>
                <a:tc>
                  <a:txBody>
                    <a:bodyPr/>
                    <a:lstStyle/>
                    <a:p>
                      <a:pPr>
                        <a:buNone/>
                      </a:pPr>
                      <a:r>
                        <a:rPr lang="en-US" sz="1400"/>
                        <a:t>Encryption Module</a:t>
                      </a:r>
                    </a:p>
                  </a:txBody>
                  <a:tcPr marL="49640" marR="49640" marT="24820" marB="24820" anchor="ctr">
                    <a:lnL>
                      <a:noFill/>
                    </a:lnL>
                    <a:lnR>
                      <a:noFill/>
                    </a:lnR>
                    <a:lnT>
                      <a:noFill/>
                    </a:lnT>
                    <a:lnB>
                      <a:noFill/>
                    </a:lnB>
                    <a:noFill/>
                  </a:tcPr>
                </a:tc>
                <a:tc>
                  <a:txBody>
                    <a:bodyPr/>
                    <a:lstStyle/>
                    <a:p>
                      <a:pPr>
                        <a:buNone/>
                      </a:pPr>
                      <a:r>
                        <a:rPr lang="en-US" sz="1400">
                          <a:latin typeface="Courier New" panose="02070309020205020404" pitchFamily="49" charset="0"/>
                        </a:rPr>
                        <a:t>crypto_utils.py</a:t>
                      </a:r>
                      <a:endParaRPr lang="en-US" sz="1400"/>
                    </a:p>
                  </a:txBody>
                  <a:tcPr marL="49640" marR="49640" marT="24820" marB="24820" anchor="ctr">
                    <a:lnL>
                      <a:noFill/>
                    </a:lnL>
                    <a:lnR>
                      <a:noFill/>
                    </a:lnR>
                    <a:lnT>
                      <a:noFill/>
                    </a:lnT>
                    <a:lnB>
                      <a:noFill/>
                    </a:lnB>
                    <a:noFill/>
                  </a:tcPr>
                </a:tc>
                <a:tc>
                  <a:txBody>
                    <a:bodyPr/>
                    <a:lstStyle/>
                    <a:p>
                      <a:pPr>
                        <a:buNone/>
                      </a:pPr>
                      <a:r>
                        <a:rPr lang="en-US" sz="1400"/>
                        <a:t>TC-04: Verify AES-256 hash</a:t>
                      </a:r>
                    </a:p>
                  </a:txBody>
                  <a:tcPr marL="49640" marR="49640" marT="24820" marB="24820" anchor="ctr">
                    <a:lnL>
                      <a:noFill/>
                    </a:lnL>
                    <a:lnR>
                      <a:noFill/>
                    </a:lnR>
                    <a:lnT>
                      <a:noFill/>
                    </a:lnT>
                    <a:lnB>
                      <a:noFill/>
                    </a:lnB>
                    <a:noFill/>
                  </a:tcPr>
                </a:tc>
                <a:extLst>
                  <a:ext uri="{0D108BD9-81ED-4DB2-BD59-A6C34878D82A}">
                    <a16:rowId xmlns:a16="http://schemas.microsoft.com/office/drawing/2014/main" val="4096056627"/>
                  </a:ext>
                </a:extLst>
              </a:tr>
              <a:tr h="758142">
                <a:tc>
                  <a:txBody>
                    <a:bodyPr/>
                    <a:lstStyle/>
                    <a:p>
                      <a:pPr>
                        <a:buNone/>
                      </a:pPr>
                      <a:r>
                        <a:rPr lang="en-US" sz="1400"/>
                        <a:t>REQ-004</a:t>
                      </a:r>
                    </a:p>
                  </a:txBody>
                  <a:tcPr marL="49640" marR="49640" marT="24820" marB="24820" anchor="ctr">
                    <a:lnL>
                      <a:noFill/>
                    </a:lnL>
                    <a:lnR>
                      <a:noFill/>
                    </a:lnR>
                    <a:lnT>
                      <a:noFill/>
                    </a:lnT>
                    <a:lnB>
                      <a:noFill/>
                    </a:lnB>
                    <a:noFill/>
                  </a:tcPr>
                </a:tc>
                <a:tc>
                  <a:txBody>
                    <a:bodyPr/>
                    <a:lstStyle/>
                    <a:p>
                      <a:pPr>
                        <a:buNone/>
                      </a:pPr>
                      <a:r>
                        <a:rPr lang="en-US" sz="1400"/>
                        <a:t>The system shall support password reset via email.</a:t>
                      </a:r>
                    </a:p>
                  </a:txBody>
                  <a:tcPr marL="49640" marR="49640" marT="24820" marB="24820" anchor="ctr">
                    <a:lnL>
                      <a:noFill/>
                    </a:lnL>
                    <a:lnR>
                      <a:noFill/>
                    </a:lnR>
                    <a:lnT>
                      <a:noFill/>
                    </a:lnT>
                    <a:lnB>
                      <a:noFill/>
                    </a:lnB>
                    <a:noFill/>
                  </a:tcPr>
                </a:tc>
                <a:tc>
                  <a:txBody>
                    <a:bodyPr/>
                    <a:lstStyle/>
                    <a:p>
                      <a:pPr>
                        <a:buNone/>
                      </a:pPr>
                      <a:r>
                        <a:rPr lang="en-US" sz="1400"/>
                        <a:t>Stakeholder Need #15</a:t>
                      </a:r>
                    </a:p>
                  </a:txBody>
                  <a:tcPr marL="49640" marR="49640" marT="24820" marB="24820" anchor="ctr">
                    <a:lnL>
                      <a:noFill/>
                    </a:lnL>
                    <a:lnR>
                      <a:noFill/>
                    </a:lnR>
                    <a:lnT>
                      <a:noFill/>
                    </a:lnT>
                    <a:lnB>
                      <a:noFill/>
                    </a:lnB>
                    <a:noFill/>
                  </a:tcPr>
                </a:tc>
                <a:tc>
                  <a:txBody>
                    <a:bodyPr/>
                    <a:lstStyle/>
                    <a:p>
                      <a:pPr>
                        <a:buNone/>
                      </a:pPr>
                      <a:r>
                        <a:rPr lang="en-US" sz="1400"/>
                        <a:t>Password Reset Service</a:t>
                      </a:r>
                    </a:p>
                  </a:txBody>
                  <a:tcPr marL="49640" marR="49640" marT="24820" marB="24820" anchor="ctr">
                    <a:lnL>
                      <a:noFill/>
                    </a:lnL>
                    <a:lnR>
                      <a:noFill/>
                    </a:lnR>
                    <a:lnT>
                      <a:noFill/>
                    </a:lnT>
                    <a:lnB>
                      <a:noFill/>
                    </a:lnB>
                    <a:noFill/>
                  </a:tcPr>
                </a:tc>
                <a:tc>
                  <a:txBody>
                    <a:bodyPr/>
                    <a:lstStyle/>
                    <a:p>
                      <a:pPr>
                        <a:buNone/>
                      </a:pPr>
                      <a:r>
                        <a:rPr lang="en-US" sz="1400">
                          <a:latin typeface="Courier New" panose="02070309020205020404" pitchFamily="49" charset="0"/>
                        </a:rPr>
                        <a:t>reset_handler.py</a:t>
                      </a:r>
                      <a:endParaRPr lang="en-US" sz="1400"/>
                    </a:p>
                  </a:txBody>
                  <a:tcPr marL="49640" marR="49640" marT="24820" marB="24820" anchor="ctr">
                    <a:lnL>
                      <a:noFill/>
                    </a:lnL>
                    <a:lnR>
                      <a:noFill/>
                    </a:lnR>
                    <a:lnT>
                      <a:noFill/>
                    </a:lnT>
                    <a:lnB>
                      <a:noFill/>
                    </a:lnB>
                    <a:noFill/>
                  </a:tcPr>
                </a:tc>
                <a:tc>
                  <a:txBody>
                    <a:bodyPr/>
                    <a:lstStyle/>
                    <a:p>
                      <a:pPr>
                        <a:buNone/>
                      </a:pPr>
                      <a:r>
                        <a:rPr lang="en-US" sz="1400"/>
                        <a:t>TC-05: Reset email sent </a:t>
                      </a:r>
                      <a:br>
                        <a:rPr lang="en-US" sz="1400"/>
                      </a:br>
                      <a:r>
                        <a:rPr lang="en-US" sz="1400"/>
                        <a:t>TC-06: Reset success</a:t>
                      </a:r>
                    </a:p>
                  </a:txBody>
                  <a:tcPr marL="49640" marR="49640" marT="24820" marB="24820" anchor="ctr">
                    <a:lnL>
                      <a:noFill/>
                    </a:lnL>
                    <a:lnR>
                      <a:noFill/>
                    </a:lnR>
                    <a:lnT>
                      <a:noFill/>
                    </a:lnT>
                    <a:lnB>
                      <a:noFill/>
                    </a:lnB>
                    <a:noFill/>
                  </a:tcPr>
                </a:tc>
                <a:extLst>
                  <a:ext uri="{0D108BD9-81ED-4DB2-BD59-A6C34878D82A}">
                    <a16:rowId xmlns:a16="http://schemas.microsoft.com/office/drawing/2014/main" val="1913262861"/>
                  </a:ext>
                </a:extLst>
              </a:tr>
              <a:tr h="933406">
                <a:tc>
                  <a:txBody>
                    <a:bodyPr/>
                    <a:lstStyle/>
                    <a:p>
                      <a:pPr>
                        <a:buNone/>
                      </a:pPr>
                      <a:r>
                        <a:rPr lang="en-US" sz="1400"/>
                        <a:t>REQ-005</a:t>
                      </a:r>
                    </a:p>
                  </a:txBody>
                  <a:tcPr marL="49640" marR="49640" marT="24820" marB="24820" anchor="ctr">
                    <a:lnL>
                      <a:noFill/>
                    </a:lnL>
                    <a:lnR>
                      <a:noFill/>
                    </a:lnR>
                    <a:lnT>
                      <a:noFill/>
                    </a:lnT>
                    <a:lnB>
                      <a:noFill/>
                    </a:lnB>
                    <a:noFill/>
                  </a:tcPr>
                </a:tc>
                <a:tc>
                  <a:txBody>
                    <a:bodyPr/>
                    <a:lstStyle/>
                    <a:p>
                      <a:pPr>
                        <a:buNone/>
                      </a:pPr>
                      <a:r>
                        <a:rPr lang="en-US" sz="1400"/>
                        <a:t>The system shall provide response times &lt; 200 ms for queries.</a:t>
                      </a:r>
                    </a:p>
                  </a:txBody>
                  <a:tcPr marL="49640" marR="49640" marT="24820" marB="24820" anchor="ctr">
                    <a:lnL>
                      <a:noFill/>
                    </a:lnL>
                    <a:lnR>
                      <a:noFill/>
                    </a:lnR>
                    <a:lnT>
                      <a:noFill/>
                    </a:lnT>
                    <a:lnB>
                      <a:noFill/>
                    </a:lnB>
                    <a:noFill/>
                  </a:tcPr>
                </a:tc>
                <a:tc>
                  <a:txBody>
                    <a:bodyPr/>
                    <a:lstStyle/>
                    <a:p>
                      <a:pPr>
                        <a:buNone/>
                      </a:pPr>
                      <a:r>
                        <a:rPr lang="en-US" sz="1400"/>
                        <a:t>Performance Req PR-01</a:t>
                      </a:r>
                    </a:p>
                  </a:txBody>
                  <a:tcPr marL="49640" marR="49640" marT="24820" marB="24820" anchor="ctr">
                    <a:lnL>
                      <a:noFill/>
                    </a:lnL>
                    <a:lnR>
                      <a:noFill/>
                    </a:lnR>
                    <a:lnT>
                      <a:noFill/>
                    </a:lnT>
                    <a:lnB>
                      <a:noFill/>
                    </a:lnB>
                    <a:noFill/>
                  </a:tcPr>
                </a:tc>
                <a:tc>
                  <a:txBody>
                    <a:bodyPr/>
                    <a:lstStyle/>
                    <a:p>
                      <a:pPr>
                        <a:buNone/>
                      </a:pPr>
                      <a:r>
                        <a:rPr lang="en-US" sz="1400"/>
                        <a:t>Database Query Layer</a:t>
                      </a:r>
                    </a:p>
                  </a:txBody>
                  <a:tcPr marL="49640" marR="49640" marT="24820" marB="24820" anchor="ctr">
                    <a:lnL>
                      <a:noFill/>
                    </a:lnL>
                    <a:lnR>
                      <a:noFill/>
                    </a:lnR>
                    <a:lnT>
                      <a:noFill/>
                    </a:lnT>
                    <a:lnB>
                      <a:noFill/>
                    </a:lnB>
                    <a:noFill/>
                  </a:tcPr>
                </a:tc>
                <a:tc>
                  <a:txBody>
                    <a:bodyPr/>
                    <a:lstStyle/>
                    <a:p>
                      <a:pPr>
                        <a:buNone/>
                      </a:pPr>
                      <a:r>
                        <a:rPr lang="en-US" sz="1400">
                          <a:latin typeface="Courier New" panose="02070309020205020404" pitchFamily="49" charset="0"/>
                        </a:rPr>
                        <a:t>db_query.py</a:t>
                      </a:r>
                      <a:endParaRPr lang="en-US" sz="1400"/>
                    </a:p>
                  </a:txBody>
                  <a:tcPr marL="49640" marR="49640" marT="24820" marB="24820" anchor="ctr">
                    <a:lnL>
                      <a:noFill/>
                    </a:lnL>
                    <a:lnR>
                      <a:noFill/>
                    </a:lnR>
                    <a:lnT>
                      <a:noFill/>
                    </a:lnT>
                    <a:lnB>
                      <a:noFill/>
                    </a:lnB>
                    <a:noFill/>
                  </a:tcPr>
                </a:tc>
                <a:tc>
                  <a:txBody>
                    <a:bodyPr/>
                    <a:lstStyle/>
                    <a:p>
                      <a:pPr>
                        <a:buNone/>
                      </a:pPr>
                      <a:r>
                        <a:rPr lang="en-US" sz="1400" dirty="0"/>
                        <a:t>TC-07: Response time test</a:t>
                      </a:r>
                    </a:p>
                  </a:txBody>
                  <a:tcPr marL="49640" marR="49640" marT="24820" marB="24820" anchor="ctr">
                    <a:lnL>
                      <a:noFill/>
                    </a:lnL>
                    <a:lnR>
                      <a:noFill/>
                    </a:lnR>
                    <a:lnT>
                      <a:noFill/>
                    </a:lnT>
                    <a:lnB>
                      <a:noFill/>
                    </a:lnB>
                    <a:noFill/>
                  </a:tcPr>
                </a:tc>
                <a:extLst>
                  <a:ext uri="{0D108BD9-81ED-4DB2-BD59-A6C34878D82A}">
                    <a16:rowId xmlns:a16="http://schemas.microsoft.com/office/drawing/2014/main" val="3378133230"/>
                  </a:ext>
                </a:extLst>
              </a:tr>
            </a:tbl>
          </a:graphicData>
        </a:graphic>
      </p:graphicFrame>
      <p:sp>
        <p:nvSpPr>
          <p:cNvPr id="5" name="Slide Number Placeholder 4">
            <a:extLst>
              <a:ext uri="{FF2B5EF4-FFF2-40B4-BE49-F238E27FC236}">
                <a16:creationId xmlns:a16="http://schemas.microsoft.com/office/drawing/2014/main" id="{A5825B9E-D4AA-0B12-37F2-D54504AC4D8A}"/>
              </a:ext>
            </a:extLst>
          </p:cNvPr>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35</a:t>
            </a:fld>
            <a:endParaRPr lang="en-US">
              <a:solidFill>
                <a:schemeClr val="tx1">
                  <a:lumMod val="75000"/>
                  <a:lumOff val="25000"/>
                </a:schemeClr>
              </a:solidFill>
            </a:endParaRPr>
          </a:p>
        </p:txBody>
      </p:sp>
    </p:spTree>
    <p:extLst>
      <p:ext uri="{BB962C8B-B14F-4D97-AF65-F5344CB8AC3E}">
        <p14:creationId xmlns:p14="http://schemas.microsoft.com/office/powerpoint/2010/main" val="28338761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Bounded</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set of requirements is bounded if it does not exceed the scope of the system intent.</a:t>
            </a:r>
          </a:p>
          <a:p>
            <a:r>
              <a:rPr lang="en-US" sz="2400"/>
              <a:t>Important to avoid scope creep.</a:t>
            </a:r>
          </a:p>
          <a:p>
            <a:r>
              <a:rPr lang="en-US" sz="2400"/>
              <a:t>Refer to mission statement (or conops) to avoid scope creep;</a:t>
            </a:r>
          </a:p>
          <a:p>
            <a:pPr lvl="1"/>
            <a:r>
              <a:rPr lang="en-US" dirty="0"/>
              <a:t>e.g. does this requirement fit the mission?</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36</a:t>
            </a:fld>
            <a:endParaRPr lang="en-US">
              <a:solidFill>
                <a:schemeClr val="tx1">
                  <a:lumMod val="75000"/>
                  <a:lumOff val="25000"/>
                </a:schemeClr>
              </a:solidFill>
            </a:endParaRPr>
          </a:p>
        </p:txBody>
      </p:sp>
    </p:spTree>
    <p:extLst>
      <p:ext uri="{BB962C8B-B14F-4D97-AF65-F5344CB8AC3E}">
        <p14:creationId xmlns:p14="http://schemas.microsoft.com/office/powerpoint/2010/main" val="25741096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Affordable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For a set of requirements meets budgetary constraints.</a:t>
            </a:r>
          </a:p>
          <a:p>
            <a:r>
              <a:rPr lang="en-US" sz="2400"/>
              <a:t>Affordability analysis discussed later</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37</a:t>
            </a:fld>
            <a:endParaRPr lang="en-US">
              <a:solidFill>
                <a:schemeClr val="tx1">
                  <a:lumMod val="75000"/>
                  <a:lumOff val="25000"/>
                </a:schemeClr>
              </a:solidFill>
            </a:endParaRPr>
          </a:p>
        </p:txBody>
      </p:sp>
    </p:spTree>
    <p:extLst>
      <p:ext uri="{BB962C8B-B14F-4D97-AF65-F5344CB8AC3E}">
        <p14:creationId xmlns:p14="http://schemas.microsoft.com/office/powerpoint/2010/main" val="4820566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631825"/>
            <a:ext cx="10515600" cy="1325563"/>
          </a:xfrm>
        </p:spPr>
        <p:txBody>
          <a:bodyPr>
            <a:normAutofit/>
          </a:bodyPr>
          <a:lstStyle/>
          <a:p>
            <a:r>
              <a:rPr lang="en-US" dirty="0"/>
              <a:t>Ranked</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Not a 29148 mandated quality, but…</a:t>
            </a:r>
          </a:p>
          <a:p>
            <a:r>
              <a:rPr lang="en-US" sz="2400"/>
              <a:t>Important for design decisions, tradeoff analysis, budget negotiations and more</a:t>
            </a:r>
          </a:p>
          <a:p>
            <a:r>
              <a:rPr lang="en-US" sz="2400"/>
              <a:t>Rank can be ordinal (1, 2, 3, …) or subjective (high, medium, low), or based on need (mandatory, desirable, optional)</a:t>
            </a:r>
          </a:p>
          <a:p>
            <a:r>
              <a:rPr lang="en-US" sz="2400"/>
              <a:t>Two requirements can hold the same rank</a:t>
            </a:r>
          </a:p>
          <a:p>
            <a:r>
              <a:rPr lang="en-US" sz="2400"/>
              <a:t>Ranking is part of the requirements agreement process</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a:spcAft>
                <a:spcPts val="600"/>
              </a:spcAft>
              <a:defRPr/>
            </a:pPr>
            <a:fld id="{0B90B016-FD2A-45C3-8118-E7F5B434B504}" type="slidenum">
              <a:rPr lang="en-US">
                <a:solidFill>
                  <a:schemeClr val="tx1">
                    <a:lumMod val="75000"/>
                    <a:lumOff val="25000"/>
                  </a:schemeClr>
                </a:solidFill>
              </a:rPr>
              <a:pPr>
                <a:spcAft>
                  <a:spcPts val="600"/>
                </a:spcAft>
                <a:defRPr/>
              </a:pPr>
              <a:t>38</a:t>
            </a:fld>
            <a:endParaRPr lang="en-US">
              <a:solidFill>
                <a:schemeClr val="tx1">
                  <a:lumMod val="75000"/>
                  <a:lumOff val="25000"/>
                </a:schemeClr>
              </a:solidFill>
            </a:endParaRPr>
          </a:p>
        </p:txBody>
      </p:sp>
    </p:spTree>
    <p:extLst>
      <p:ext uri="{BB962C8B-B14F-4D97-AF65-F5344CB8AC3E}">
        <p14:creationId xmlns:p14="http://schemas.microsoft.com/office/powerpoint/2010/main" val="3397386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4" name="Picture 3" descr="View from top of a car speeding along a bridge">
            <a:extLst>
              <a:ext uri="{FF2B5EF4-FFF2-40B4-BE49-F238E27FC236}">
                <a16:creationId xmlns:a16="http://schemas.microsoft.com/office/drawing/2014/main" id="{1EE352E5-2F83-4672-A766-F5C7E317BAD0}"/>
              </a:ext>
            </a:extLst>
          </p:cNvPr>
          <p:cNvPicPr>
            <a:picLocks noChangeAspect="1"/>
          </p:cNvPicPr>
          <p:nvPr/>
        </p:nvPicPr>
        <p:blipFill rotWithShape="1">
          <a:blip r:embed="rId2">
            <a:grayscl/>
          </a:blip>
          <a:srcRect t="12819" b="12182"/>
          <a:stretch/>
        </p:blipFill>
        <p:spPr>
          <a:xfrm>
            <a:off x="20" y="10"/>
            <a:ext cx="12191980" cy="6857990"/>
          </a:xfrm>
          <a:prstGeom prst="rect">
            <a:avLst/>
          </a:prstGeom>
        </p:spPr>
      </p:pic>
      <p:sp>
        <p:nvSpPr>
          <p:cNvPr id="8" name="Freeform 12">
            <a:extLst>
              <a:ext uri="{FF2B5EF4-FFF2-40B4-BE49-F238E27FC236}">
                <a16:creationId xmlns:a16="http://schemas.microsoft.com/office/drawing/2014/main" id="{5625EBD2-B0F5-41AE-B3A7-8EC4682642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581594" y="2311110"/>
            <a:ext cx="7028812" cy="2235780"/>
          </a:xfrm>
          <a:custGeom>
            <a:avLst/>
            <a:gdLst>
              <a:gd name="connsiteX0" fmla="*/ 0 w 8935452"/>
              <a:gd name="connsiteY0" fmla="*/ 0 h 3735526"/>
              <a:gd name="connsiteX1" fmla="*/ 8935452 w 8935452"/>
              <a:gd name="connsiteY1" fmla="*/ 0 h 3735526"/>
              <a:gd name="connsiteX2" fmla="*/ 8935452 w 8935452"/>
              <a:gd name="connsiteY2" fmla="*/ 3384463 h 3735526"/>
              <a:gd name="connsiteX3" fmla="*/ 4674433 w 8935452"/>
              <a:gd name="connsiteY3" fmla="*/ 3384463 h 3735526"/>
              <a:gd name="connsiteX4" fmla="*/ 4470816 w 8935452"/>
              <a:gd name="connsiteY4" fmla="*/ 3735526 h 3735526"/>
              <a:gd name="connsiteX5" fmla="*/ 4267200 w 8935452"/>
              <a:gd name="connsiteY5" fmla="*/ 3384463 h 3735526"/>
              <a:gd name="connsiteX6" fmla="*/ 0 w 8935452"/>
              <a:gd name="connsiteY6" fmla="*/ 3384463 h 37355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35452" h="3735526">
                <a:moveTo>
                  <a:pt x="0" y="0"/>
                </a:moveTo>
                <a:lnTo>
                  <a:pt x="8935452" y="0"/>
                </a:lnTo>
                <a:lnTo>
                  <a:pt x="8935452" y="3384463"/>
                </a:lnTo>
                <a:lnTo>
                  <a:pt x="4674433" y="3384463"/>
                </a:lnTo>
                <a:lnTo>
                  <a:pt x="4470816" y="3735526"/>
                </a:lnTo>
                <a:lnTo>
                  <a:pt x="4267200" y="3384463"/>
                </a:lnTo>
                <a:lnTo>
                  <a:pt x="0" y="3384463"/>
                </a:lnTo>
                <a:close/>
              </a:path>
            </a:pathLst>
          </a:custGeom>
          <a:solidFill>
            <a:schemeClr val="bg2"/>
          </a:solidFill>
          <a:ln w="190500" cap="sq" cmpd="thinThick">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6A91DC7-4916-43E8-EC18-091C7D9A9262}"/>
              </a:ext>
            </a:extLst>
          </p:cNvPr>
          <p:cNvSpPr>
            <a:spLocks noGrp="1"/>
          </p:cNvSpPr>
          <p:nvPr>
            <p:ph type="title"/>
          </p:nvPr>
        </p:nvSpPr>
        <p:spPr>
          <a:xfrm>
            <a:off x="3167062" y="2486025"/>
            <a:ext cx="5857875" cy="1676400"/>
          </a:xfrm>
        </p:spPr>
        <p:txBody>
          <a:bodyPr vert="horz" lIns="91440" tIns="45720" rIns="91440" bIns="45720" rtlCol="0" anchor="ctr">
            <a:normAutofit/>
          </a:bodyPr>
          <a:lstStyle/>
          <a:p>
            <a:pPr algn="ctr"/>
            <a:r>
              <a:rPr lang="en-US">
                <a:solidFill>
                  <a:schemeClr val="tx2"/>
                </a:solidFill>
              </a:rPr>
              <a:t>Best Practices</a:t>
            </a:r>
          </a:p>
        </p:txBody>
      </p:sp>
      <p:sp>
        <p:nvSpPr>
          <p:cNvPr id="3" name="Slide Number Placeholder 2">
            <a:extLst>
              <a:ext uri="{FF2B5EF4-FFF2-40B4-BE49-F238E27FC236}">
                <a16:creationId xmlns:a16="http://schemas.microsoft.com/office/drawing/2014/main" id="{9725E2B3-9A53-6C21-33AC-CF765A1734D9}"/>
              </a:ext>
            </a:extLst>
          </p:cNvPr>
          <p:cNvSpPr>
            <a:spLocks noGrp="1"/>
          </p:cNvSpPr>
          <p:nvPr>
            <p:ph type="sldNum" sz="quarter" idx="12"/>
          </p:nvPr>
        </p:nvSpPr>
        <p:spPr/>
        <p:txBody>
          <a:bodyPr/>
          <a:lstStyle/>
          <a:p>
            <a:fld id="{7DF6DEEC-D04A-4FF0-9A08-7D39859C24F4}" type="slidenum">
              <a:rPr lang="en-US" smtClean="0"/>
              <a:t>39</a:t>
            </a:fld>
            <a:endParaRPr lang="en-US"/>
          </a:p>
        </p:txBody>
      </p:sp>
    </p:spTree>
    <p:extLst>
      <p:ext uri="{BB962C8B-B14F-4D97-AF65-F5344CB8AC3E}">
        <p14:creationId xmlns:p14="http://schemas.microsoft.com/office/powerpoint/2010/main" val="15841768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Rectangle 17">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4" name="Freeform: Shape 23">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Shall or Must?</a:t>
            </a:r>
          </a:p>
        </p:txBody>
      </p:sp>
      <p:pic>
        <p:nvPicPr>
          <p:cNvPr id="5" name="Picture 4"/>
          <p:cNvPicPr>
            <a:picLocks noChangeAspect="1"/>
          </p:cNvPicPr>
          <p:nvPr/>
        </p:nvPicPr>
        <p:blipFill>
          <a:blip r:embed="rId3"/>
          <a:stretch>
            <a:fillRect/>
          </a:stretch>
        </p:blipFill>
        <p:spPr>
          <a:xfrm>
            <a:off x="4545963" y="467208"/>
            <a:ext cx="7138678" cy="5923584"/>
          </a:xfrm>
          <a:prstGeom prst="rect">
            <a:avLst/>
          </a:prstGeom>
        </p:spPr>
      </p:pic>
      <p:sp>
        <p:nvSpPr>
          <p:cNvPr id="4" name="Slide Number Placeholder 3"/>
          <p:cNvSpPr>
            <a:spLocks noGrp="1"/>
          </p:cNvSpPr>
          <p:nvPr>
            <p:ph type="sldNum" sz="quarter" idx="12"/>
          </p:nvPr>
        </p:nvSpPr>
        <p:spPr>
          <a:xfrm>
            <a:off x="11704319" y="6455664"/>
            <a:ext cx="448056"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32D7D2C2-707B-4A46-9555-1B03A5CE72A9}"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40</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821844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6984" name="Rectangle 126983">
            <a:extLst>
              <a:ext uri="{FF2B5EF4-FFF2-40B4-BE49-F238E27FC236}">
                <a16:creationId xmlns:a16="http://schemas.microsoft.com/office/drawing/2014/main" id="{87A57295-2710-4920-B99A-4D1FA03A62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6986" name="Rectangle 126985">
            <a:extLst>
              <a:ext uri="{FF2B5EF4-FFF2-40B4-BE49-F238E27FC236}">
                <a16:creationId xmlns:a16="http://schemas.microsoft.com/office/drawing/2014/main" id="{78067929-4D33-4306-9E2F-67C49CDDB5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3400" y="465745"/>
            <a:ext cx="11125200" cy="563943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978" name="Rectangle 2"/>
          <p:cNvSpPr>
            <a:spLocks noGrp="1" noChangeArrowheads="1"/>
          </p:cNvSpPr>
          <p:nvPr>
            <p:ph type="title"/>
          </p:nvPr>
        </p:nvSpPr>
        <p:spPr>
          <a:xfrm>
            <a:off x="838200" y="894027"/>
            <a:ext cx="3494362" cy="4782873"/>
          </a:xfrm>
        </p:spPr>
        <p:txBody>
          <a:bodyPr>
            <a:normAutofit/>
          </a:bodyPr>
          <a:lstStyle/>
          <a:p>
            <a:pPr algn="r" eaLnBrk="1" hangingPunct="1">
              <a:defRPr/>
            </a:pPr>
            <a:r>
              <a:rPr lang="en-US" dirty="0"/>
              <a:t>Best Practices</a:t>
            </a:r>
          </a:p>
        </p:txBody>
      </p:sp>
      <p:cxnSp>
        <p:nvCxnSpPr>
          <p:cNvPr id="126988" name="Straight Connector 126987">
            <a:extLst>
              <a:ext uri="{FF2B5EF4-FFF2-40B4-BE49-F238E27FC236}">
                <a16:creationId xmlns:a16="http://schemas.microsoft.com/office/drawing/2014/main" id="{2D72A2C9-F3CA-4216-8BAD-FA4C970C3C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2057400"/>
            <a:ext cx="0" cy="2743200"/>
          </a:xfrm>
          <a:prstGeom prst="line">
            <a:avLst/>
          </a:prstGeom>
          <a:ln w="190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126979" name="Rectangle 3"/>
          <p:cNvSpPr>
            <a:spLocks noGrp="1" noChangeArrowheads="1"/>
          </p:cNvSpPr>
          <p:nvPr>
            <p:ph type="body" idx="1"/>
          </p:nvPr>
        </p:nvSpPr>
        <p:spPr>
          <a:xfrm>
            <a:off x="4976032" y="894027"/>
            <a:ext cx="6377768" cy="4782873"/>
          </a:xfrm>
        </p:spPr>
        <p:txBody>
          <a:bodyPr anchor="ctr">
            <a:normAutofit/>
          </a:bodyPr>
          <a:lstStyle/>
          <a:p>
            <a:pPr eaLnBrk="1" hangingPunct="1">
              <a:defRPr/>
            </a:pPr>
            <a:r>
              <a:rPr lang="en-GB" sz="2400" dirty="0"/>
              <a:t>Use language in a consistent way. </a:t>
            </a:r>
            <a:endParaRPr lang="en-US" sz="2400" dirty="0"/>
          </a:p>
          <a:p>
            <a:pPr eaLnBrk="1" hangingPunct="1">
              <a:defRPr/>
            </a:pPr>
            <a:r>
              <a:rPr lang="en-GB" sz="2400" dirty="0"/>
              <a:t>Use “shall” for mandatory requirements,</a:t>
            </a:r>
            <a:endParaRPr lang="en-US" sz="2400" dirty="0"/>
          </a:p>
          <a:p>
            <a:pPr eaLnBrk="1" hangingPunct="1">
              <a:defRPr/>
            </a:pPr>
            <a:r>
              <a:rPr lang="en-GB" sz="2400" dirty="0"/>
              <a:t>Use “should”</a:t>
            </a:r>
            <a:r>
              <a:rPr lang="en-GB" sz="2400" b="1" dirty="0"/>
              <a:t> </a:t>
            </a:r>
            <a:r>
              <a:rPr lang="en-GB" sz="2400" dirty="0"/>
              <a:t>for desirable requirements</a:t>
            </a:r>
            <a:endParaRPr lang="en-US" sz="2400" dirty="0"/>
          </a:p>
          <a:p>
            <a:pPr eaLnBrk="1" hangingPunct="1">
              <a:defRPr/>
            </a:pPr>
            <a:r>
              <a:rPr lang="en-GB" sz="2400" dirty="0"/>
              <a:t>Use text highlighting to identify key parts of the requirement.</a:t>
            </a:r>
            <a:endParaRPr lang="en-US" sz="2400" dirty="0"/>
          </a:p>
          <a:p>
            <a:pPr eaLnBrk="1" hangingPunct="1">
              <a:defRPr/>
            </a:pPr>
            <a:r>
              <a:rPr lang="en-GB" sz="2400" dirty="0"/>
              <a:t>Avoid the use of technical language unless it is warranted.</a:t>
            </a:r>
            <a:endParaRPr lang="en-US" sz="2400" dirty="0"/>
          </a:p>
          <a:p>
            <a:pPr eaLnBrk="1" hangingPunct="1">
              <a:defRPr/>
            </a:pPr>
            <a:endParaRPr lang="en-US" sz="2400" dirty="0"/>
          </a:p>
        </p:txBody>
      </p:sp>
      <p:sp>
        <p:nvSpPr>
          <p:cNvPr id="6" name="Slide Number Placeholder 5"/>
          <p:cNvSpPr>
            <a:spLocks noGrp="1"/>
          </p:cNvSpPr>
          <p:nvPr>
            <p:ph type="sldNum" sz="quarter" idx="12"/>
          </p:nvPr>
        </p:nvSpPr>
        <p:spPr>
          <a:xfrm>
            <a:off x="10571516" y="6355080"/>
            <a:ext cx="782283"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D9D07D5-A15E-4949-8925-8B135B572750}" type="slidenum">
              <a:rPr kumimoji="0" lang="en-US" sz="1050" b="0" i="0" u="none" strike="noStrike" kern="1200" cap="none" spc="0" normalizeH="0" baseline="0" noProof="0">
                <a:ln>
                  <a:noFill/>
                </a:ln>
                <a:solidFill>
                  <a:prstClr val="white">
                    <a:alpha val="8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41</a:t>
            </a:fld>
            <a:endParaRPr kumimoji="0" lang="en-US" sz="1050" b="0" i="0" u="none" strike="noStrike" kern="1200" cap="none" spc="0" normalizeH="0" baseline="0" noProof="0">
              <a:ln>
                <a:noFill/>
              </a:ln>
              <a:solidFill>
                <a:prstClr val="white">
                  <a:alpha val="8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875952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24741" y="620392"/>
            <a:ext cx="3808268" cy="5504688"/>
          </a:xfrm>
        </p:spPr>
        <p:txBody>
          <a:bodyPr>
            <a:normAutofit/>
          </a:bodyPr>
          <a:lstStyle/>
          <a:p>
            <a:r>
              <a:rPr lang="en-US" sz="4700">
                <a:solidFill>
                  <a:schemeClr val="bg1"/>
                </a:solidFill>
              </a:rPr>
              <a:t>Shall Not Requirements</a:t>
            </a:r>
          </a:p>
        </p:txBody>
      </p:sp>
      <p:sp>
        <p:nvSpPr>
          <p:cNvPr id="5" name="Slide Number Placeholder 4"/>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8C3B979E-D810-45CB-BB0A-EDCE524E644E}"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7" name="Content Placeholder 2">
            <a:extLst>
              <a:ext uri="{FF2B5EF4-FFF2-40B4-BE49-F238E27FC236}">
                <a16:creationId xmlns:a16="http://schemas.microsoft.com/office/drawing/2014/main" id="{73D8126F-EC41-AA46-A7A0-44C65964B0DA}"/>
              </a:ext>
            </a:extLst>
          </p:cNvPr>
          <p:cNvGraphicFramePr>
            <a:graphicFrameLocks noGrp="1"/>
          </p:cNvGraphicFramePr>
          <p:nvPr>
            <p:ph idx="1"/>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376076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Avoid The Following</a:t>
            </a:r>
            <a:endParaRPr lang="en-US" dirty="0"/>
          </a:p>
        </p:txBody>
      </p:sp>
      <p:graphicFrame>
        <p:nvGraphicFramePr>
          <p:cNvPr id="13" name="Content Placeholder 2">
            <a:extLst>
              <a:ext uri="{FF2B5EF4-FFF2-40B4-BE49-F238E27FC236}">
                <a16:creationId xmlns:a16="http://schemas.microsoft.com/office/drawing/2014/main" id="{F571BC93-90F4-06E8-8C06-F8EBD309AA92}"/>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 </a:t>
            </a:r>
            <a:fld id="{8C3B979E-D810-45CB-BB0A-EDCE524E644E}"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62653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5960" name="Rectangle 125959">
            <a:extLst>
              <a:ext uri="{FF2B5EF4-FFF2-40B4-BE49-F238E27FC236}">
                <a16:creationId xmlns:a16="http://schemas.microsoft.com/office/drawing/2014/main" id="{87A57295-2710-4920-B99A-4D1FA03A62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5962" name="Rectangle 125961">
            <a:extLst>
              <a:ext uri="{FF2B5EF4-FFF2-40B4-BE49-F238E27FC236}">
                <a16:creationId xmlns:a16="http://schemas.microsoft.com/office/drawing/2014/main" id="{78067929-4D33-4306-9E2F-67C49CDDB5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3400" y="465745"/>
            <a:ext cx="11125200" cy="563943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954" name="Rectangle 2"/>
          <p:cNvSpPr>
            <a:spLocks noGrp="1" noChangeArrowheads="1"/>
          </p:cNvSpPr>
          <p:nvPr>
            <p:ph type="title"/>
          </p:nvPr>
        </p:nvSpPr>
        <p:spPr>
          <a:xfrm>
            <a:off x="838200" y="894027"/>
            <a:ext cx="3494362" cy="4782873"/>
          </a:xfrm>
        </p:spPr>
        <p:txBody>
          <a:bodyPr>
            <a:normAutofit/>
          </a:bodyPr>
          <a:lstStyle/>
          <a:p>
            <a:pPr algn="r" eaLnBrk="1" hangingPunct="1">
              <a:defRPr/>
            </a:pPr>
            <a:r>
              <a:rPr lang="en-US"/>
              <a:t>Bad Habits in Requirements Specification</a:t>
            </a:r>
          </a:p>
        </p:txBody>
      </p:sp>
      <p:cxnSp>
        <p:nvCxnSpPr>
          <p:cNvPr id="125964" name="Straight Connector 125963">
            <a:extLst>
              <a:ext uri="{FF2B5EF4-FFF2-40B4-BE49-F238E27FC236}">
                <a16:creationId xmlns:a16="http://schemas.microsoft.com/office/drawing/2014/main" id="{2D72A2C9-F3CA-4216-8BAD-FA4C970C3C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2057400"/>
            <a:ext cx="0" cy="2743200"/>
          </a:xfrm>
          <a:prstGeom prst="line">
            <a:avLst/>
          </a:prstGeom>
          <a:ln w="190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125955" name="Rectangle 3"/>
          <p:cNvSpPr>
            <a:spLocks noGrp="1" noChangeArrowheads="1"/>
          </p:cNvSpPr>
          <p:nvPr>
            <p:ph type="body" idx="1"/>
          </p:nvPr>
        </p:nvSpPr>
        <p:spPr>
          <a:xfrm>
            <a:off x="4976032" y="894027"/>
            <a:ext cx="6377768" cy="4782873"/>
          </a:xfrm>
        </p:spPr>
        <p:txBody>
          <a:bodyPr anchor="ctr">
            <a:normAutofit/>
          </a:bodyPr>
          <a:lstStyle/>
          <a:p>
            <a:pPr algn="just" eaLnBrk="1" hangingPunct="1">
              <a:defRPr/>
            </a:pPr>
            <a:r>
              <a:rPr lang="en-US" sz="2400" dirty="0"/>
              <a:t>Mixing of operational and descriptive specifications.</a:t>
            </a:r>
          </a:p>
          <a:p>
            <a:pPr algn="just" eaLnBrk="1" hangingPunct="1">
              <a:defRPr/>
            </a:pPr>
            <a:r>
              <a:rPr lang="en-US" sz="2400" dirty="0"/>
              <a:t>Combining low-level hardware functionality and high level systems and software functionality in the same functional level.</a:t>
            </a:r>
          </a:p>
          <a:p>
            <a:pPr algn="just" eaLnBrk="1" hangingPunct="1">
              <a:defRPr/>
            </a:pPr>
            <a:r>
              <a:rPr lang="en-US" sz="2400" dirty="0"/>
              <a:t>Omission of timing information.</a:t>
            </a:r>
          </a:p>
        </p:txBody>
      </p:sp>
      <p:sp>
        <p:nvSpPr>
          <p:cNvPr id="6" name="Slide Number Placeholder 5"/>
          <p:cNvSpPr>
            <a:spLocks noGrp="1"/>
          </p:cNvSpPr>
          <p:nvPr>
            <p:ph type="sldNum" sz="quarter" idx="12"/>
          </p:nvPr>
        </p:nvSpPr>
        <p:spPr>
          <a:xfrm>
            <a:off x="10571516" y="6355080"/>
            <a:ext cx="782283"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788C250B-0CCE-4170-90C6-F0FD4194410B}" type="slidenum">
              <a:rPr kumimoji="0" lang="en-US" sz="1050" b="0" i="0" u="none" strike="noStrike" kern="1200" cap="none" spc="0" normalizeH="0" baseline="0" noProof="0">
                <a:ln>
                  <a:noFill/>
                </a:ln>
                <a:solidFill>
                  <a:prstClr val="white">
                    <a:alpha val="8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44</a:t>
            </a:fld>
            <a:endParaRPr kumimoji="0" lang="en-US" sz="1050" b="0" i="0" u="none" strike="noStrike" kern="1200" cap="none" spc="0" normalizeH="0" baseline="0" noProof="0">
              <a:ln>
                <a:noFill/>
              </a:ln>
              <a:solidFill>
                <a:prstClr val="white">
                  <a:alpha val="8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224292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8009" name="Rectangle 128008">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8002" name="Rectangle 2"/>
          <p:cNvSpPr>
            <a:spLocks noGrp="1" noChangeArrowheads="1"/>
          </p:cNvSpPr>
          <p:nvPr>
            <p:ph type="title"/>
          </p:nvPr>
        </p:nvSpPr>
        <p:spPr>
          <a:xfrm>
            <a:off x="524741" y="620392"/>
            <a:ext cx="3808268" cy="5504688"/>
          </a:xfrm>
        </p:spPr>
        <p:txBody>
          <a:bodyPr>
            <a:normAutofit/>
          </a:bodyPr>
          <a:lstStyle/>
          <a:p>
            <a:pPr eaLnBrk="1" hangingPunct="1">
              <a:defRPr/>
            </a:pPr>
            <a:r>
              <a:rPr lang="en-US" sz="6000">
                <a:solidFill>
                  <a:schemeClr val="bg1"/>
                </a:solidFill>
              </a:rPr>
              <a:t>Best Practices</a:t>
            </a:r>
          </a:p>
        </p:txBody>
      </p:sp>
      <p:sp>
        <p:nvSpPr>
          <p:cNvPr id="6" name="Slide Number Placeholder 5"/>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4526AC5B-49FE-4D8D-B234-8A940BCD8592}"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128005" name="Rectangle 3">
            <a:extLst>
              <a:ext uri="{FF2B5EF4-FFF2-40B4-BE49-F238E27FC236}">
                <a16:creationId xmlns:a16="http://schemas.microsoft.com/office/drawing/2014/main" id="{90FD3994-2F45-E6D3-1C96-660FB5236F30}"/>
              </a:ext>
            </a:extLst>
          </p:cNvPr>
          <p:cNvGraphicFramePr/>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378766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6"/>
          <p:cNvSpPr>
            <a:spLocks noGrp="1"/>
          </p:cNvSpPr>
          <p:nvPr>
            <p:ph type="sldNum" sz="quarter" idx="12"/>
          </p:nvPr>
        </p:nvSpPr>
        <p:spPr/>
        <p:txBody>
          <a:bodyPr/>
          <a:lstStyle/>
          <a:p>
            <a:pPr>
              <a:defRPr/>
            </a:pPr>
            <a:fld id="{66B7DD10-6D56-4B91-8E98-3D2B0F61A923}" type="slidenum">
              <a:rPr lang="en-US"/>
              <a:pPr>
                <a:defRPr/>
              </a:pPr>
              <a:t>46</a:t>
            </a:fld>
            <a:endParaRPr lang="en-US"/>
          </a:p>
        </p:txBody>
      </p:sp>
      <p:sp>
        <p:nvSpPr>
          <p:cNvPr id="115714" name="Rectangle 2"/>
          <p:cNvSpPr>
            <a:spLocks noGrp="1" noChangeArrowheads="1"/>
          </p:cNvSpPr>
          <p:nvPr>
            <p:ph type="title"/>
          </p:nvPr>
        </p:nvSpPr>
        <p:spPr/>
        <p:txBody>
          <a:bodyPr/>
          <a:lstStyle/>
          <a:p>
            <a:pPr eaLnBrk="1" hangingPunct="1">
              <a:defRPr/>
            </a:pPr>
            <a:r>
              <a:rPr lang="en-US" dirty="0"/>
              <a:t>Weak Phrases</a:t>
            </a:r>
          </a:p>
        </p:txBody>
      </p:sp>
      <p:sp>
        <p:nvSpPr>
          <p:cNvPr id="115715" name="Rectangle 3"/>
          <p:cNvSpPr>
            <a:spLocks noGrp="1" noChangeArrowheads="1"/>
          </p:cNvSpPr>
          <p:nvPr>
            <p:ph type="body" sz="half" idx="1"/>
          </p:nvPr>
        </p:nvSpPr>
        <p:spPr>
          <a:xfrm>
            <a:off x="1981200" y="2332038"/>
            <a:ext cx="4038600" cy="4525962"/>
          </a:xfrm>
        </p:spPr>
        <p:txBody>
          <a:bodyPr/>
          <a:lstStyle/>
          <a:p>
            <a:pPr eaLnBrk="1" hangingPunct="1">
              <a:buClr>
                <a:schemeClr val="tx1"/>
              </a:buClr>
              <a:defRPr/>
            </a:pPr>
            <a:r>
              <a:rPr lang="en-US" dirty="0"/>
              <a:t>Adequate</a:t>
            </a:r>
          </a:p>
          <a:p>
            <a:pPr eaLnBrk="1" hangingPunct="1">
              <a:buClr>
                <a:schemeClr val="tx1"/>
              </a:buClr>
              <a:defRPr/>
            </a:pPr>
            <a:r>
              <a:rPr lang="en-US" dirty="0"/>
              <a:t>As a minimum</a:t>
            </a:r>
          </a:p>
          <a:p>
            <a:pPr eaLnBrk="1" hangingPunct="1">
              <a:buClr>
                <a:schemeClr val="tx1"/>
              </a:buClr>
              <a:defRPr/>
            </a:pPr>
            <a:r>
              <a:rPr lang="en-US" dirty="0"/>
              <a:t>As applicable</a:t>
            </a:r>
          </a:p>
          <a:p>
            <a:pPr eaLnBrk="1" hangingPunct="1">
              <a:buClr>
                <a:schemeClr val="tx1"/>
              </a:buClr>
              <a:defRPr/>
            </a:pPr>
            <a:r>
              <a:rPr lang="en-US" dirty="0"/>
              <a:t>Be able to</a:t>
            </a:r>
          </a:p>
          <a:p>
            <a:pPr eaLnBrk="1" hangingPunct="1">
              <a:buClr>
                <a:schemeClr val="tx1"/>
              </a:buClr>
              <a:defRPr/>
            </a:pPr>
            <a:r>
              <a:rPr lang="en-US" dirty="0"/>
              <a:t>Be capable</a:t>
            </a:r>
          </a:p>
          <a:p>
            <a:pPr eaLnBrk="1" hangingPunct="1">
              <a:buClr>
                <a:schemeClr val="tx1"/>
              </a:buClr>
              <a:defRPr/>
            </a:pPr>
            <a:r>
              <a:rPr lang="en-US" dirty="0"/>
              <a:t>But not limited to </a:t>
            </a:r>
          </a:p>
          <a:p>
            <a:pPr eaLnBrk="1" hangingPunct="1">
              <a:buClr>
                <a:schemeClr val="tx1"/>
              </a:buClr>
              <a:defRPr/>
            </a:pPr>
            <a:r>
              <a:rPr lang="en-US" dirty="0"/>
              <a:t>Capability of</a:t>
            </a:r>
          </a:p>
          <a:p>
            <a:pPr eaLnBrk="1" hangingPunct="1">
              <a:buFont typeface="Wingdings" pitchFamily="2" charset="2"/>
              <a:buNone/>
              <a:defRPr/>
            </a:pPr>
            <a:endParaRPr lang="en-US" dirty="0"/>
          </a:p>
        </p:txBody>
      </p:sp>
      <p:sp>
        <p:nvSpPr>
          <p:cNvPr id="115716" name="Rectangle 4"/>
          <p:cNvSpPr>
            <a:spLocks noGrp="1" noChangeArrowheads="1"/>
          </p:cNvSpPr>
          <p:nvPr>
            <p:ph type="body" sz="half" idx="2"/>
          </p:nvPr>
        </p:nvSpPr>
        <p:spPr>
          <a:xfrm>
            <a:off x="6096000" y="2332038"/>
            <a:ext cx="4038600" cy="4525962"/>
          </a:xfrm>
        </p:spPr>
        <p:txBody>
          <a:bodyPr/>
          <a:lstStyle/>
          <a:p>
            <a:pPr eaLnBrk="1" hangingPunct="1">
              <a:buClr>
                <a:schemeClr val="tx1"/>
              </a:buClr>
              <a:defRPr/>
            </a:pPr>
            <a:r>
              <a:rPr lang="en-US" dirty="0"/>
              <a:t>Capability to</a:t>
            </a:r>
          </a:p>
          <a:p>
            <a:pPr eaLnBrk="1" hangingPunct="1">
              <a:buClr>
                <a:schemeClr val="tx1"/>
              </a:buClr>
              <a:defRPr/>
            </a:pPr>
            <a:r>
              <a:rPr lang="en-US" dirty="0"/>
              <a:t>Effective</a:t>
            </a:r>
          </a:p>
          <a:p>
            <a:pPr eaLnBrk="1" hangingPunct="1">
              <a:buClr>
                <a:schemeClr val="tx1"/>
              </a:buClr>
              <a:defRPr/>
            </a:pPr>
            <a:r>
              <a:rPr lang="en-US" dirty="0"/>
              <a:t>If practical</a:t>
            </a:r>
          </a:p>
          <a:p>
            <a:pPr eaLnBrk="1" hangingPunct="1">
              <a:buClr>
                <a:schemeClr val="tx1"/>
              </a:buClr>
              <a:defRPr/>
            </a:pPr>
            <a:r>
              <a:rPr lang="en-US" dirty="0"/>
              <a:t>Normal</a:t>
            </a:r>
          </a:p>
          <a:p>
            <a:pPr eaLnBrk="1" hangingPunct="1">
              <a:buClr>
                <a:schemeClr val="tx1"/>
              </a:buClr>
              <a:defRPr/>
            </a:pPr>
            <a:r>
              <a:rPr lang="en-US" dirty="0"/>
              <a:t>Provide for</a:t>
            </a:r>
          </a:p>
          <a:p>
            <a:pPr eaLnBrk="1" hangingPunct="1">
              <a:buClr>
                <a:schemeClr val="tx1"/>
              </a:buClr>
              <a:defRPr/>
            </a:pPr>
            <a:r>
              <a:rPr lang="en-US" dirty="0"/>
              <a:t>Timely</a:t>
            </a:r>
          </a:p>
          <a:p>
            <a:pPr eaLnBrk="1" hangingPunct="1">
              <a:buClr>
                <a:schemeClr val="tx1"/>
              </a:buClr>
              <a:defRPr/>
            </a:pPr>
            <a:r>
              <a:rPr lang="en-US" dirty="0"/>
              <a:t>TBD</a:t>
            </a:r>
          </a:p>
          <a:p>
            <a:pPr eaLnBrk="1" hangingPunct="1">
              <a:defRPr/>
            </a:pPr>
            <a:endParaRPr lang="en-US" dirty="0"/>
          </a:p>
        </p:txBody>
      </p:sp>
      <p:sp>
        <p:nvSpPr>
          <p:cNvPr id="40967" name="Text Box 5"/>
          <p:cNvSpPr txBox="1">
            <a:spLocks noChangeArrowheads="1"/>
          </p:cNvSpPr>
          <p:nvPr/>
        </p:nvSpPr>
        <p:spPr bwMode="auto">
          <a:xfrm>
            <a:off x="311888" y="1733329"/>
            <a:ext cx="8001000" cy="396875"/>
          </a:xfrm>
          <a:prstGeom prst="rect">
            <a:avLst/>
          </a:prstGeom>
          <a:noFill/>
          <a:ln w="9525">
            <a:noFill/>
            <a:miter lim="800000"/>
            <a:headEnd/>
            <a:tailEnd/>
          </a:ln>
        </p:spPr>
        <p:txBody>
          <a:bodyPr>
            <a:spAutoFit/>
          </a:bodyPr>
          <a:lstStyle/>
          <a:p>
            <a:pPr eaLnBrk="1" hangingPunct="1">
              <a:spcBef>
                <a:spcPct val="20000"/>
              </a:spcBef>
            </a:pPr>
            <a:r>
              <a:rPr lang="en-US" sz="2000" b="1" dirty="0">
                <a:solidFill>
                  <a:schemeClr val="accent2"/>
                </a:solidFill>
              </a:rPr>
              <a:t>Lead to uncertainty due to multiple interpretations:</a:t>
            </a:r>
          </a:p>
        </p:txBody>
      </p:sp>
      <p:sp>
        <p:nvSpPr>
          <p:cNvPr id="40968" name="Text Box 6"/>
          <p:cNvSpPr txBox="1">
            <a:spLocks noChangeArrowheads="1"/>
          </p:cNvSpPr>
          <p:nvPr/>
        </p:nvSpPr>
        <p:spPr bwMode="auto">
          <a:xfrm>
            <a:off x="2438400" y="6019800"/>
            <a:ext cx="2743200" cy="304800"/>
          </a:xfrm>
          <a:prstGeom prst="rect">
            <a:avLst/>
          </a:prstGeom>
          <a:noFill/>
          <a:ln w="9525">
            <a:noFill/>
            <a:miter lim="800000"/>
            <a:headEnd/>
            <a:tailEnd/>
          </a:ln>
        </p:spPr>
        <p:txBody>
          <a:bodyPr>
            <a:spAutoFit/>
          </a:bodyPr>
          <a:lstStyle/>
          <a:p>
            <a:pPr>
              <a:spcBef>
                <a:spcPct val="50000"/>
              </a:spcBef>
            </a:pPr>
            <a:r>
              <a:rPr lang="en-US" sz="1400"/>
              <a:t>Source: Rosenberg</a:t>
            </a:r>
          </a:p>
        </p:txBody>
      </p:sp>
      <p:pic>
        <p:nvPicPr>
          <p:cNvPr id="3" name="Picture 2">
            <a:extLst>
              <a:ext uri="{FF2B5EF4-FFF2-40B4-BE49-F238E27FC236}">
                <a16:creationId xmlns:a16="http://schemas.microsoft.com/office/drawing/2014/main" id="{E466E659-16DD-0CBD-0B35-2BB791F94353}"/>
              </a:ext>
            </a:extLst>
          </p:cNvPr>
          <p:cNvPicPr>
            <a:picLocks noChangeAspect="1"/>
          </p:cNvPicPr>
          <p:nvPr/>
        </p:nvPicPr>
        <p:blipFill>
          <a:blip r:embed="rId2"/>
          <a:stretch>
            <a:fillRect/>
          </a:stretch>
        </p:blipFill>
        <p:spPr>
          <a:xfrm>
            <a:off x="8822143" y="0"/>
            <a:ext cx="3348038" cy="2706097"/>
          </a:xfrm>
          <a:prstGeom prst="rect">
            <a:avLst/>
          </a:prstGeom>
        </p:spPr>
      </p:pic>
    </p:spTree>
    <p:extLst>
      <p:ext uri="{BB962C8B-B14F-4D97-AF65-F5344CB8AC3E}">
        <p14:creationId xmlns:p14="http://schemas.microsoft.com/office/powerpoint/2010/main" val="233836301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 name="Title 5">
            <a:extLst>
              <a:ext uri="{FF2B5EF4-FFF2-40B4-BE49-F238E27FC236}">
                <a16:creationId xmlns:a16="http://schemas.microsoft.com/office/drawing/2014/main" id="{C2E1713F-37A8-362B-C9F6-7E8A18F96E4D}"/>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kern="1200">
                <a:solidFill>
                  <a:srgbClr val="FFFFFF"/>
                </a:solidFill>
                <a:latin typeface="+mj-lt"/>
                <a:ea typeface="+mj-ea"/>
                <a:cs typeface="+mj-cs"/>
              </a:rPr>
              <a:t>Use Cases</a:t>
            </a:r>
          </a:p>
        </p:txBody>
      </p:sp>
      <p:sp>
        <p:nvSpPr>
          <p:cNvPr id="7" name="Content Placeholder 6">
            <a:extLst>
              <a:ext uri="{FF2B5EF4-FFF2-40B4-BE49-F238E27FC236}">
                <a16:creationId xmlns:a16="http://schemas.microsoft.com/office/drawing/2014/main" id="{26A99417-E5E9-1954-21C1-510CED0E1928}"/>
              </a:ext>
            </a:extLst>
          </p:cNvPr>
          <p:cNvSpPr>
            <a:spLocks noGrp="1"/>
          </p:cNvSpPr>
          <p:nvPr>
            <p:ph idx="1"/>
          </p:nvPr>
        </p:nvSpPr>
        <p:spPr>
          <a:xfrm>
            <a:off x="1350682" y="4870824"/>
            <a:ext cx="10005951" cy="1458258"/>
          </a:xfrm>
        </p:spPr>
        <p:txBody>
          <a:bodyPr vert="horz" lIns="91440" tIns="45720" rIns="91440" bIns="45720" rtlCol="0" anchor="ctr">
            <a:normAutofit/>
          </a:bodyPr>
          <a:lstStyle/>
          <a:p>
            <a:pPr marL="0" indent="0">
              <a:buNone/>
            </a:pPr>
            <a:r>
              <a:rPr lang="en-US" sz="4000" kern="1200" dirty="0">
                <a:solidFill>
                  <a:schemeClr val="tx1"/>
                </a:solidFill>
                <a:latin typeface="+mn-lt"/>
                <a:ea typeface="+mn-ea"/>
                <a:cs typeface="+mn-cs"/>
              </a:rPr>
              <a:t>Let’s focus now on how to write requirements in </a:t>
            </a:r>
            <a:r>
              <a:rPr lang="en-US" sz="4000" b="1" kern="1200" dirty="0">
                <a:solidFill>
                  <a:schemeClr val="accent2">
                    <a:lumMod val="75000"/>
                  </a:schemeClr>
                </a:solidFill>
                <a:latin typeface="+mn-lt"/>
                <a:ea typeface="+mn-ea"/>
                <a:cs typeface="+mn-cs"/>
              </a:rPr>
              <a:t>Use Cases</a:t>
            </a:r>
            <a:r>
              <a:rPr lang="en-US" sz="4000" b="1" kern="1200" dirty="0">
                <a:solidFill>
                  <a:schemeClr val="tx1"/>
                </a:solidFill>
                <a:latin typeface="+mn-lt"/>
                <a:ea typeface="+mn-ea"/>
                <a:cs typeface="+mn-cs"/>
              </a:rPr>
              <a:t>.</a:t>
            </a:r>
          </a:p>
        </p:txBody>
      </p:sp>
      <p:sp>
        <p:nvSpPr>
          <p:cNvPr id="5" name="Slide Number Placeholder 4">
            <a:extLst>
              <a:ext uri="{FF2B5EF4-FFF2-40B4-BE49-F238E27FC236}">
                <a16:creationId xmlns:a16="http://schemas.microsoft.com/office/drawing/2014/main" id="{FC9655A1-20E3-B998-B1EB-57555D93F05B}"/>
              </a:ext>
            </a:extLst>
          </p:cNvPr>
          <p:cNvSpPr>
            <a:spLocks noGrp="1"/>
          </p:cNvSpPr>
          <p:nvPr>
            <p:ph type="sldNum" sz="quarter" idx="12"/>
          </p:nvPr>
        </p:nvSpPr>
        <p:spPr>
          <a:xfrm>
            <a:off x="11704320" y="6446837"/>
            <a:ext cx="448056" cy="365125"/>
          </a:xfrm>
        </p:spPr>
        <p:txBody>
          <a:bodyPr vert="horz" lIns="91440" tIns="45720" rIns="91440" bIns="45720" rtlCol="0" anchor="ctr">
            <a:normAutofit/>
          </a:bodyPr>
          <a:lstStyle/>
          <a:p>
            <a:pPr>
              <a:spcAft>
                <a:spcPts val="600"/>
              </a:spcAft>
            </a:pPr>
            <a:fld id="{7DF6DEEC-D04A-4FF0-9A08-7D39859C24F4}" type="slidenum">
              <a:rPr lang="en-US" sz="1100">
                <a:solidFill>
                  <a:schemeClr val="tx1">
                    <a:lumMod val="50000"/>
                    <a:lumOff val="50000"/>
                  </a:schemeClr>
                </a:solidFill>
              </a:rPr>
              <a:pPr>
                <a:spcAft>
                  <a:spcPts val="600"/>
                </a:spcAft>
              </a:pPr>
              <a:t>47</a:t>
            </a:fld>
            <a:endParaRPr lang="en-US" sz="1100">
              <a:solidFill>
                <a:schemeClr val="tx1">
                  <a:lumMod val="50000"/>
                  <a:lumOff val="50000"/>
                </a:schemeClr>
              </a:solidFill>
            </a:endParaRPr>
          </a:p>
        </p:txBody>
      </p:sp>
    </p:spTree>
    <p:extLst>
      <p:ext uri="{BB962C8B-B14F-4D97-AF65-F5344CB8AC3E}">
        <p14:creationId xmlns:p14="http://schemas.microsoft.com/office/powerpoint/2010/main" val="3060725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7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2" name="Rectangle 11">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2" name="Rectangle 21">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4231F9-70A0-FBA4-FC7B-0F5675D84DCE}"/>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Online Checkout (Main Success Scenario) </a:t>
            </a:r>
          </a:p>
        </p:txBody>
      </p:sp>
      <p:sp>
        <p:nvSpPr>
          <p:cNvPr id="5" name="Rectangle 1">
            <a:extLst>
              <a:ext uri="{FF2B5EF4-FFF2-40B4-BE49-F238E27FC236}">
                <a16:creationId xmlns:a16="http://schemas.microsoft.com/office/drawing/2014/main" id="{4CAF443B-3D89-D80A-A5BC-32A825063F64}"/>
              </a:ext>
            </a:extLst>
          </p:cNvPr>
          <p:cNvSpPr>
            <a:spLocks noGrp="1" noChangeArrowheads="1"/>
          </p:cNvSpPr>
          <p:nvPr>
            <p:ph idx="1"/>
          </p:nvPr>
        </p:nvSpPr>
        <p:spPr bwMode="auto">
          <a:xfrm>
            <a:off x="4134810" y="138545"/>
            <a:ext cx="8017565" cy="672959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Customer</a:t>
            </a:r>
            <a:r>
              <a:rPr kumimoji="0" lang="en-US" altLang="en-US" sz="2000" b="0" i="0" u="none" strike="noStrike" cap="none" normalizeH="0" baseline="0" dirty="0">
                <a:ln>
                  <a:noFill/>
                </a:ln>
                <a:effectLst/>
                <a:latin typeface="Arial" panose="020B0604020202020204" pitchFamily="34" charset="0"/>
              </a:rPr>
              <a:t> navigates to the </a:t>
            </a:r>
            <a:r>
              <a:rPr kumimoji="0" lang="en-US" altLang="en-US" sz="2000" b="1" i="0" u="none" strike="noStrike" cap="none" normalizeH="0" baseline="0" dirty="0">
                <a:ln>
                  <a:noFill/>
                </a:ln>
                <a:effectLst/>
                <a:latin typeface="Arial" panose="020B0604020202020204" pitchFamily="34" charset="0"/>
              </a:rPr>
              <a:t>Shopping Cart</a:t>
            </a:r>
            <a:r>
              <a:rPr kumimoji="0" lang="en-US" altLang="en-US" sz="2000" b="0" i="0" u="none" strike="noStrike" cap="none" normalizeH="0" baseline="0" dirty="0">
                <a:ln>
                  <a:noFill/>
                </a:ln>
                <a:effectLst/>
                <a:latin typeface="Arial" panose="020B0604020202020204" pitchFamily="34" charset="0"/>
              </a:rPr>
              <a:t> page and clicks </a:t>
            </a:r>
            <a:r>
              <a:rPr kumimoji="0" lang="en-US" altLang="en-US" sz="2000" b="1" i="0" u="none" strike="noStrike" cap="none" normalizeH="0" baseline="0" dirty="0">
                <a:ln>
                  <a:noFill/>
                </a:ln>
                <a:effectLst/>
                <a:latin typeface="Arial" panose="020B0604020202020204" pitchFamily="34" charset="0"/>
              </a:rPr>
              <a:t>“Proceed to Checkout.”</a:t>
            </a:r>
            <a:endParaRPr kumimoji="0" lang="en-US" altLang="en-US" sz="2000" b="0" i="0" u="none" strike="noStrike" cap="none" normalizeH="0" baseline="0" dirty="0">
              <a:ln>
                <a:noFill/>
              </a:ln>
              <a:effectLst/>
              <a:latin typeface="Arial" panose="020B0604020202020204" pitchFamily="34" charset="0"/>
            </a:endParaRP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System</a:t>
            </a:r>
            <a:r>
              <a:rPr kumimoji="0" lang="en-US" altLang="en-US" sz="2000" b="0" i="0" u="none" strike="noStrike" cap="none" normalizeH="0" baseline="0" dirty="0">
                <a:ln>
                  <a:noFill/>
                </a:ln>
                <a:effectLst/>
                <a:latin typeface="Arial" panose="020B0604020202020204" pitchFamily="34" charset="0"/>
              </a:rPr>
              <a:t> displays the </a:t>
            </a:r>
            <a:r>
              <a:rPr kumimoji="0" lang="en-US" altLang="en-US" sz="2000" b="1" i="0" u="none" strike="noStrike" cap="none" normalizeH="0" baseline="0" dirty="0">
                <a:ln>
                  <a:noFill/>
                </a:ln>
                <a:effectLst/>
                <a:latin typeface="Arial" panose="020B0604020202020204" pitchFamily="34" charset="0"/>
              </a:rPr>
              <a:t>Order Review</a:t>
            </a:r>
            <a:r>
              <a:rPr kumimoji="0" lang="en-US" altLang="en-US" sz="2000" b="0" i="0" u="none" strike="noStrike" cap="none" normalizeH="0" baseline="0" dirty="0">
                <a:ln>
                  <a:noFill/>
                </a:ln>
                <a:effectLst/>
                <a:latin typeface="Arial" panose="020B0604020202020204" pitchFamily="34" charset="0"/>
              </a:rPr>
              <a:t> page, showing items, quantities, and pricing.</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Customer</a:t>
            </a:r>
            <a:r>
              <a:rPr kumimoji="0" lang="en-US" altLang="en-US" sz="2000" b="0" i="0" u="none" strike="noStrike" cap="none" normalizeH="0" baseline="0" dirty="0">
                <a:ln>
                  <a:noFill/>
                </a:ln>
                <a:effectLst/>
                <a:latin typeface="Arial" panose="020B0604020202020204" pitchFamily="34" charset="0"/>
              </a:rPr>
              <a:t> confirms or edits </a:t>
            </a:r>
            <a:r>
              <a:rPr kumimoji="0" lang="en-US" altLang="en-US" sz="2000" b="1" i="0" u="none" strike="noStrike" cap="none" normalizeH="0" baseline="0" dirty="0">
                <a:ln>
                  <a:noFill/>
                </a:ln>
                <a:effectLst/>
                <a:latin typeface="Arial" panose="020B0604020202020204" pitchFamily="34" charset="0"/>
              </a:rPr>
              <a:t>delivery address</a:t>
            </a:r>
            <a:r>
              <a:rPr kumimoji="0" lang="en-US" altLang="en-US" sz="2000" b="0" i="0" u="none" strike="noStrike" cap="none" normalizeH="0" baseline="0" dirty="0">
                <a:ln>
                  <a:noFill/>
                </a:ln>
                <a:effectLst/>
                <a:latin typeface="Arial" panose="020B0604020202020204" pitchFamily="34" charset="0"/>
              </a:rPr>
              <a:t> and </a:t>
            </a:r>
            <a:r>
              <a:rPr kumimoji="0" lang="en-US" altLang="en-US" sz="2000" b="1" i="0" u="none" strike="noStrike" cap="none" normalizeH="0" baseline="0" dirty="0">
                <a:ln>
                  <a:noFill/>
                </a:ln>
                <a:effectLst/>
                <a:latin typeface="Arial" panose="020B0604020202020204" pitchFamily="34" charset="0"/>
              </a:rPr>
              <a:t>payment details</a:t>
            </a:r>
            <a:r>
              <a:rPr kumimoji="0" lang="en-US" altLang="en-US" sz="2000" b="0" i="0" u="none" strike="noStrike" cap="none" normalizeH="0" baseline="0" dirty="0">
                <a:ln>
                  <a:noFill/>
                </a:ln>
                <a:effectLst/>
                <a:latin typeface="Arial" panose="020B0604020202020204" pitchFamily="34" charset="0"/>
              </a:rPr>
              <a:t> (credit card, etc.).</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System</a:t>
            </a:r>
            <a:r>
              <a:rPr kumimoji="0" lang="en-US" altLang="en-US" sz="2000" b="0" i="0" u="none" strike="noStrike" cap="none" normalizeH="0" baseline="0" dirty="0">
                <a:ln>
                  <a:noFill/>
                </a:ln>
                <a:effectLst/>
                <a:latin typeface="Arial" panose="020B0604020202020204" pitchFamily="34" charset="0"/>
              </a:rPr>
              <a:t> processes the payment by calling a </a:t>
            </a:r>
            <a:r>
              <a:rPr kumimoji="0" lang="en-US" altLang="en-US" sz="2000" b="1" i="0" u="none" strike="noStrike" cap="none" normalizeH="0" baseline="0" dirty="0">
                <a:ln>
                  <a:noFill/>
                </a:ln>
                <a:effectLst/>
                <a:latin typeface="Arial" panose="020B0604020202020204" pitchFamily="34" charset="0"/>
              </a:rPr>
              <a:t>Payment Service</a:t>
            </a:r>
            <a:r>
              <a:rPr kumimoji="0" lang="en-US" altLang="en-US" sz="2000" b="0" i="0" u="none" strike="noStrike" cap="none" normalizeH="0" baseline="0" dirty="0">
                <a:ln>
                  <a:noFill/>
                </a:ln>
                <a:effectLst/>
                <a:latin typeface="Arial" panose="020B0604020202020204" pitchFamily="34" charset="0"/>
              </a:rPr>
              <a:t>.</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Payment Service</a:t>
            </a:r>
            <a:r>
              <a:rPr kumimoji="0" lang="en-US" altLang="en-US" sz="2000" b="0" i="0" u="none" strike="noStrike" cap="none" normalizeH="0" baseline="0" dirty="0">
                <a:ln>
                  <a:noFill/>
                </a:ln>
                <a:effectLst/>
                <a:latin typeface="Arial" panose="020B0604020202020204" pitchFamily="34" charset="0"/>
              </a:rPr>
              <a:t> returns </a:t>
            </a:r>
            <a:r>
              <a:rPr kumimoji="0" lang="en-US" altLang="en-US" sz="2000" b="1" i="0" u="none" strike="noStrike" cap="none" normalizeH="0" baseline="0" dirty="0">
                <a:ln>
                  <a:noFill/>
                </a:ln>
                <a:effectLst/>
                <a:latin typeface="Arial" panose="020B0604020202020204" pitchFamily="34" charset="0"/>
              </a:rPr>
              <a:t>approval</a:t>
            </a:r>
            <a:r>
              <a:rPr kumimoji="0" lang="en-US" altLang="en-US" sz="2000" b="0" i="0" u="none" strike="noStrike" cap="none" normalizeH="0" baseline="0" dirty="0">
                <a:ln>
                  <a:noFill/>
                </a:ln>
                <a:effectLst/>
                <a:latin typeface="Arial" panose="020B0604020202020204" pitchFamily="34" charset="0"/>
              </a:rPr>
              <a:t> to the System.</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System</a:t>
            </a:r>
            <a:r>
              <a:rPr kumimoji="0" lang="en-US" altLang="en-US" sz="2000" b="0" i="0" u="none" strike="noStrike" cap="none" normalizeH="0" baseline="0" dirty="0">
                <a:ln>
                  <a:noFill/>
                </a:ln>
                <a:effectLst/>
                <a:latin typeface="Arial" panose="020B0604020202020204" pitchFamily="34" charset="0"/>
              </a:rPr>
              <a:t> finalizes the order, </a:t>
            </a:r>
            <a:r>
              <a:rPr kumimoji="0" lang="en-US" altLang="en-US" sz="2000" b="1" i="0" u="none" strike="noStrike" cap="none" normalizeH="0" baseline="0" dirty="0">
                <a:ln>
                  <a:noFill/>
                </a:ln>
                <a:effectLst/>
                <a:latin typeface="Arial" panose="020B0604020202020204" pitchFamily="34" charset="0"/>
              </a:rPr>
              <a:t>generates an order ID</a:t>
            </a:r>
            <a:r>
              <a:rPr kumimoji="0" lang="en-US" altLang="en-US" sz="2000" b="0" i="0" u="none" strike="noStrike" cap="none" normalizeH="0" baseline="0" dirty="0">
                <a:ln>
                  <a:noFill/>
                </a:ln>
                <a:effectLst/>
                <a:latin typeface="Arial" panose="020B0604020202020204" pitchFamily="34" charset="0"/>
              </a:rPr>
              <a:t>, and </a:t>
            </a:r>
            <a:r>
              <a:rPr kumimoji="0" lang="en-US" altLang="en-US" sz="2000" b="1" i="0" u="none" strike="noStrike" cap="none" normalizeH="0" baseline="0" dirty="0">
                <a:ln>
                  <a:noFill/>
                </a:ln>
                <a:effectLst/>
                <a:latin typeface="Arial" panose="020B0604020202020204" pitchFamily="34" charset="0"/>
              </a:rPr>
              <a:t>sends a confirmation</a:t>
            </a:r>
            <a:r>
              <a:rPr kumimoji="0" lang="en-US" altLang="en-US" sz="2000" b="0" i="0" u="none" strike="noStrike" cap="none" normalizeH="0" baseline="0" dirty="0">
                <a:ln>
                  <a:noFill/>
                </a:ln>
                <a:effectLst/>
                <a:latin typeface="Arial" panose="020B0604020202020204" pitchFamily="34" charset="0"/>
              </a:rPr>
              <a:t> email to the Customer.</a:t>
            </a:r>
          </a:p>
          <a:p>
            <a:pPr marL="342900" marR="0" lvl="0" indent="-342900" defTabSz="914400" rtl="0" eaLnBrk="0" fontAlgn="base" latinLnBrk="0" hangingPunct="0">
              <a:spcBef>
                <a:spcPct val="0"/>
              </a:spcBef>
              <a:spcAft>
                <a:spcPts val="600"/>
              </a:spcAft>
              <a:buClrTx/>
              <a:buSzTx/>
              <a:buFont typeface="+mj-lt"/>
              <a:buAutoNum type="arabicPeriod"/>
              <a:tabLst/>
            </a:pPr>
            <a:r>
              <a:rPr kumimoji="0" lang="en-US" altLang="en-US" sz="2000" b="1" i="0" u="none" strike="noStrike" cap="none" normalizeH="0" baseline="0" dirty="0">
                <a:ln>
                  <a:noFill/>
                </a:ln>
                <a:effectLst/>
                <a:latin typeface="Arial" panose="020B0604020202020204" pitchFamily="34" charset="0"/>
              </a:rPr>
              <a:t>Customer</a:t>
            </a:r>
            <a:r>
              <a:rPr kumimoji="0" lang="en-US" altLang="en-US" sz="2000" b="0" i="0" u="none" strike="noStrike" cap="none" normalizeH="0" baseline="0" dirty="0">
                <a:ln>
                  <a:noFill/>
                </a:ln>
                <a:effectLst/>
                <a:latin typeface="Arial" panose="020B0604020202020204" pitchFamily="34" charset="0"/>
              </a:rPr>
              <a:t> sees a </a:t>
            </a:r>
            <a:r>
              <a:rPr kumimoji="0" lang="en-US" altLang="en-US" sz="2000" b="1" i="0" u="none" strike="noStrike" cap="none" normalizeH="0" baseline="0" dirty="0">
                <a:ln>
                  <a:noFill/>
                </a:ln>
                <a:effectLst/>
                <a:latin typeface="Arial" panose="020B0604020202020204" pitchFamily="34" charset="0"/>
              </a:rPr>
              <a:t>confirmation message</a:t>
            </a:r>
            <a:r>
              <a:rPr kumimoji="0" lang="en-US" altLang="en-US" sz="2000" b="0" i="0" u="none" strike="noStrike" cap="none" normalizeH="0" baseline="0" dirty="0">
                <a:ln>
                  <a:noFill/>
                </a:ln>
                <a:effectLst/>
                <a:latin typeface="Arial" panose="020B0604020202020204" pitchFamily="34" charset="0"/>
              </a:rPr>
              <a:t> on the screen with the </a:t>
            </a:r>
            <a:r>
              <a:rPr kumimoji="0" lang="en-US" altLang="en-US" sz="2000" b="1" i="0" u="none" strike="noStrike" cap="none" normalizeH="0" baseline="0" dirty="0">
                <a:ln>
                  <a:noFill/>
                </a:ln>
                <a:effectLst/>
                <a:latin typeface="Arial" panose="020B0604020202020204" pitchFamily="34" charset="0"/>
              </a:rPr>
              <a:t>order details</a:t>
            </a:r>
            <a:r>
              <a:rPr kumimoji="0" lang="en-US" altLang="en-US" sz="2000" b="0" i="0" u="none" strike="noStrike" cap="none" normalizeH="0" baseline="0" dirty="0">
                <a:ln>
                  <a:noFill/>
                </a:ln>
                <a:effectLst/>
                <a:latin typeface="Arial" panose="020B0604020202020204" pitchFamily="34" charset="0"/>
              </a:rPr>
              <a:t> </a:t>
            </a:r>
          </a:p>
        </p:txBody>
      </p:sp>
      <p:sp>
        <p:nvSpPr>
          <p:cNvPr id="4" name="Slide Number Placeholder 3">
            <a:extLst>
              <a:ext uri="{FF2B5EF4-FFF2-40B4-BE49-F238E27FC236}">
                <a16:creationId xmlns:a16="http://schemas.microsoft.com/office/drawing/2014/main" id="{A0305081-C651-8BEA-5F70-B327F5EFE803}"/>
              </a:ext>
            </a:extLst>
          </p:cNvPr>
          <p:cNvSpPr>
            <a:spLocks noGrp="1"/>
          </p:cNvSpPr>
          <p:nvPr>
            <p:ph type="sldNum" sz="quarter" idx="12"/>
          </p:nvPr>
        </p:nvSpPr>
        <p:spPr>
          <a:xfrm>
            <a:off x="11704320" y="6455664"/>
            <a:ext cx="448056" cy="365125"/>
          </a:xfrm>
        </p:spPr>
        <p:txBody>
          <a:bodyPr>
            <a:normAutofit/>
          </a:bodyPr>
          <a:lstStyle/>
          <a:p>
            <a:pPr>
              <a:spcAft>
                <a:spcPts val="600"/>
              </a:spcAft>
            </a:pPr>
            <a:fld id="{7DF6DEEC-D04A-4FF0-9A08-7D39859C24F4}" type="slidenum">
              <a:rPr lang="en-US" sz="1100">
                <a:solidFill>
                  <a:schemeClr val="tx1">
                    <a:lumMod val="50000"/>
                    <a:lumOff val="50000"/>
                  </a:schemeClr>
                </a:solidFill>
              </a:rPr>
              <a:pPr>
                <a:spcAft>
                  <a:spcPts val="600"/>
                </a:spcAft>
              </a:pPr>
              <a:t>48</a:t>
            </a:fld>
            <a:endParaRPr lang="en-US" sz="1100">
              <a:solidFill>
                <a:schemeClr val="tx1">
                  <a:lumMod val="50000"/>
                  <a:lumOff val="50000"/>
                </a:schemeClr>
              </a:solidFill>
            </a:endParaRPr>
          </a:p>
        </p:txBody>
      </p:sp>
    </p:spTree>
    <p:extLst>
      <p:ext uri="{BB962C8B-B14F-4D97-AF65-F5344CB8AC3E}">
        <p14:creationId xmlns:p14="http://schemas.microsoft.com/office/powerpoint/2010/main" val="213064834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98B1188-4E19-F0D5-BCF3-71A7552B627A}"/>
              </a:ext>
            </a:extLst>
          </p:cNvPr>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Online Checkout  (Alternative Scenarios (Extensions))</a:t>
            </a:r>
          </a:p>
        </p:txBody>
      </p:sp>
      <p:sp>
        <p:nvSpPr>
          <p:cNvPr id="3" name="Content Placeholder 2">
            <a:extLst>
              <a:ext uri="{FF2B5EF4-FFF2-40B4-BE49-F238E27FC236}">
                <a16:creationId xmlns:a16="http://schemas.microsoft.com/office/drawing/2014/main" id="{4B85B0DB-5EC1-1DF9-4F2B-46FB3039C3F7}"/>
              </a:ext>
            </a:extLst>
          </p:cNvPr>
          <p:cNvSpPr>
            <a:spLocks noGrp="1"/>
          </p:cNvSpPr>
          <p:nvPr>
            <p:ph idx="1"/>
          </p:nvPr>
        </p:nvSpPr>
        <p:spPr>
          <a:xfrm>
            <a:off x="4094413" y="213604"/>
            <a:ext cx="8017565" cy="6654534"/>
          </a:xfrm>
        </p:spPr>
        <p:txBody>
          <a:bodyPr anchor="ctr">
            <a:normAutofit lnSpcReduction="10000"/>
          </a:bodyPr>
          <a:lstStyle/>
          <a:p>
            <a:pPr marL="0" indent="0">
              <a:buNone/>
            </a:pPr>
            <a:r>
              <a:rPr lang="en-US" sz="1800" b="1" dirty="0"/>
              <a:t>(1a) </a:t>
            </a:r>
            <a:r>
              <a:rPr lang="en-US" sz="1800" b="1" dirty="0">
                <a:solidFill>
                  <a:schemeClr val="accent2">
                    <a:lumMod val="75000"/>
                  </a:schemeClr>
                </a:solidFill>
              </a:rPr>
              <a:t>Customer Not Logged In</a:t>
            </a:r>
            <a:r>
              <a:rPr lang="en-US" sz="1800" b="1" dirty="0"/>
              <a:t>:</a:t>
            </a:r>
            <a:br>
              <a:rPr lang="en-US" sz="1800" dirty="0"/>
            </a:br>
            <a:r>
              <a:rPr lang="en-US" sz="1800" dirty="0"/>
              <a:t>1a.1. The </a:t>
            </a:r>
            <a:r>
              <a:rPr lang="en-US" sz="1800" b="1" dirty="0"/>
              <a:t>System</a:t>
            </a:r>
            <a:r>
              <a:rPr lang="en-US" sz="1800" dirty="0"/>
              <a:t> detects the user is not logged in.</a:t>
            </a:r>
            <a:br>
              <a:rPr lang="en-US" sz="1800" dirty="0"/>
            </a:br>
            <a:r>
              <a:rPr lang="en-US" sz="1800" dirty="0"/>
              <a:t>1a.2. The </a:t>
            </a:r>
            <a:r>
              <a:rPr lang="en-US" sz="1800" b="1" dirty="0"/>
              <a:t>System</a:t>
            </a:r>
            <a:r>
              <a:rPr lang="en-US" sz="1800" dirty="0"/>
              <a:t> prompts the user to </a:t>
            </a:r>
            <a:r>
              <a:rPr lang="en-US" sz="1800" b="1" dirty="0"/>
              <a:t>log in</a:t>
            </a:r>
            <a:r>
              <a:rPr lang="en-US" sz="1800" dirty="0"/>
              <a:t> or </a:t>
            </a:r>
            <a:r>
              <a:rPr lang="en-US" sz="1800" b="1" dirty="0"/>
              <a:t>create an account</a:t>
            </a:r>
            <a:r>
              <a:rPr lang="en-US" sz="1800" dirty="0"/>
              <a:t>.</a:t>
            </a:r>
            <a:br>
              <a:rPr lang="en-US" sz="1800" dirty="0"/>
            </a:br>
            <a:r>
              <a:rPr lang="en-US" sz="1800" dirty="0"/>
              <a:t>1a.3. Upon successful login, the </a:t>
            </a:r>
            <a:r>
              <a:rPr lang="en-US" sz="1800" b="1" dirty="0"/>
              <a:t>use case</a:t>
            </a:r>
            <a:r>
              <a:rPr lang="en-US" sz="1800" dirty="0"/>
              <a:t> continues from </a:t>
            </a:r>
            <a:r>
              <a:rPr lang="en-US" sz="1800" b="1" dirty="0"/>
              <a:t>Main Success Scenario step 2</a:t>
            </a:r>
          </a:p>
          <a:p>
            <a:pPr marL="0" indent="0">
              <a:buNone/>
            </a:pPr>
            <a:endParaRPr lang="en-US" sz="1800" dirty="0"/>
          </a:p>
          <a:p>
            <a:pPr marL="0" indent="0">
              <a:buNone/>
            </a:pPr>
            <a:r>
              <a:rPr lang="en-US" sz="1800" b="1" dirty="0"/>
              <a:t>(3a) </a:t>
            </a:r>
            <a:r>
              <a:rPr lang="en-US" sz="1800" b="1" dirty="0">
                <a:solidFill>
                  <a:schemeClr val="accent2">
                    <a:lumMod val="75000"/>
                  </a:schemeClr>
                </a:solidFill>
              </a:rPr>
              <a:t>Invalid Payment Details</a:t>
            </a:r>
            <a:r>
              <a:rPr lang="en-US" sz="1800" b="1" dirty="0"/>
              <a:t>:</a:t>
            </a:r>
            <a:br>
              <a:rPr lang="en-US" sz="1800" dirty="0"/>
            </a:br>
            <a:r>
              <a:rPr lang="en-US" sz="1800" dirty="0"/>
              <a:t>3a.1. The </a:t>
            </a:r>
            <a:r>
              <a:rPr lang="en-US" sz="1800" b="1" dirty="0"/>
              <a:t>System</a:t>
            </a:r>
            <a:r>
              <a:rPr lang="en-US" sz="1800" dirty="0"/>
              <a:t> detects invalid or </a:t>
            </a:r>
            <a:r>
              <a:rPr lang="en-US" sz="1800" b="1" dirty="0"/>
              <a:t>incomplete</a:t>
            </a:r>
            <a:r>
              <a:rPr lang="en-US" sz="1800" dirty="0"/>
              <a:t> payment details.</a:t>
            </a:r>
            <a:br>
              <a:rPr lang="en-US" sz="1800" dirty="0"/>
            </a:br>
            <a:r>
              <a:rPr lang="en-US" sz="1800" dirty="0"/>
              <a:t>3a.2. The </a:t>
            </a:r>
            <a:r>
              <a:rPr lang="en-US" sz="1800" b="1" dirty="0"/>
              <a:t>System</a:t>
            </a:r>
            <a:r>
              <a:rPr lang="en-US" sz="1800" dirty="0"/>
              <a:t> displays an </a:t>
            </a:r>
            <a:r>
              <a:rPr lang="en-US" sz="1800" b="1" dirty="0"/>
              <a:t>error message</a:t>
            </a:r>
            <a:r>
              <a:rPr lang="en-US" sz="1800" dirty="0"/>
              <a:t> asking the Customer to re-enter correct payment details.</a:t>
            </a:r>
            <a:br>
              <a:rPr lang="en-US" sz="1800" dirty="0"/>
            </a:br>
            <a:r>
              <a:rPr lang="en-US" sz="1800" dirty="0"/>
              <a:t>3a.3. After re-entry, the </a:t>
            </a:r>
            <a:r>
              <a:rPr lang="en-US" sz="1800" b="1" dirty="0"/>
              <a:t>use case</a:t>
            </a:r>
            <a:r>
              <a:rPr lang="en-US" sz="1800" dirty="0"/>
              <a:t> resumes from </a:t>
            </a:r>
            <a:r>
              <a:rPr lang="en-US" sz="1800" b="1" dirty="0"/>
              <a:t>Main Success Scenario step 3</a:t>
            </a:r>
            <a:r>
              <a:rPr lang="en-US" sz="1800" dirty="0"/>
              <a:t>.</a:t>
            </a:r>
          </a:p>
          <a:p>
            <a:pPr marL="0" indent="0">
              <a:buNone/>
            </a:pPr>
            <a:endParaRPr lang="en-US" sz="1800" b="1" dirty="0"/>
          </a:p>
          <a:p>
            <a:pPr marL="0" indent="0">
              <a:buNone/>
            </a:pPr>
            <a:r>
              <a:rPr lang="en-US" sz="1800" b="1" dirty="0"/>
              <a:t>(4a) </a:t>
            </a:r>
            <a:r>
              <a:rPr lang="en-US" sz="1800" b="1" dirty="0">
                <a:solidFill>
                  <a:schemeClr val="accent2">
                    <a:lumMod val="75000"/>
                  </a:schemeClr>
                </a:solidFill>
              </a:rPr>
              <a:t>Payment Declined</a:t>
            </a:r>
            <a:r>
              <a:rPr lang="en-US" sz="1800" b="1" dirty="0"/>
              <a:t>:</a:t>
            </a:r>
            <a:br>
              <a:rPr lang="en-US" sz="1800" dirty="0"/>
            </a:br>
            <a:r>
              <a:rPr lang="en-US" sz="1800" dirty="0"/>
              <a:t>4a.1. The </a:t>
            </a:r>
            <a:r>
              <a:rPr lang="en-US" sz="1800" b="1" dirty="0"/>
              <a:t>Payment Service</a:t>
            </a:r>
            <a:r>
              <a:rPr lang="en-US" sz="1800" dirty="0"/>
              <a:t> returns a </a:t>
            </a:r>
            <a:r>
              <a:rPr lang="en-US" sz="1800" b="1" dirty="0"/>
              <a:t>declined</a:t>
            </a:r>
            <a:r>
              <a:rPr lang="en-US" sz="1800" dirty="0"/>
              <a:t> status (e.g., insufficient funds).</a:t>
            </a:r>
            <a:br>
              <a:rPr lang="en-US" sz="1800" dirty="0"/>
            </a:br>
            <a:r>
              <a:rPr lang="en-US" sz="1800" dirty="0"/>
              <a:t>4a.2. The </a:t>
            </a:r>
            <a:r>
              <a:rPr lang="en-US" sz="1800" b="1" dirty="0"/>
              <a:t>System</a:t>
            </a:r>
            <a:r>
              <a:rPr lang="en-US" sz="1800" dirty="0"/>
              <a:t> notifies the Customer and requests an alternate </a:t>
            </a:r>
            <a:r>
              <a:rPr lang="en-US" sz="1800" b="1" dirty="0"/>
              <a:t>payment method</a:t>
            </a:r>
            <a:r>
              <a:rPr lang="en-US" sz="1800" dirty="0"/>
              <a:t>.</a:t>
            </a:r>
            <a:br>
              <a:rPr lang="en-US" sz="1800" dirty="0"/>
            </a:br>
            <a:r>
              <a:rPr lang="en-US" sz="1800" dirty="0"/>
              <a:t>4a.3. Customer either </a:t>
            </a:r>
            <a:r>
              <a:rPr lang="en-US" sz="1800" b="1" dirty="0"/>
              <a:t>cancels</a:t>
            </a:r>
            <a:r>
              <a:rPr lang="en-US" sz="1800" dirty="0"/>
              <a:t> the order or </a:t>
            </a:r>
            <a:r>
              <a:rPr lang="en-US" sz="1800" b="1" dirty="0"/>
              <a:t>enters</a:t>
            </a:r>
            <a:r>
              <a:rPr lang="en-US" sz="1800" dirty="0"/>
              <a:t> new payment details.</a:t>
            </a:r>
            <a:br>
              <a:rPr lang="en-US" sz="1800" dirty="0"/>
            </a:br>
            <a:r>
              <a:rPr lang="en-US" sz="1800" dirty="0"/>
              <a:t>4a.4. If new payment details are valid, the </a:t>
            </a:r>
            <a:r>
              <a:rPr lang="en-US" sz="1800" b="1" dirty="0"/>
              <a:t>use case</a:t>
            </a:r>
            <a:r>
              <a:rPr lang="en-US" sz="1800" dirty="0"/>
              <a:t> returns to step 4 in the </a:t>
            </a:r>
            <a:r>
              <a:rPr lang="en-US" sz="1800" b="1" dirty="0"/>
              <a:t>Main Success Scenario</a:t>
            </a:r>
            <a:r>
              <a:rPr lang="en-US" sz="1800" dirty="0"/>
              <a:t>. If the user cancels, the order is not placed, and the </a:t>
            </a:r>
            <a:r>
              <a:rPr lang="en-US" sz="1800" b="1" dirty="0"/>
              <a:t>use case</a:t>
            </a:r>
            <a:r>
              <a:rPr lang="en-US" sz="1800" dirty="0"/>
              <a:t> ends in failure.</a:t>
            </a:r>
          </a:p>
          <a:p>
            <a:pPr marL="0" indent="0">
              <a:buNone/>
            </a:pPr>
            <a:endParaRPr lang="en-US" sz="1800" b="1" dirty="0"/>
          </a:p>
          <a:p>
            <a:pPr marL="0" indent="0">
              <a:buNone/>
            </a:pPr>
            <a:r>
              <a:rPr lang="en-US" sz="1800" b="1" dirty="0"/>
              <a:t>(6a) </a:t>
            </a:r>
            <a:r>
              <a:rPr lang="en-US" sz="1800" b="1" dirty="0">
                <a:solidFill>
                  <a:schemeClr val="accent2">
                    <a:lumMod val="75000"/>
                  </a:schemeClr>
                </a:solidFill>
              </a:rPr>
              <a:t>Email Service Unavailable</a:t>
            </a:r>
            <a:r>
              <a:rPr lang="en-US" sz="1800" b="1" dirty="0"/>
              <a:t>:</a:t>
            </a:r>
            <a:br>
              <a:rPr lang="en-US" sz="1800" dirty="0"/>
            </a:br>
            <a:r>
              <a:rPr lang="en-US" sz="1800" dirty="0"/>
              <a:t>6a.1. The </a:t>
            </a:r>
            <a:r>
              <a:rPr lang="en-US" sz="1800" b="1" dirty="0"/>
              <a:t>System</a:t>
            </a:r>
            <a:r>
              <a:rPr lang="en-US" sz="1800" dirty="0"/>
              <a:t> fails to send the confirmation email.</a:t>
            </a:r>
            <a:br>
              <a:rPr lang="en-US" sz="1800" dirty="0"/>
            </a:br>
            <a:r>
              <a:rPr lang="en-US" sz="1800" dirty="0"/>
              <a:t>6a.2. The </a:t>
            </a:r>
            <a:r>
              <a:rPr lang="en-US" sz="1800" b="1" dirty="0"/>
              <a:t>System</a:t>
            </a:r>
            <a:r>
              <a:rPr lang="en-US" sz="1800" dirty="0"/>
              <a:t> logs the error and </a:t>
            </a:r>
            <a:r>
              <a:rPr lang="en-US" sz="1800" b="1" dirty="0"/>
              <a:t>queues</a:t>
            </a:r>
            <a:r>
              <a:rPr lang="en-US" sz="1800" dirty="0"/>
              <a:t> the email for later sending.</a:t>
            </a:r>
            <a:br>
              <a:rPr lang="en-US" sz="1800" dirty="0"/>
            </a:br>
            <a:r>
              <a:rPr lang="en-US" sz="1800" dirty="0"/>
              <a:t>6a.3. The </a:t>
            </a:r>
            <a:r>
              <a:rPr lang="en-US" sz="1800" b="1" dirty="0"/>
              <a:t>use case</a:t>
            </a:r>
            <a:r>
              <a:rPr lang="en-US" sz="1800" dirty="0"/>
              <a:t> otherwise completes normally (the order is still placed and the Customer sees the on-screen confirmation).</a:t>
            </a:r>
          </a:p>
          <a:p>
            <a:endParaRPr lang="en-US" sz="1400" dirty="0"/>
          </a:p>
        </p:txBody>
      </p:sp>
      <p:sp>
        <p:nvSpPr>
          <p:cNvPr id="4" name="Slide Number Placeholder 3">
            <a:extLst>
              <a:ext uri="{FF2B5EF4-FFF2-40B4-BE49-F238E27FC236}">
                <a16:creationId xmlns:a16="http://schemas.microsoft.com/office/drawing/2014/main" id="{249E8735-A798-DB06-C978-34245EA72F55}"/>
              </a:ext>
            </a:extLst>
          </p:cNvPr>
          <p:cNvSpPr>
            <a:spLocks noGrp="1"/>
          </p:cNvSpPr>
          <p:nvPr>
            <p:ph type="sldNum" sz="quarter" idx="12"/>
          </p:nvPr>
        </p:nvSpPr>
        <p:spPr>
          <a:xfrm>
            <a:off x="11704320" y="6455664"/>
            <a:ext cx="448056" cy="365125"/>
          </a:xfrm>
        </p:spPr>
        <p:txBody>
          <a:bodyPr>
            <a:normAutofit/>
          </a:bodyPr>
          <a:lstStyle/>
          <a:p>
            <a:pPr>
              <a:spcAft>
                <a:spcPts val="600"/>
              </a:spcAft>
            </a:pPr>
            <a:fld id="{7DF6DEEC-D04A-4FF0-9A08-7D39859C24F4}" type="slidenum">
              <a:rPr lang="en-US" sz="1100">
                <a:solidFill>
                  <a:schemeClr val="tx1">
                    <a:lumMod val="50000"/>
                    <a:lumOff val="50000"/>
                  </a:schemeClr>
                </a:solidFill>
              </a:rPr>
              <a:pPr>
                <a:spcAft>
                  <a:spcPts val="600"/>
                </a:spcAft>
              </a:pPr>
              <a:t>49</a:t>
            </a:fld>
            <a:endParaRPr lang="en-US" sz="1100">
              <a:solidFill>
                <a:schemeClr val="tx1">
                  <a:lumMod val="50000"/>
                  <a:lumOff val="50000"/>
                </a:schemeClr>
              </a:solidFill>
            </a:endParaRPr>
          </a:p>
        </p:txBody>
      </p:sp>
    </p:spTree>
    <p:extLst>
      <p:ext uri="{BB962C8B-B14F-4D97-AF65-F5344CB8AC3E}">
        <p14:creationId xmlns:p14="http://schemas.microsoft.com/office/powerpoint/2010/main" val="32873738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92232" name="Rectangle 69223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692234" name="Rectangle 69223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2236" name="Rectangle 69223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2238" name="Rectangle 69223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2240" name="Rectangle 69223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92242" name="Freeform: Shape 69224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92244" name="Rectangle 69224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2226" name="Rectangle 2"/>
          <p:cNvSpPr>
            <a:spLocks noGrp="1" noChangeArrowheads="1"/>
          </p:cNvSpPr>
          <p:nvPr>
            <p:ph type="title"/>
          </p:nvPr>
        </p:nvSpPr>
        <p:spPr>
          <a:xfrm>
            <a:off x="466722" y="586855"/>
            <a:ext cx="3201366" cy="3387497"/>
          </a:xfrm>
        </p:spPr>
        <p:txBody>
          <a:bodyPr anchor="b">
            <a:normAutofit/>
          </a:bodyPr>
          <a:lstStyle/>
          <a:p>
            <a:pPr algn="r"/>
            <a:r>
              <a:rPr lang="en-US" altLang="en-US" sz="4000">
                <a:solidFill>
                  <a:srgbClr val="FFFFFF"/>
                </a:solidFill>
              </a:rPr>
              <a:t>What is a use case?</a:t>
            </a:r>
          </a:p>
        </p:txBody>
      </p:sp>
      <p:sp>
        <p:nvSpPr>
          <p:cNvPr id="692227" name="Rectangle 3"/>
          <p:cNvSpPr>
            <a:spLocks noGrp="1" noChangeArrowheads="1"/>
          </p:cNvSpPr>
          <p:nvPr>
            <p:ph type="body" idx="1"/>
          </p:nvPr>
        </p:nvSpPr>
        <p:spPr>
          <a:xfrm>
            <a:off x="4367695" y="859654"/>
            <a:ext cx="7211852" cy="5546047"/>
          </a:xfrm>
        </p:spPr>
        <p:txBody>
          <a:bodyPr anchor="ctr">
            <a:normAutofit/>
          </a:bodyPr>
          <a:lstStyle/>
          <a:p>
            <a:pPr marL="342900" indent="-342900"/>
            <a:r>
              <a:rPr lang="en-US" altLang="en-US" sz="3000" dirty="0"/>
              <a:t>A group of related scenarios that provide value to the user of a system</a:t>
            </a:r>
          </a:p>
          <a:p>
            <a:pPr marL="742950" lvl="1" indent="-285750"/>
            <a:r>
              <a:rPr lang="en-US" altLang="en-US" sz="3000" dirty="0"/>
              <a:t>A scenario is one of many paths within a use case</a:t>
            </a:r>
          </a:p>
          <a:p>
            <a:pPr lvl="2"/>
            <a:r>
              <a:rPr lang="en-US" altLang="en-US" sz="3000" dirty="0"/>
              <a:t>Main Success Scenario</a:t>
            </a:r>
          </a:p>
          <a:p>
            <a:pPr lvl="2"/>
            <a:r>
              <a:rPr lang="en-US" altLang="en-US" sz="3000" dirty="0"/>
              <a:t>Alternate Scenarios</a:t>
            </a:r>
          </a:p>
          <a:p>
            <a:pPr lvl="2"/>
            <a:endParaRPr lang="en-US" altLang="en-US" sz="3000" dirty="0"/>
          </a:p>
          <a:p>
            <a:pPr marL="342900" indent="-342900"/>
            <a:r>
              <a:rPr lang="en-US" sz="3000" dirty="0"/>
              <a:t>Mechanism for projects to organize requirements in a way that makes them easy to find, understand, change, critique, test, verify and deliver incrementally.</a:t>
            </a:r>
            <a:endParaRPr lang="en-US" altLang="en-US" sz="3000" dirty="0"/>
          </a:p>
          <a:p>
            <a:pPr lvl="4"/>
            <a:endParaRPr lang="en-US" altLang="en-US" sz="2000" dirty="0"/>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89631D33-5FD5-4399-B964-8E91B3E557EB}"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50</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96328" name="Rectangle 69632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696330" name="Rectangle 69632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6332" name="Rectangle 69633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6334" name="Rectangle 69633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6336" name="Rectangle 69633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96338" name="Freeform: Shape 69633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96340" name="Rectangle 69633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6322" name="Rectangle 2"/>
          <p:cNvSpPr>
            <a:spLocks noGrp="1" noChangeArrowheads="1"/>
          </p:cNvSpPr>
          <p:nvPr>
            <p:ph type="title"/>
          </p:nvPr>
        </p:nvSpPr>
        <p:spPr>
          <a:xfrm>
            <a:off x="466722" y="586855"/>
            <a:ext cx="3201366" cy="3387497"/>
          </a:xfrm>
        </p:spPr>
        <p:txBody>
          <a:bodyPr anchor="b">
            <a:normAutofit/>
          </a:bodyPr>
          <a:lstStyle/>
          <a:p>
            <a:pPr algn="r"/>
            <a:r>
              <a:rPr lang="en-US" altLang="en-US" sz="4000">
                <a:solidFill>
                  <a:srgbClr val="FFFFFF"/>
                </a:solidFill>
              </a:rPr>
              <a:t>Use case modeling elements</a:t>
            </a:r>
          </a:p>
        </p:txBody>
      </p:sp>
      <p:sp>
        <p:nvSpPr>
          <p:cNvPr id="696323" name="Rectangle 3"/>
          <p:cNvSpPr>
            <a:spLocks noGrp="1" noChangeArrowheads="1"/>
          </p:cNvSpPr>
          <p:nvPr>
            <p:ph type="body" idx="1"/>
          </p:nvPr>
        </p:nvSpPr>
        <p:spPr>
          <a:xfrm>
            <a:off x="4810259" y="649480"/>
            <a:ext cx="6555347" cy="5546047"/>
          </a:xfrm>
        </p:spPr>
        <p:txBody>
          <a:bodyPr anchor="ctr">
            <a:normAutofit/>
          </a:bodyPr>
          <a:lstStyle/>
          <a:p>
            <a:pPr marL="342900" indent="-342900"/>
            <a:r>
              <a:rPr lang="en-US" altLang="en-US" sz="3000" dirty="0"/>
              <a:t>Define Actors</a:t>
            </a:r>
          </a:p>
          <a:p>
            <a:pPr marL="342900" indent="-342900"/>
            <a:r>
              <a:rPr lang="en-US" altLang="en-US" sz="3000" dirty="0"/>
              <a:t>Define top level use case diagram</a:t>
            </a:r>
          </a:p>
          <a:p>
            <a:pPr marL="342900" indent="-342900"/>
            <a:r>
              <a:rPr lang="en-US" altLang="en-US" sz="3000" dirty="0"/>
              <a:t>Define use case diagrams</a:t>
            </a:r>
          </a:p>
          <a:p>
            <a:pPr marL="342900" indent="-342900"/>
            <a:r>
              <a:rPr lang="en-US" altLang="en-US" sz="3000" dirty="0"/>
              <a:t>Define use cases</a:t>
            </a:r>
          </a:p>
          <a:p>
            <a:pPr marL="342900" indent="-342900"/>
            <a:r>
              <a:rPr lang="en-US" altLang="en-US" sz="3000" dirty="0"/>
              <a:t>Example</a:t>
            </a:r>
            <a:endParaRPr lang="en-US" sz="3000" b="1" dirty="0"/>
          </a:p>
          <a:p>
            <a:pPr marL="742950" lvl="1" indent="-285750"/>
            <a:r>
              <a:rPr lang="en-US" altLang="en-US" sz="3000" dirty="0"/>
              <a:t>A </a:t>
            </a:r>
            <a:r>
              <a:rPr lang="en-US" sz="3000" dirty="0"/>
              <a:t>University wants to create an online registration system. The University registrar sets up the curriculum, students register for courses and the professors request course rosters.</a:t>
            </a:r>
            <a:endParaRPr lang="en-US" altLang="en-US" sz="3000" dirty="0"/>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7135508E-F27F-41F9-AA09-522CE5BBE08E}" type="slidenum">
              <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51</a:t>
            </a:fld>
            <a:endParaRPr kumimoji="0" lang="de-DE"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6C2EAE1-CF9B-494C-BA19-EA6ED1265EF9}"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52</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98370" name="Rectangle 2"/>
          <p:cNvSpPr>
            <a:spLocks noGrp="1" noChangeArrowheads="1"/>
          </p:cNvSpPr>
          <p:nvPr>
            <p:ph type="title"/>
          </p:nvPr>
        </p:nvSpPr>
        <p:spPr>
          <a:xfrm>
            <a:off x="490644" y="136858"/>
            <a:ext cx="8623300" cy="1098550"/>
          </a:xfrm>
        </p:spPr>
        <p:txBody>
          <a:bodyPr/>
          <a:lstStyle/>
          <a:p>
            <a:r>
              <a:rPr lang="en-US" altLang="en-US" b="1" dirty="0"/>
              <a:t>Actors</a:t>
            </a:r>
          </a:p>
        </p:txBody>
      </p:sp>
      <p:sp>
        <p:nvSpPr>
          <p:cNvPr id="698371" name="Rectangle 3"/>
          <p:cNvSpPr>
            <a:spLocks noGrp="1" noChangeArrowheads="1"/>
          </p:cNvSpPr>
          <p:nvPr>
            <p:ph type="body" idx="1"/>
          </p:nvPr>
        </p:nvSpPr>
        <p:spPr>
          <a:xfrm>
            <a:off x="698049" y="1235409"/>
            <a:ext cx="10874358" cy="3225468"/>
          </a:xfrm>
        </p:spPr>
        <p:txBody>
          <a:bodyPr>
            <a:normAutofit fontScale="85000" lnSpcReduction="10000"/>
          </a:bodyPr>
          <a:lstStyle/>
          <a:p>
            <a:pPr marL="342900" indent="-342900"/>
            <a:r>
              <a:rPr lang="en-US" altLang="en-US" sz="3600" dirty="0"/>
              <a:t>External entities that interact with a system</a:t>
            </a:r>
          </a:p>
          <a:p>
            <a:pPr marL="342900" indent="-342900"/>
            <a:r>
              <a:rPr lang="en-US" altLang="en-US" sz="3600" dirty="0"/>
              <a:t>They define a role played by entities when they interact with a system</a:t>
            </a:r>
          </a:p>
          <a:p>
            <a:pPr marL="342900" indent="-342900"/>
            <a:endParaRPr lang="en-US" altLang="en-US" sz="3600" dirty="0"/>
          </a:p>
          <a:p>
            <a:pPr marL="742950" lvl="1" indent="-285750"/>
            <a:r>
              <a:rPr lang="en-US" altLang="en-US" sz="3200" dirty="0"/>
              <a:t>many entities may play the same role or an entity may play many roles</a:t>
            </a:r>
          </a:p>
          <a:p>
            <a:pPr marL="742950" lvl="1" indent="-285750"/>
            <a:endParaRPr lang="en-US" altLang="en-US" sz="3200" dirty="0"/>
          </a:p>
          <a:p>
            <a:pPr marL="342900" indent="-342900"/>
            <a:r>
              <a:rPr lang="en-US" altLang="en-US" sz="3600" dirty="0"/>
              <a:t>Example</a:t>
            </a:r>
          </a:p>
        </p:txBody>
      </p:sp>
      <p:grpSp>
        <p:nvGrpSpPr>
          <p:cNvPr id="698372" name="Group 4"/>
          <p:cNvGrpSpPr>
            <a:grpSpLocks/>
          </p:cNvGrpSpPr>
          <p:nvPr/>
        </p:nvGrpSpPr>
        <p:grpSpPr bwMode="auto">
          <a:xfrm>
            <a:off x="4175125" y="5346701"/>
            <a:ext cx="3529330" cy="950595"/>
            <a:chOff x="2775" y="2013"/>
            <a:chExt cx="5558" cy="1497"/>
          </a:xfrm>
        </p:grpSpPr>
        <p:grpSp>
          <p:nvGrpSpPr>
            <p:cNvPr id="698373" name="Group 5"/>
            <p:cNvGrpSpPr>
              <a:grpSpLocks/>
            </p:cNvGrpSpPr>
            <p:nvPr/>
          </p:nvGrpSpPr>
          <p:grpSpPr bwMode="auto">
            <a:xfrm>
              <a:off x="3297" y="2013"/>
              <a:ext cx="563" cy="969"/>
              <a:chOff x="1097" y="2462"/>
              <a:chExt cx="295" cy="512"/>
            </a:xfrm>
          </p:grpSpPr>
          <p:sp>
            <p:nvSpPr>
              <p:cNvPr id="698374" name="Oval 6"/>
              <p:cNvSpPr>
                <a:spLocks noChangeArrowheads="1"/>
              </p:cNvSpPr>
              <p:nvPr/>
            </p:nvSpPr>
            <p:spPr bwMode="auto">
              <a:xfrm>
                <a:off x="1141" y="2462"/>
                <a:ext cx="200" cy="19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75" name="Line 7"/>
              <p:cNvSpPr>
                <a:spLocks noChangeShapeType="1"/>
              </p:cNvSpPr>
              <p:nvPr/>
            </p:nvSpPr>
            <p:spPr bwMode="auto">
              <a:xfrm flipH="1">
                <a:off x="1097"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76" name="Line 8"/>
              <p:cNvSpPr>
                <a:spLocks noChangeShapeType="1"/>
              </p:cNvSpPr>
              <p:nvPr/>
            </p:nvSpPr>
            <p:spPr bwMode="auto">
              <a:xfrm>
                <a:off x="1248"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698377" name="Group 9"/>
              <p:cNvGrpSpPr>
                <a:grpSpLocks/>
              </p:cNvGrpSpPr>
              <p:nvPr/>
            </p:nvGrpSpPr>
            <p:grpSpPr bwMode="auto">
              <a:xfrm>
                <a:off x="1131" y="2659"/>
                <a:ext cx="221" cy="146"/>
                <a:chOff x="1276" y="1988"/>
                <a:chExt cx="221" cy="146"/>
              </a:xfrm>
            </p:grpSpPr>
            <p:sp>
              <p:nvSpPr>
                <p:cNvPr id="698378" name="Line 10"/>
                <p:cNvSpPr>
                  <a:spLocks noChangeShapeType="1"/>
                </p:cNvSpPr>
                <p:nvPr/>
              </p:nvSpPr>
              <p:spPr bwMode="auto">
                <a:xfrm>
                  <a:off x="1386" y="1988"/>
                  <a:ext cx="0" cy="14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79" name="Line 11"/>
                <p:cNvSpPr>
                  <a:spLocks noChangeShapeType="1"/>
                </p:cNvSpPr>
                <p:nvPr/>
              </p:nvSpPr>
              <p:spPr bwMode="auto">
                <a:xfrm>
                  <a:off x="1276" y="2040"/>
                  <a:ext cx="221"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sp>
          <p:nvSpPr>
            <p:cNvPr id="698380" name="Rectangle 12"/>
            <p:cNvSpPr>
              <a:spLocks noChangeArrowheads="1"/>
            </p:cNvSpPr>
            <p:nvPr/>
          </p:nvSpPr>
          <p:spPr bwMode="auto">
            <a:xfrm>
              <a:off x="2775" y="3078"/>
              <a:ext cx="1606"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ourier" pitchFamily="49" charset="0"/>
                  <a:ea typeface="+mn-ea"/>
                  <a:cs typeface="+mn-cs"/>
                </a:rPr>
                <a:t>Registrar</a:t>
              </a:r>
            </a:p>
          </p:txBody>
        </p:sp>
        <p:sp>
          <p:nvSpPr>
            <p:cNvPr id="698381" name="Rectangle 13"/>
            <p:cNvSpPr>
              <a:spLocks noChangeArrowheads="1"/>
            </p:cNvSpPr>
            <p:nvPr/>
          </p:nvSpPr>
          <p:spPr bwMode="auto">
            <a:xfrm>
              <a:off x="4893" y="3078"/>
              <a:ext cx="1606"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ourier" pitchFamily="49" charset="0"/>
                  <a:ea typeface="+mn-ea"/>
                  <a:cs typeface="+mn-cs"/>
                </a:rPr>
                <a:t>Professor</a:t>
              </a:r>
            </a:p>
          </p:txBody>
        </p:sp>
        <p:grpSp>
          <p:nvGrpSpPr>
            <p:cNvPr id="698382" name="Group 14"/>
            <p:cNvGrpSpPr>
              <a:grpSpLocks/>
            </p:cNvGrpSpPr>
            <p:nvPr/>
          </p:nvGrpSpPr>
          <p:grpSpPr bwMode="auto">
            <a:xfrm>
              <a:off x="5364" y="2013"/>
              <a:ext cx="563" cy="969"/>
              <a:chOff x="1097" y="2462"/>
              <a:chExt cx="295" cy="512"/>
            </a:xfrm>
          </p:grpSpPr>
          <p:sp>
            <p:nvSpPr>
              <p:cNvPr id="698383" name="Oval 15"/>
              <p:cNvSpPr>
                <a:spLocks noChangeArrowheads="1"/>
              </p:cNvSpPr>
              <p:nvPr/>
            </p:nvSpPr>
            <p:spPr bwMode="auto">
              <a:xfrm>
                <a:off x="1141" y="2462"/>
                <a:ext cx="200" cy="19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84" name="Line 16"/>
              <p:cNvSpPr>
                <a:spLocks noChangeShapeType="1"/>
              </p:cNvSpPr>
              <p:nvPr/>
            </p:nvSpPr>
            <p:spPr bwMode="auto">
              <a:xfrm flipH="1">
                <a:off x="1097"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85" name="Line 17"/>
              <p:cNvSpPr>
                <a:spLocks noChangeShapeType="1"/>
              </p:cNvSpPr>
              <p:nvPr/>
            </p:nvSpPr>
            <p:spPr bwMode="auto">
              <a:xfrm>
                <a:off x="1248"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698386" name="Group 18"/>
              <p:cNvGrpSpPr>
                <a:grpSpLocks/>
              </p:cNvGrpSpPr>
              <p:nvPr/>
            </p:nvGrpSpPr>
            <p:grpSpPr bwMode="auto">
              <a:xfrm>
                <a:off x="1131" y="2659"/>
                <a:ext cx="221" cy="146"/>
                <a:chOff x="1276" y="1988"/>
                <a:chExt cx="221" cy="146"/>
              </a:xfrm>
            </p:grpSpPr>
            <p:sp>
              <p:nvSpPr>
                <p:cNvPr id="698387" name="Line 19"/>
                <p:cNvSpPr>
                  <a:spLocks noChangeShapeType="1"/>
                </p:cNvSpPr>
                <p:nvPr/>
              </p:nvSpPr>
              <p:spPr bwMode="auto">
                <a:xfrm>
                  <a:off x="1386" y="1988"/>
                  <a:ext cx="0" cy="14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88" name="Line 20"/>
                <p:cNvSpPr>
                  <a:spLocks noChangeShapeType="1"/>
                </p:cNvSpPr>
                <p:nvPr/>
              </p:nvSpPr>
              <p:spPr bwMode="auto">
                <a:xfrm>
                  <a:off x="1276" y="2040"/>
                  <a:ext cx="221"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sp>
          <p:nvSpPr>
            <p:cNvPr id="698389" name="Rectangle 21"/>
            <p:cNvSpPr>
              <a:spLocks noChangeArrowheads="1"/>
            </p:cNvSpPr>
            <p:nvPr/>
          </p:nvSpPr>
          <p:spPr bwMode="auto">
            <a:xfrm>
              <a:off x="7020" y="3066"/>
              <a:ext cx="1313"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ourier" pitchFamily="49" charset="0"/>
                  <a:ea typeface="+mn-ea"/>
                  <a:cs typeface="+mn-cs"/>
                </a:rPr>
                <a:t>Student</a:t>
              </a:r>
            </a:p>
          </p:txBody>
        </p:sp>
        <p:grpSp>
          <p:nvGrpSpPr>
            <p:cNvPr id="698390" name="Group 22"/>
            <p:cNvGrpSpPr>
              <a:grpSpLocks/>
            </p:cNvGrpSpPr>
            <p:nvPr/>
          </p:nvGrpSpPr>
          <p:grpSpPr bwMode="auto">
            <a:xfrm>
              <a:off x="7354" y="2040"/>
              <a:ext cx="563" cy="969"/>
              <a:chOff x="1097" y="2462"/>
              <a:chExt cx="295" cy="512"/>
            </a:xfrm>
          </p:grpSpPr>
          <p:sp>
            <p:nvSpPr>
              <p:cNvPr id="698391" name="Oval 23"/>
              <p:cNvSpPr>
                <a:spLocks noChangeArrowheads="1"/>
              </p:cNvSpPr>
              <p:nvPr/>
            </p:nvSpPr>
            <p:spPr bwMode="auto">
              <a:xfrm>
                <a:off x="1141" y="2462"/>
                <a:ext cx="200" cy="19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92" name="Line 24"/>
              <p:cNvSpPr>
                <a:spLocks noChangeShapeType="1"/>
              </p:cNvSpPr>
              <p:nvPr/>
            </p:nvSpPr>
            <p:spPr bwMode="auto">
              <a:xfrm flipH="1">
                <a:off x="1097"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93" name="Line 25"/>
              <p:cNvSpPr>
                <a:spLocks noChangeShapeType="1"/>
              </p:cNvSpPr>
              <p:nvPr/>
            </p:nvSpPr>
            <p:spPr bwMode="auto">
              <a:xfrm>
                <a:off x="1248" y="2784"/>
                <a:ext cx="144" cy="19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698394" name="Group 26"/>
              <p:cNvGrpSpPr>
                <a:grpSpLocks/>
              </p:cNvGrpSpPr>
              <p:nvPr/>
            </p:nvGrpSpPr>
            <p:grpSpPr bwMode="auto">
              <a:xfrm>
                <a:off x="1131" y="2659"/>
                <a:ext cx="221" cy="146"/>
                <a:chOff x="1276" y="1988"/>
                <a:chExt cx="221" cy="146"/>
              </a:xfrm>
            </p:grpSpPr>
            <p:sp>
              <p:nvSpPr>
                <p:cNvPr id="698395" name="Line 27"/>
                <p:cNvSpPr>
                  <a:spLocks noChangeShapeType="1"/>
                </p:cNvSpPr>
                <p:nvPr/>
              </p:nvSpPr>
              <p:spPr bwMode="auto">
                <a:xfrm>
                  <a:off x="1386" y="1988"/>
                  <a:ext cx="0" cy="14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396" name="Line 28"/>
                <p:cNvSpPr>
                  <a:spLocks noChangeShapeType="1"/>
                </p:cNvSpPr>
                <p:nvPr/>
              </p:nvSpPr>
              <p:spPr bwMode="auto">
                <a:xfrm>
                  <a:off x="1276" y="2040"/>
                  <a:ext cx="221"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8259E73-7B9B-478C-A2B0-ED48CCCED631}"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53</a:t>
            </a:fld>
            <a:endParaRPr kumimoji="0" lang="de-DE"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700418" name="Rectangle 2"/>
          <p:cNvSpPr>
            <a:spLocks noGrp="1" noChangeArrowheads="1"/>
          </p:cNvSpPr>
          <p:nvPr>
            <p:ph type="title"/>
          </p:nvPr>
        </p:nvSpPr>
        <p:spPr>
          <a:xfrm>
            <a:off x="196885" y="-1672"/>
            <a:ext cx="8626475" cy="1106488"/>
          </a:xfrm>
        </p:spPr>
        <p:txBody>
          <a:bodyPr/>
          <a:lstStyle/>
          <a:p>
            <a:r>
              <a:rPr lang="en-US" altLang="en-US" dirty="0"/>
              <a:t>Top Level Use Case Diagram</a:t>
            </a:r>
          </a:p>
        </p:txBody>
      </p:sp>
      <p:sp>
        <p:nvSpPr>
          <p:cNvPr id="700421" name="Rectangle 5"/>
          <p:cNvSpPr>
            <a:spLocks noChangeArrowheads="1"/>
          </p:cNvSpPr>
          <p:nvPr/>
        </p:nvSpPr>
        <p:spPr bwMode="auto">
          <a:xfrm>
            <a:off x="5600494" y="4668564"/>
            <a:ext cx="1543158" cy="1514675"/>
          </a:xfrm>
          <a:prstGeom prst="rect">
            <a:avLst/>
          </a:prstGeom>
          <a:noFill/>
          <a:ln w="19050">
            <a:solidFill>
              <a:srgbClr val="993300"/>
            </a:solidFill>
            <a:miter lim="800000"/>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2" name="Oval 6"/>
          <p:cNvSpPr>
            <a:spLocks noChangeArrowheads="1"/>
          </p:cNvSpPr>
          <p:nvPr/>
        </p:nvSpPr>
        <p:spPr bwMode="auto">
          <a:xfrm>
            <a:off x="4402800" y="4343400"/>
            <a:ext cx="361340" cy="313096"/>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3" name="Line 7"/>
          <p:cNvSpPr>
            <a:spLocks noChangeShapeType="1"/>
          </p:cNvSpPr>
          <p:nvPr/>
        </p:nvSpPr>
        <p:spPr bwMode="auto">
          <a:xfrm flipH="1">
            <a:off x="4323419" y="4854643"/>
            <a:ext cx="260368" cy="301665"/>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4" name="Line 8"/>
          <p:cNvSpPr>
            <a:spLocks noChangeShapeType="1"/>
          </p:cNvSpPr>
          <p:nvPr/>
        </p:nvSpPr>
        <p:spPr bwMode="auto">
          <a:xfrm>
            <a:off x="4595854" y="4854643"/>
            <a:ext cx="260368" cy="301665"/>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5" name="Line 9"/>
          <p:cNvSpPr>
            <a:spLocks noChangeShapeType="1"/>
          </p:cNvSpPr>
          <p:nvPr/>
        </p:nvSpPr>
        <p:spPr bwMode="auto">
          <a:xfrm>
            <a:off x="4583788" y="4656496"/>
            <a:ext cx="0" cy="23180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6" name="Line 10"/>
          <p:cNvSpPr>
            <a:spLocks noChangeShapeType="1"/>
          </p:cNvSpPr>
          <p:nvPr/>
        </p:nvSpPr>
        <p:spPr bwMode="auto">
          <a:xfrm>
            <a:off x="4385019" y="4739057"/>
            <a:ext cx="398808"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27" name="Rectangle 11"/>
          <p:cNvSpPr>
            <a:spLocks noChangeArrowheads="1"/>
          </p:cNvSpPr>
          <p:nvPr/>
        </p:nvSpPr>
        <p:spPr bwMode="auto">
          <a:xfrm>
            <a:off x="4082739" y="5157857"/>
            <a:ext cx="1019511" cy="274434"/>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Registrar</a:t>
            </a:r>
          </a:p>
        </p:txBody>
      </p:sp>
      <p:sp>
        <p:nvSpPr>
          <p:cNvPr id="700428" name="Rectangle 12"/>
          <p:cNvSpPr>
            <a:spLocks noChangeArrowheads="1"/>
          </p:cNvSpPr>
          <p:nvPr/>
        </p:nvSpPr>
        <p:spPr bwMode="auto">
          <a:xfrm>
            <a:off x="4017964" y="6482006"/>
            <a:ext cx="1019511" cy="274434"/>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Professor</a:t>
            </a:r>
          </a:p>
        </p:txBody>
      </p:sp>
      <p:sp>
        <p:nvSpPr>
          <p:cNvPr id="700429" name="Oval 13"/>
          <p:cNvSpPr>
            <a:spLocks noChangeArrowheads="1"/>
          </p:cNvSpPr>
          <p:nvPr/>
        </p:nvSpPr>
        <p:spPr bwMode="auto">
          <a:xfrm>
            <a:off x="4333581" y="5677076"/>
            <a:ext cx="353085" cy="313096"/>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0" name="Line 14"/>
          <p:cNvSpPr>
            <a:spLocks noChangeShapeType="1"/>
          </p:cNvSpPr>
          <p:nvPr/>
        </p:nvSpPr>
        <p:spPr bwMode="auto">
          <a:xfrm flipH="1">
            <a:off x="4256105" y="6188319"/>
            <a:ext cx="254018" cy="301665"/>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1" name="Line 15"/>
          <p:cNvSpPr>
            <a:spLocks noChangeShapeType="1"/>
          </p:cNvSpPr>
          <p:nvPr/>
        </p:nvSpPr>
        <p:spPr bwMode="auto">
          <a:xfrm>
            <a:off x="4522823" y="6188319"/>
            <a:ext cx="254018" cy="301665"/>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2" name="Line 16"/>
          <p:cNvSpPr>
            <a:spLocks noChangeShapeType="1"/>
          </p:cNvSpPr>
          <p:nvPr/>
        </p:nvSpPr>
        <p:spPr bwMode="auto">
          <a:xfrm>
            <a:off x="4510758" y="5990172"/>
            <a:ext cx="0" cy="231806"/>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3" name="Line 17"/>
          <p:cNvSpPr>
            <a:spLocks noChangeShapeType="1"/>
          </p:cNvSpPr>
          <p:nvPr/>
        </p:nvSpPr>
        <p:spPr bwMode="auto">
          <a:xfrm>
            <a:off x="4316435" y="6072733"/>
            <a:ext cx="389917"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4" name="Rectangle 18"/>
          <p:cNvSpPr>
            <a:spLocks noChangeArrowheads="1"/>
          </p:cNvSpPr>
          <p:nvPr/>
        </p:nvSpPr>
        <p:spPr bwMode="auto">
          <a:xfrm>
            <a:off x="2121957" y="6299105"/>
            <a:ext cx="833563" cy="274434"/>
          </a:xfrm>
          <a:prstGeom prst="rect">
            <a:avLst/>
          </a:prstGeom>
          <a:noFill/>
          <a:ln w="1905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993300"/>
                </a:solidFill>
                <a:effectLst/>
                <a:uLnTx/>
                <a:uFillTx/>
                <a:latin typeface="Courier" pitchFamily="49" charset="0"/>
                <a:ea typeface="+mn-ea"/>
                <a:cs typeface="+mn-cs"/>
              </a:rPr>
              <a:t>Student</a:t>
            </a:r>
          </a:p>
        </p:txBody>
      </p:sp>
      <p:sp>
        <p:nvSpPr>
          <p:cNvPr id="700435" name="Oval 19"/>
          <p:cNvSpPr>
            <a:spLocks noChangeArrowheads="1"/>
          </p:cNvSpPr>
          <p:nvPr/>
        </p:nvSpPr>
        <p:spPr bwMode="auto">
          <a:xfrm>
            <a:off x="2333426" y="4989280"/>
            <a:ext cx="370866" cy="313096"/>
          </a:xfrm>
          <a:prstGeom prst="ellips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6" name="Line 20"/>
          <p:cNvSpPr>
            <a:spLocks noChangeShapeType="1"/>
          </p:cNvSpPr>
          <p:nvPr/>
        </p:nvSpPr>
        <p:spPr bwMode="auto">
          <a:xfrm flipH="1">
            <a:off x="2236447" y="5981781"/>
            <a:ext cx="266719" cy="301665"/>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7" name="Line 21"/>
          <p:cNvSpPr>
            <a:spLocks noChangeShapeType="1"/>
          </p:cNvSpPr>
          <p:nvPr/>
        </p:nvSpPr>
        <p:spPr bwMode="auto">
          <a:xfrm>
            <a:off x="2518725" y="5970675"/>
            <a:ext cx="266719" cy="301665"/>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8" name="Line 22"/>
          <p:cNvSpPr>
            <a:spLocks noChangeShapeType="1"/>
          </p:cNvSpPr>
          <p:nvPr/>
        </p:nvSpPr>
        <p:spPr bwMode="auto">
          <a:xfrm>
            <a:off x="2488877" y="5294716"/>
            <a:ext cx="2786" cy="695455"/>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39" name="Line 23"/>
          <p:cNvSpPr>
            <a:spLocks noChangeShapeType="1"/>
          </p:cNvSpPr>
          <p:nvPr/>
        </p:nvSpPr>
        <p:spPr bwMode="auto">
          <a:xfrm>
            <a:off x="2333937" y="5551774"/>
            <a:ext cx="409604" cy="0"/>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40" name="Line 24"/>
          <p:cNvSpPr>
            <a:spLocks noChangeShapeType="1"/>
          </p:cNvSpPr>
          <p:nvPr/>
        </p:nvSpPr>
        <p:spPr bwMode="auto">
          <a:xfrm>
            <a:off x="4886070" y="4735247"/>
            <a:ext cx="704899" cy="304840"/>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41" name="Line 25"/>
          <p:cNvSpPr>
            <a:spLocks noChangeShapeType="1"/>
          </p:cNvSpPr>
          <p:nvPr/>
        </p:nvSpPr>
        <p:spPr bwMode="auto">
          <a:xfrm flipV="1">
            <a:off x="4847967" y="5687872"/>
            <a:ext cx="723951" cy="381050"/>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42" name="Line 26"/>
          <p:cNvSpPr>
            <a:spLocks noChangeShapeType="1"/>
          </p:cNvSpPr>
          <p:nvPr/>
        </p:nvSpPr>
        <p:spPr bwMode="auto">
          <a:xfrm flipH="1">
            <a:off x="2955520" y="5476566"/>
            <a:ext cx="2635448" cy="9627"/>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443" name="Rectangle 27"/>
          <p:cNvSpPr>
            <a:spLocks noChangeArrowheads="1"/>
          </p:cNvSpPr>
          <p:nvPr/>
        </p:nvSpPr>
        <p:spPr bwMode="auto">
          <a:xfrm>
            <a:off x="5640502" y="5119531"/>
            <a:ext cx="1471558" cy="520655"/>
          </a:xfrm>
          <a:prstGeom prst="rect">
            <a:avLst/>
          </a:prstGeom>
          <a:noFill/>
          <a:ln w="1905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993300"/>
                </a:solidFill>
                <a:effectLst/>
                <a:uLnTx/>
                <a:uFillTx/>
                <a:latin typeface="Courier" pitchFamily="49" charset="0"/>
                <a:ea typeface="+mn-ea"/>
                <a:cs typeface="+mn-cs"/>
              </a:rPr>
              <a:t>Registration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993300"/>
                </a:solidFill>
                <a:effectLst/>
                <a:uLnTx/>
                <a:uFillTx/>
                <a:latin typeface="Courier" pitchFamily="49" charset="0"/>
                <a:ea typeface="+mn-ea"/>
                <a:cs typeface="+mn-cs"/>
              </a:rPr>
              <a:t>System</a:t>
            </a:r>
          </a:p>
        </p:txBody>
      </p:sp>
      <p:graphicFrame>
        <p:nvGraphicFramePr>
          <p:cNvPr id="700445" name="Rectangle 3">
            <a:extLst>
              <a:ext uri="{FF2B5EF4-FFF2-40B4-BE49-F238E27FC236}">
                <a16:creationId xmlns:a16="http://schemas.microsoft.com/office/drawing/2014/main" id="{C5D437B2-EB09-70C2-3423-660E65310325}"/>
              </a:ext>
            </a:extLst>
          </p:cNvPr>
          <p:cNvGraphicFramePr/>
          <p:nvPr/>
        </p:nvGraphicFramePr>
        <p:xfrm>
          <a:off x="1973264" y="1752601"/>
          <a:ext cx="8543925" cy="26559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DCD96BE3-084F-4F46-BD88-2746D45EBBBD}"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54</a:t>
            </a:fld>
            <a:endParaRPr kumimoji="0" lang="de-DE"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702466" name="Rectangle 2"/>
          <p:cNvSpPr>
            <a:spLocks noGrp="1" noChangeArrowheads="1"/>
          </p:cNvSpPr>
          <p:nvPr>
            <p:ph type="title"/>
          </p:nvPr>
        </p:nvSpPr>
        <p:spPr>
          <a:xfrm>
            <a:off x="97155" y="149092"/>
            <a:ext cx="8597900" cy="1143000"/>
          </a:xfrm>
        </p:spPr>
        <p:txBody>
          <a:bodyPr/>
          <a:lstStyle/>
          <a:p>
            <a:r>
              <a:rPr lang="en-US" altLang="en-US" dirty="0"/>
              <a:t>Use Case Diagrams</a:t>
            </a:r>
          </a:p>
        </p:txBody>
      </p:sp>
      <p:sp>
        <p:nvSpPr>
          <p:cNvPr id="702467" name="Rectangle 3"/>
          <p:cNvSpPr>
            <a:spLocks noGrp="1" noChangeArrowheads="1"/>
          </p:cNvSpPr>
          <p:nvPr>
            <p:ph type="body" idx="1"/>
          </p:nvPr>
        </p:nvSpPr>
        <p:spPr>
          <a:xfrm>
            <a:off x="142876" y="1442496"/>
            <a:ext cx="8208010" cy="4788525"/>
          </a:xfrm>
        </p:spPr>
        <p:txBody>
          <a:bodyPr>
            <a:normAutofit lnSpcReduction="10000"/>
          </a:bodyPr>
          <a:lstStyle/>
          <a:p>
            <a:pPr marL="342900" indent="-342900"/>
            <a:r>
              <a:rPr lang="en-US" altLang="en-US" dirty="0"/>
              <a:t>A Use Case Diagram shows a set of external actors and the use cases each actor participates in</a:t>
            </a:r>
          </a:p>
          <a:p>
            <a:pPr marL="342900" indent="-342900"/>
            <a:r>
              <a:rPr lang="en-US" altLang="en-US" dirty="0"/>
              <a:t>Use the top level use case diagram to identify use cases</a:t>
            </a:r>
          </a:p>
          <a:p>
            <a:pPr marL="742950" lvl="1" indent="-285750"/>
            <a:r>
              <a:rPr lang="en-US" altLang="en-US" dirty="0"/>
              <a:t>For each primary actor, </a:t>
            </a:r>
          </a:p>
          <a:p>
            <a:pPr lvl="2"/>
            <a:r>
              <a:rPr lang="en-US" altLang="en-US" dirty="0"/>
              <a:t>identify their goals (Elementary Business Processes)</a:t>
            </a:r>
          </a:p>
          <a:p>
            <a:pPr lvl="2"/>
            <a:r>
              <a:rPr lang="en-US" altLang="en-US" dirty="0"/>
              <a:t>Identify how they use the system (Scenarios)</a:t>
            </a:r>
          </a:p>
          <a:p>
            <a:pPr marL="342900" indent="-342900"/>
            <a:r>
              <a:rPr lang="en-US" altLang="en-US" dirty="0"/>
              <a:t>Consistently size use cases and scenarios</a:t>
            </a:r>
          </a:p>
          <a:p>
            <a:pPr marL="742950" lvl="1" indent="-285750"/>
            <a:r>
              <a:rPr lang="en-US" altLang="en-US" dirty="0"/>
              <a:t>Too many: increased modularity, reduced functional complexity, complex configuration management, complex coordination, complex schedule</a:t>
            </a:r>
          </a:p>
          <a:p>
            <a:pPr marL="342900" indent="-342900"/>
            <a:r>
              <a:rPr lang="en-US" altLang="en-US" dirty="0"/>
              <a:t>Example</a:t>
            </a:r>
          </a:p>
          <a:p>
            <a:pPr marL="742950" lvl="1" indent="-285750"/>
            <a:endParaRPr lang="en-US" altLang="en-US" dirty="0"/>
          </a:p>
        </p:txBody>
      </p:sp>
      <p:grpSp>
        <p:nvGrpSpPr>
          <p:cNvPr id="702468" name="Group 4"/>
          <p:cNvGrpSpPr>
            <a:grpSpLocks/>
          </p:cNvGrpSpPr>
          <p:nvPr/>
        </p:nvGrpSpPr>
        <p:grpSpPr bwMode="auto">
          <a:xfrm>
            <a:off x="6998970" y="4489688"/>
            <a:ext cx="5193030" cy="2238553"/>
            <a:chOff x="-60" y="11250"/>
            <a:chExt cx="8178" cy="2337"/>
          </a:xfrm>
        </p:grpSpPr>
        <p:sp>
          <p:nvSpPr>
            <p:cNvPr id="702469" name="Oval 5"/>
            <p:cNvSpPr>
              <a:spLocks noChangeArrowheads="1"/>
            </p:cNvSpPr>
            <p:nvPr/>
          </p:nvSpPr>
          <p:spPr bwMode="auto">
            <a:xfrm>
              <a:off x="5673" y="12124"/>
              <a:ext cx="1747" cy="304"/>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0" name="Rectangle 6"/>
            <p:cNvSpPr>
              <a:spLocks noChangeArrowheads="1"/>
            </p:cNvSpPr>
            <p:nvPr/>
          </p:nvSpPr>
          <p:spPr bwMode="auto">
            <a:xfrm>
              <a:off x="5013" y="12363"/>
              <a:ext cx="3070"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993300"/>
                  </a:solidFill>
                  <a:effectLst/>
                  <a:uLnTx/>
                  <a:uFillTx/>
                  <a:latin typeface="Courier" pitchFamily="49" charset="0"/>
                  <a:ea typeface="+mn-ea"/>
                  <a:cs typeface="+mn-cs"/>
                </a:rPr>
                <a:t>Register for Course</a:t>
              </a:r>
            </a:p>
          </p:txBody>
        </p:sp>
        <p:sp>
          <p:nvSpPr>
            <p:cNvPr id="702471" name="Oval 7"/>
            <p:cNvSpPr>
              <a:spLocks noChangeArrowheads="1"/>
            </p:cNvSpPr>
            <p:nvPr/>
          </p:nvSpPr>
          <p:spPr bwMode="auto">
            <a:xfrm>
              <a:off x="5673" y="11457"/>
              <a:ext cx="1747" cy="304"/>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2" name="Rectangle 8"/>
            <p:cNvSpPr>
              <a:spLocks noChangeArrowheads="1"/>
            </p:cNvSpPr>
            <p:nvPr/>
          </p:nvSpPr>
          <p:spPr bwMode="auto">
            <a:xfrm>
              <a:off x="4950" y="11698"/>
              <a:ext cx="3070"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Maintain Curriculum</a:t>
              </a:r>
            </a:p>
          </p:txBody>
        </p:sp>
        <p:sp>
          <p:nvSpPr>
            <p:cNvPr id="702473" name="Oval 9"/>
            <p:cNvSpPr>
              <a:spLocks noChangeArrowheads="1"/>
            </p:cNvSpPr>
            <p:nvPr/>
          </p:nvSpPr>
          <p:spPr bwMode="auto">
            <a:xfrm>
              <a:off x="5673" y="12773"/>
              <a:ext cx="1747" cy="304"/>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4" name="Rectangle 10"/>
            <p:cNvSpPr>
              <a:spLocks noChangeArrowheads="1"/>
            </p:cNvSpPr>
            <p:nvPr/>
          </p:nvSpPr>
          <p:spPr bwMode="auto">
            <a:xfrm>
              <a:off x="4755" y="13013"/>
              <a:ext cx="3363"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Request Course Roster</a:t>
              </a:r>
            </a:p>
          </p:txBody>
        </p:sp>
        <p:sp>
          <p:nvSpPr>
            <p:cNvPr id="702475" name="Rectangle 11"/>
            <p:cNvSpPr>
              <a:spLocks noChangeArrowheads="1"/>
            </p:cNvSpPr>
            <p:nvPr/>
          </p:nvSpPr>
          <p:spPr bwMode="auto">
            <a:xfrm>
              <a:off x="4855" y="11250"/>
              <a:ext cx="3208" cy="2261"/>
            </a:xfrm>
            <a:prstGeom prst="rect">
              <a:avLst/>
            </a:prstGeom>
            <a:noFill/>
            <a:ln w="19050">
              <a:solidFill>
                <a:srgbClr val="993300"/>
              </a:solidFill>
              <a:miter lim="800000"/>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6" name="Oval 12"/>
            <p:cNvSpPr>
              <a:spLocks noChangeArrowheads="1"/>
            </p:cNvSpPr>
            <p:nvPr/>
          </p:nvSpPr>
          <p:spPr bwMode="auto">
            <a:xfrm>
              <a:off x="3030" y="11356"/>
              <a:ext cx="551" cy="20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7" name="Line 13"/>
            <p:cNvSpPr>
              <a:spLocks noChangeShapeType="1"/>
            </p:cNvSpPr>
            <p:nvPr/>
          </p:nvSpPr>
          <p:spPr bwMode="auto">
            <a:xfrm flipH="1">
              <a:off x="2909" y="11694"/>
              <a:ext cx="397" cy="20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8" name="Line 14"/>
            <p:cNvSpPr>
              <a:spLocks noChangeShapeType="1"/>
            </p:cNvSpPr>
            <p:nvPr/>
          </p:nvSpPr>
          <p:spPr bwMode="auto">
            <a:xfrm>
              <a:off x="3325" y="11694"/>
              <a:ext cx="396" cy="20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79" name="Line 15"/>
            <p:cNvSpPr>
              <a:spLocks noChangeShapeType="1"/>
            </p:cNvSpPr>
            <p:nvPr/>
          </p:nvSpPr>
          <p:spPr bwMode="auto">
            <a:xfrm>
              <a:off x="3306" y="11563"/>
              <a:ext cx="0" cy="153"/>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0" name="Line 16"/>
            <p:cNvSpPr>
              <a:spLocks noChangeShapeType="1"/>
            </p:cNvSpPr>
            <p:nvPr/>
          </p:nvSpPr>
          <p:spPr bwMode="auto">
            <a:xfrm>
              <a:off x="3003" y="11618"/>
              <a:ext cx="608"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1" name="Rectangle 17"/>
            <p:cNvSpPr>
              <a:spLocks noChangeArrowheads="1"/>
            </p:cNvSpPr>
            <p:nvPr/>
          </p:nvSpPr>
          <p:spPr bwMode="auto">
            <a:xfrm>
              <a:off x="2458" y="11853"/>
              <a:ext cx="1606"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993300"/>
                  </a:solidFill>
                  <a:effectLst/>
                  <a:uLnTx/>
                  <a:uFillTx/>
                  <a:latin typeface="Courier" pitchFamily="49" charset="0"/>
                  <a:ea typeface="+mn-ea"/>
                  <a:cs typeface="+mn-cs"/>
                </a:rPr>
                <a:t>Registrar</a:t>
              </a:r>
            </a:p>
          </p:txBody>
        </p:sp>
        <p:sp>
          <p:nvSpPr>
            <p:cNvPr id="702482" name="Rectangle 18"/>
            <p:cNvSpPr>
              <a:spLocks noChangeArrowheads="1"/>
            </p:cNvSpPr>
            <p:nvPr/>
          </p:nvSpPr>
          <p:spPr bwMode="auto">
            <a:xfrm>
              <a:off x="2390" y="13155"/>
              <a:ext cx="1606" cy="432"/>
            </a:xfrm>
            <a:prstGeom prst="rect">
              <a:avLst/>
            </a:prstGeom>
            <a:noFill/>
            <a:ln w="1270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93300"/>
                  </a:solidFill>
                  <a:effectLst/>
                  <a:uLnTx/>
                  <a:uFillTx/>
                  <a:latin typeface="Courier" pitchFamily="49" charset="0"/>
                  <a:ea typeface="+mn-ea"/>
                  <a:cs typeface="+mn-cs"/>
                </a:rPr>
                <a:t>Professor</a:t>
              </a:r>
            </a:p>
          </p:txBody>
        </p:sp>
        <p:sp>
          <p:nvSpPr>
            <p:cNvPr id="702483" name="Oval 19"/>
            <p:cNvSpPr>
              <a:spLocks noChangeArrowheads="1"/>
            </p:cNvSpPr>
            <p:nvPr/>
          </p:nvSpPr>
          <p:spPr bwMode="auto">
            <a:xfrm>
              <a:off x="2925" y="12660"/>
              <a:ext cx="538" cy="207"/>
            </a:xfrm>
            <a:prstGeom prst="ellips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4" name="Line 20"/>
            <p:cNvSpPr>
              <a:spLocks noChangeShapeType="1"/>
            </p:cNvSpPr>
            <p:nvPr/>
          </p:nvSpPr>
          <p:spPr bwMode="auto">
            <a:xfrm flipH="1">
              <a:off x="2807" y="12998"/>
              <a:ext cx="387" cy="199"/>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5" name="Line 21"/>
            <p:cNvSpPr>
              <a:spLocks noChangeShapeType="1"/>
            </p:cNvSpPr>
            <p:nvPr/>
          </p:nvSpPr>
          <p:spPr bwMode="auto">
            <a:xfrm>
              <a:off x="3213" y="12998"/>
              <a:ext cx="387" cy="199"/>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6" name="Line 22"/>
            <p:cNvSpPr>
              <a:spLocks noChangeShapeType="1"/>
            </p:cNvSpPr>
            <p:nvPr/>
          </p:nvSpPr>
          <p:spPr bwMode="auto">
            <a:xfrm>
              <a:off x="3195" y="12867"/>
              <a:ext cx="0" cy="153"/>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7" name="Line 23"/>
            <p:cNvSpPr>
              <a:spLocks noChangeShapeType="1"/>
            </p:cNvSpPr>
            <p:nvPr/>
          </p:nvSpPr>
          <p:spPr bwMode="auto">
            <a:xfrm>
              <a:off x="2899" y="12921"/>
              <a:ext cx="594" cy="0"/>
            </a:xfrm>
            <a:prstGeom prst="line">
              <a:avLst/>
            </a:prstGeom>
            <a:noFill/>
            <a:ln w="2540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88" name="Rectangle 24"/>
            <p:cNvSpPr>
              <a:spLocks noChangeArrowheads="1"/>
            </p:cNvSpPr>
            <p:nvPr/>
          </p:nvSpPr>
          <p:spPr bwMode="auto">
            <a:xfrm>
              <a:off x="-60" y="12454"/>
              <a:ext cx="1313" cy="432"/>
            </a:xfrm>
            <a:prstGeom prst="rect">
              <a:avLst/>
            </a:prstGeom>
            <a:noFill/>
            <a:ln w="19050">
              <a:noFill/>
              <a:miter lim="800000"/>
              <a:headEnd/>
              <a:tailEnd/>
            </a:ln>
            <a:effectLst/>
          </p:spPr>
          <p:txBody>
            <a:bodyPr wrap="none" lIns="90488" tIns="44450" rIns="90488" bIns="4445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993300"/>
                  </a:solidFill>
                  <a:effectLst/>
                  <a:uLnTx/>
                  <a:uFillTx/>
                  <a:latin typeface="Courier" pitchFamily="49" charset="0"/>
                  <a:ea typeface="+mn-ea"/>
                  <a:cs typeface="+mn-cs"/>
                </a:rPr>
                <a:t>Student</a:t>
              </a:r>
            </a:p>
          </p:txBody>
        </p:sp>
        <p:sp>
          <p:nvSpPr>
            <p:cNvPr id="702489" name="Oval 25"/>
            <p:cNvSpPr>
              <a:spLocks noChangeArrowheads="1"/>
            </p:cNvSpPr>
            <p:nvPr/>
          </p:nvSpPr>
          <p:spPr bwMode="auto">
            <a:xfrm>
              <a:off x="287" y="11979"/>
              <a:ext cx="565" cy="207"/>
            </a:xfrm>
            <a:prstGeom prst="ellips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0" name="Line 26"/>
            <p:cNvSpPr>
              <a:spLocks noChangeShapeType="1"/>
            </p:cNvSpPr>
            <p:nvPr/>
          </p:nvSpPr>
          <p:spPr bwMode="auto">
            <a:xfrm flipH="1">
              <a:off x="191" y="12333"/>
              <a:ext cx="406" cy="199"/>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1" name="Line 27"/>
            <p:cNvSpPr>
              <a:spLocks noChangeShapeType="1"/>
            </p:cNvSpPr>
            <p:nvPr/>
          </p:nvSpPr>
          <p:spPr bwMode="auto">
            <a:xfrm>
              <a:off x="511" y="12328"/>
              <a:ext cx="407" cy="200"/>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2" name="Line 28"/>
            <p:cNvSpPr>
              <a:spLocks noChangeShapeType="1"/>
            </p:cNvSpPr>
            <p:nvPr/>
          </p:nvSpPr>
          <p:spPr bwMode="auto">
            <a:xfrm>
              <a:off x="569" y="12199"/>
              <a:ext cx="0" cy="153"/>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3" name="Line 29"/>
            <p:cNvSpPr>
              <a:spLocks noChangeShapeType="1"/>
            </p:cNvSpPr>
            <p:nvPr/>
          </p:nvSpPr>
          <p:spPr bwMode="auto">
            <a:xfrm flipV="1">
              <a:off x="1247" y="12285"/>
              <a:ext cx="4426" cy="14"/>
            </a:xfrm>
            <a:prstGeom prst="line">
              <a:avLst/>
            </a:prstGeom>
            <a:noFill/>
            <a:ln w="19050">
              <a:solidFill>
                <a:srgbClr val="993300"/>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4" name="Line 30"/>
            <p:cNvSpPr>
              <a:spLocks noChangeShapeType="1"/>
            </p:cNvSpPr>
            <p:nvPr/>
          </p:nvSpPr>
          <p:spPr bwMode="auto">
            <a:xfrm flipV="1">
              <a:off x="3767" y="11615"/>
              <a:ext cx="1872" cy="0"/>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495" name="Line 31"/>
            <p:cNvSpPr>
              <a:spLocks noChangeShapeType="1"/>
            </p:cNvSpPr>
            <p:nvPr/>
          </p:nvSpPr>
          <p:spPr bwMode="auto">
            <a:xfrm flipV="1">
              <a:off x="3709" y="12912"/>
              <a:ext cx="1916" cy="7"/>
            </a:xfrm>
            <a:prstGeom prst="line">
              <a:avLst/>
            </a:prstGeom>
            <a:noFill/>
            <a:ln w="19050">
              <a:solidFill>
                <a:srgbClr val="993300"/>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3DA675C-D6B5-B428-11AF-ADC93575FAE4}"/>
              </a:ext>
            </a:extLst>
          </p:cNvPr>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How to document Use Cases?</a:t>
            </a:r>
          </a:p>
        </p:txBody>
      </p:sp>
      <p:sp>
        <p:nvSpPr>
          <p:cNvPr id="3" name="Content Placeholder 2">
            <a:extLst>
              <a:ext uri="{FF2B5EF4-FFF2-40B4-BE49-F238E27FC236}">
                <a16:creationId xmlns:a16="http://schemas.microsoft.com/office/drawing/2014/main" id="{C33FDCF1-2368-6B6A-3361-881F47B7D3F4}"/>
              </a:ext>
            </a:extLst>
          </p:cNvPr>
          <p:cNvSpPr>
            <a:spLocks noGrp="1"/>
          </p:cNvSpPr>
          <p:nvPr>
            <p:ph idx="1"/>
          </p:nvPr>
        </p:nvSpPr>
        <p:spPr>
          <a:xfrm>
            <a:off x="4134811" y="649480"/>
            <a:ext cx="7724680" cy="5546047"/>
          </a:xfrm>
        </p:spPr>
        <p:txBody>
          <a:bodyPr anchor="ctr">
            <a:noAutofit/>
          </a:bodyPr>
          <a:lstStyle/>
          <a:p>
            <a:r>
              <a:rPr lang="en-US" sz="3200" dirty="0"/>
              <a:t>Use Cases can be :</a:t>
            </a:r>
          </a:p>
          <a:p>
            <a:endParaRPr lang="en-US" sz="3200" dirty="0"/>
          </a:p>
          <a:p>
            <a:r>
              <a:rPr lang="en-US" sz="3200" dirty="0"/>
              <a:t>Fully Dressed </a:t>
            </a:r>
            <a:r>
              <a:rPr lang="en-US" sz="3200" b="1" dirty="0"/>
              <a:t>:</a:t>
            </a:r>
            <a:r>
              <a:rPr lang="en-US" sz="3200" dirty="0"/>
              <a:t> Highly structured, covering all sections (e.g., scope, level, pre-conditions, main success scenario, extensions, special requirements, etc.).</a:t>
            </a:r>
          </a:p>
          <a:p>
            <a:endParaRPr lang="en-US" sz="3200" dirty="0"/>
          </a:p>
          <a:p>
            <a:r>
              <a:rPr lang="en-US" sz="3200" dirty="0"/>
              <a:t>Partially Dressed: A simpler structure—often bullet points summarizing the main success path followed by alternative flows.</a:t>
            </a:r>
          </a:p>
        </p:txBody>
      </p:sp>
    </p:spTree>
    <p:extLst>
      <p:ext uri="{BB962C8B-B14F-4D97-AF65-F5344CB8AC3E}">
        <p14:creationId xmlns:p14="http://schemas.microsoft.com/office/powerpoint/2010/main" val="32751855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04535" name="Rectangle 70453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514" name="Rectangle 2"/>
          <p:cNvSpPr>
            <a:spLocks noGrp="1" noChangeArrowheads="1"/>
          </p:cNvSpPr>
          <p:nvPr>
            <p:ph type="title"/>
          </p:nvPr>
        </p:nvSpPr>
        <p:spPr>
          <a:xfrm>
            <a:off x="838200" y="365125"/>
            <a:ext cx="10515600" cy="1325563"/>
          </a:xfrm>
        </p:spPr>
        <p:txBody>
          <a:bodyPr>
            <a:normAutofit fontScale="90000"/>
          </a:bodyPr>
          <a:lstStyle/>
          <a:p>
            <a:r>
              <a:rPr lang="en-US" altLang="en-US" sz="4600" dirty="0"/>
              <a:t>Fully Dressed Use Case Template (</a:t>
            </a:r>
            <a:r>
              <a:rPr lang="en-US" altLang="en-US" sz="4600" dirty="0" err="1"/>
              <a:t>Larman’s</a:t>
            </a:r>
            <a:r>
              <a:rPr lang="en-US" altLang="en-US" sz="4600" dirty="0"/>
              <a:t> Template)</a:t>
            </a:r>
          </a:p>
        </p:txBody>
      </p:sp>
      <p:sp>
        <p:nvSpPr>
          <p:cNvPr id="70453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515" name="Rectangle 3"/>
          <p:cNvSpPr>
            <a:spLocks noGrp="1" noChangeArrowheads="1"/>
          </p:cNvSpPr>
          <p:nvPr>
            <p:ph type="body" idx="1"/>
          </p:nvPr>
        </p:nvSpPr>
        <p:spPr>
          <a:xfrm>
            <a:off x="838200" y="1929383"/>
            <a:ext cx="10515600" cy="4563491"/>
          </a:xfrm>
        </p:spPr>
        <p:txBody>
          <a:bodyPr>
            <a:normAutofit fontScale="92500" lnSpcReduction="20000"/>
          </a:bodyPr>
          <a:lstStyle/>
          <a:p>
            <a:pPr marL="342900" indent="-342900"/>
            <a:r>
              <a:rPr lang="en-US" altLang="en-US" sz="2000" dirty="0"/>
              <a:t>Use Case Name</a:t>
            </a:r>
          </a:p>
          <a:p>
            <a:pPr marL="342900" indent="-342900"/>
            <a:r>
              <a:rPr lang="en-US" altLang="en-US" sz="2000" dirty="0"/>
              <a:t>Scope</a:t>
            </a:r>
          </a:p>
          <a:p>
            <a:pPr marL="342900" indent="-342900"/>
            <a:r>
              <a:rPr lang="en-US" altLang="en-US" sz="2000" dirty="0"/>
              <a:t>Level</a:t>
            </a:r>
          </a:p>
          <a:p>
            <a:pPr marL="342900" indent="-342900"/>
            <a:r>
              <a:rPr lang="en-US" altLang="en-US" sz="2000" dirty="0"/>
              <a:t>Primary Actor</a:t>
            </a:r>
          </a:p>
          <a:p>
            <a:pPr marL="342900" indent="-342900"/>
            <a:r>
              <a:rPr lang="en-US" altLang="en-US" sz="2000" dirty="0"/>
              <a:t>Stakeholders and Interests</a:t>
            </a:r>
          </a:p>
          <a:p>
            <a:pPr marL="342900" indent="-342900"/>
            <a:r>
              <a:rPr lang="en-US" altLang="en-US" sz="2000" dirty="0"/>
              <a:t>Pre-Conditions</a:t>
            </a:r>
          </a:p>
          <a:p>
            <a:pPr marL="342900" indent="-342900"/>
            <a:r>
              <a:rPr lang="en-US" altLang="en-US" sz="2000" dirty="0"/>
              <a:t>Success Guarantee (success end condition)</a:t>
            </a:r>
          </a:p>
          <a:p>
            <a:pPr marL="342900" indent="-342900"/>
            <a:r>
              <a:rPr lang="en-US" altLang="en-US" sz="2000" dirty="0"/>
              <a:t>Main Success Scenario</a:t>
            </a:r>
          </a:p>
          <a:p>
            <a:pPr marL="342900" indent="-342900"/>
            <a:r>
              <a:rPr lang="en-US" altLang="en-US" sz="2000" dirty="0"/>
              <a:t>Extensions</a:t>
            </a:r>
          </a:p>
          <a:p>
            <a:pPr marL="342900" indent="-342900"/>
            <a:r>
              <a:rPr lang="en-US" altLang="en-US" sz="2000" dirty="0"/>
              <a:t>Special Requirements</a:t>
            </a:r>
          </a:p>
          <a:p>
            <a:pPr marL="342900" indent="-342900"/>
            <a:r>
              <a:rPr lang="en-US" altLang="en-US" sz="2000" dirty="0"/>
              <a:t>Technology &amp; Data Variation List</a:t>
            </a:r>
          </a:p>
          <a:p>
            <a:pPr marL="342900" indent="-342900"/>
            <a:r>
              <a:rPr lang="en-US" altLang="en-US" sz="2000" dirty="0"/>
              <a:t>Frequency of Occurrence</a:t>
            </a:r>
          </a:p>
          <a:p>
            <a:pPr marL="342900" indent="-342900"/>
            <a:r>
              <a:rPr lang="en-US" altLang="en-US" sz="2000" dirty="0"/>
              <a:t>Open Issues/miscellaneous</a:t>
            </a:r>
          </a:p>
          <a:p>
            <a:pPr marL="342900" indent="-342900">
              <a:buNone/>
            </a:pPr>
            <a:endParaRPr lang="en-US" altLang="en-US" sz="1400" dirty="0"/>
          </a:p>
        </p:txBody>
      </p:sp>
      <p:sp>
        <p:nvSpPr>
          <p:cNvPr id="7" name="Slide Number Placeholder 3"/>
          <p:cNvSpPr>
            <a:spLocks noGrp="1"/>
          </p:cNvSpPr>
          <p:nvPr>
            <p:ph type="sldNum" sz="quarter" idx="10"/>
          </p:nvPr>
        </p:nvSpPr>
        <p:spPr>
          <a:xfrm>
            <a:off x="8610600" y="6356350"/>
            <a:ext cx="2743200" cy="365125"/>
          </a:xfrm>
        </p:spPr>
        <p:txBody>
          <a:bodyPr>
            <a:normAutofit/>
          </a:bodyPr>
          <a:lstStyle/>
          <a:p>
            <a:pPr marL="0" marR="0" lvl="0" indent="0" defTabSz="914400" rtl="0" eaLnBrk="1" fontAlgn="auto" latinLnBrk="0" hangingPunct="1">
              <a:spcBef>
                <a:spcPts val="0"/>
              </a:spcBef>
              <a:spcAft>
                <a:spcPts val="600"/>
              </a:spcAft>
              <a:buClrTx/>
              <a:buSzTx/>
              <a:buFontTx/>
              <a:buNone/>
              <a:tabLst/>
              <a:defRPr/>
            </a:pPr>
            <a:fld id="{D7A26121-5BA2-4618-8DF6-7C2C3AB0370A}" type="slidenum">
              <a:rPr kumimoji="0" lang="de-DE" b="0" i="0" u="none" strike="noStrike" kern="1200" cap="none" spc="0" normalizeH="0" baseline="0" noProof="0" smtClean="0">
                <a:ln>
                  <a:noFill/>
                </a:ln>
                <a:effectLst/>
                <a:uLnTx/>
                <a:uFillTx/>
                <a:latin typeface="Calibri" panose="020F0502020204030204"/>
                <a:ea typeface="+mn-ea"/>
                <a:cs typeface="+mn-cs"/>
              </a:rPr>
              <a:pPr marL="0" marR="0" lvl="0" indent="0" defTabSz="914400" rtl="0" eaLnBrk="1" fontAlgn="auto" latinLnBrk="0" hangingPunct="1">
                <a:spcBef>
                  <a:spcPts val="0"/>
                </a:spcBef>
                <a:spcAft>
                  <a:spcPts val="600"/>
                </a:spcAft>
                <a:buClrTx/>
                <a:buSzTx/>
                <a:buFontTx/>
                <a:buNone/>
                <a:tabLst/>
                <a:defRPr/>
              </a:pPr>
              <a:t>56</a:t>
            </a:fld>
            <a:endParaRPr kumimoji="0" lang="de-DE" b="0" i="0" u="none" strike="noStrike" kern="1200" cap="none" spc="0" normalizeH="0" baseline="0" noProof="0">
              <a:ln>
                <a:noFill/>
              </a:ln>
              <a:effectLst/>
              <a:uLnTx/>
              <a:uFillTx/>
              <a:latin typeface="Calibri" panose="020F0502020204030204"/>
              <a:ea typeface="+mn-ea"/>
              <a:cs typeface="+mn-cs"/>
            </a:endParaRPr>
          </a:p>
        </p:txBody>
      </p:sp>
      <p:sp>
        <p:nvSpPr>
          <p:cNvPr id="2" name="TextBox 1">
            <a:extLst>
              <a:ext uri="{FF2B5EF4-FFF2-40B4-BE49-F238E27FC236}">
                <a16:creationId xmlns:a16="http://schemas.microsoft.com/office/drawing/2014/main" id="{2F74FE20-E7F4-F50C-23D7-5F5A50855046}"/>
              </a:ext>
            </a:extLst>
          </p:cNvPr>
          <p:cNvSpPr txBox="1"/>
          <p:nvPr/>
        </p:nvSpPr>
        <p:spPr>
          <a:xfrm>
            <a:off x="7244316" y="3476557"/>
            <a:ext cx="5206409" cy="369332"/>
          </a:xfrm>
          <a:prstGeom prst="rect">
            <a:avLst/>
          </a:prstGeom>
          <a:noFill/>
        </p:spPr>
        <p:txBody>
          <a:bodyPr wrap="square" rtlCol="0">
            <a:spAutoFit/>
          </a:bodyPr>
          <a:lstStyle/>
          <a:p>
            <a:r>
              <a:rPr lang="en-US" dirty="0">
                <a:hlinkClick r:id="rId3"/>
              </a:rPr>
              <a:t>Link to the fully dressed template</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60AC1DD-144D-45A2-AFFF-3A1A000845E5}"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57</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14754" name="Rectangle 2"/>
          <p:cNvSpPr>
            <a:spLocks noGrp="1" noChangeArrowheads="1"/>
          </p:cNvSpPr>
          <p:nvPr>
            <p:ph type="title"/>
          </p:nvPr>
        </p:nvSpPr>
        <p:spPr/>
        <p:txBody>
          <a:bodyPr/>
          <a:lstStyle/>
          <a:p>
            <a:r>
              <a:rPr lang="en-US" altLang="en-US" dirty="0"/>
              <a:t>Main Success Scenario</a:t>
            </a:r>
          </a:p>
        </p:txBody>
      </p:sp>
      <p:sp>
        <p:nvSpPr>
          <p:cNvPr id="714755" name="Rectangle 3"/>
          <p:cNvSpPr>
            <a:spLocks noGrp="1" noChangeArrowheads="1"/>
          </p:cNvSpPr>
          <p:nvPr>
            <p:ph type="body" idx="1"/>
          </p:nvPr>
        </p:nvSpPr>
        <p:spPr>
          <a:xfrm>
            <a:off x="2439989" y="1828800"/>
            <a:ext cx="7959725" cy="4318000"/>
          </a:xfrm>
        </p:spPr>
        <p:txBody>
          <a:bodyPr>
            <a:normAutofit lnSpcReduction="10000"/>
          </a:bodyPr>
          <a:lstStyle/>
          <a:p>
            <a:pPr marL="342900" indent="-342900">
              <a:lnSpc>
                <a:spcPct val="80000"/>
              </a:lnSpc>
            </a:pPr>
            <a:r>
              <a:rPr lang="en-US" sz="3200"/>
              <a:t>The main success scenario</a:t>
            </a:r>
          </a:p>
          <a:p>
            <a:pPr marL="742950" lvl="1" indent="-285750">
              <a:lnSpc>
                <a:spcPct val="80000"/>
              </a:lnSpc>
            </a:pPr>
            <a:r>
              <a:rPr lang="en-US" sz="2800"/>
              <a:t>Focus on what not on the how</a:t>
            </a:r>
          </a:p>
          <a:p>
            <a:pPr marL="742950" lvl="1" indent="-285750">
              <a:lnSpc>
                <a:spcPct val="80000"/>
              </a:lnSpc>
            </a:pPr>
            <a:r>
              <a:rPr lang="en-US" sz="2800"/>
              <a:t>Do not repeat pre-conditions</a:t>
            </a:r>
          </a:p>
          <a:p>
            <a:pPr marL="342900" indent="-342900">
              <a:lnSpc>
                <a:spcPct val="80000"/>
              </a:lnSpc>
            </a:pPr>
            <a:r>
              <a:rPr lang="en-US" sz="3200"/>
              <a:t>Example</a:t>
            </a:r>
          </a:p>
          <a:p>
            <a:pPr marL="742950" lvl="1" indent="-285750">
              <a:lnSpc>
                <a:spcPct val="80000"/>
              </a:lnSpc>
              <a:buNone/>
            </a:pPr>
            <a:r>
              <a:rPr lang="en-US" sz="2800"/>
              <a:t>1. Registrar enters the semester</a:t>
            </a:r>
          </a:p>
          <a:p>
            <a:pPr marL="742950" lvl="1" indent="-285750">
              <a:lnSpc>
                <a:spcPct val="80000"/>
              </a:lnSpc>
              <a:buNone/>
            </a:pPr>
            <a:r>
              <a:rPr lang="en-US" sz="2800"/>
              <a:t>2. System presents course catalog</a:t>
            </a:r>
          </a:p>
          <a:p>
            <a:pPr marL="742950" lvl="1" indent="-285750">
              <a:lnSpc>
                <a:spcPct val="80000"/>
              </a:lnSpc>
              <a:buNone/>
            </a:pPr>
            <a:r>
              <a:rPr lang="en-US" sz="2800"/>
              <a:t>3. Registrar selects a course</a:t>
            </a:r>
          </a:p>
          <a:p>
            <a:pPr marL="742950" lvl="1" indent="-285750">
              <a:lnSpc>
                <a:spcPct val="80000"/>
              </a:lnSpc>
              <a:buNone/>
            </a:pPr>
            <a:r>
              <a:rPr lang="en-US" sz="2800"/>
              <a:t>4. System prompts for course offerings</a:t>
            </a:r>
          </a:p>
          <a:p>
            <a:pPr marL="742950" lvl="1" indent="-285750">
              <a:lnSpc>
                <a:spcPct val="80000"/>
              </a:lnSpc>
              <a:buNone/>
            </a:pPr>
            <a:r>
              <a:rPr lang="en-US" sz="2800"/>
              <a:t>5. Registrar assigns sections and times</a:t>
            </a:r>
          </a:p>
          <a:p>
            <a:pPr marL="742950" lvl="1" indent="-285750">
              <a:lnSpc>
                <a:spcPct val="80000"/>
              </a:lnSpc>
              <a:buNone/>
            </a:pPr>
            <a:r>
              <a:rPr lang="en-US" sz="2800"/>
              <a:t>Registrar repeats steps 3-5 until done</a:t>
            </a:r>
          </a:p>
          <a:p>
            <a:pPr marL="742950" lvl="1" indent="-285750">
              <a:lnSpc>
                <a:spcPct val="80000"/>
              </a:lnSpc>
              <a:buNone/>
            </a:pPr>
            <a:r>
              <a:rPr lang="en-US" sz="2800"/>
              <a:t>6. System saves the semester curriculum</a:t>
            </a:r>
          </a:p>
          <a:p>
            <a:pPr marL="342900" indent="-342900">
              <a:lnSpc>
                <a:spcPct val="80000"/>
              </a:lnSpc>
              <a:buNone/>
            </a:pPr>
            <a:endParaRPr lang="en-US" sz="320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6809" name="Rectangle 716808">
            <a:extLst>
              <a:ext uri="{FF2B5EF4-FFF2-40B4-BE49-F238E27FC236}">
                <a16:creationId xmlns:a16="http://schemas.microsoft.com/office/drawing/2014/main" id="{C2B4C0C7-2745-46BE-B15F-E505825453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6802" name="Rectangle 2"/>
          <p:cNvSpPr>
            <a:spLocks noGrp="1" noChangeArrowheads="1"/>
          </p:cNvSpPr>
          <p:nvPr>
            <p:ph type="title"/>
          </p:nvPr>
        </p:nvSpPr>
        <p:spPr>
          <a:xfrm>
            <a:off x="6032318" y="0"/>
            <a:ext cx="4977976" cy="1454051"/>
          </a:xfrm>
        </p:spPr>
        <p:txBody>
          <a:bodyPr anchor="b">
            <a:normAutofit/>
          </a:bodyPr>
          <a:lstStyle/>
          <a:p>
            <a:r>
              <a:rPr lang="en-US" altLang="en-US" sz="3600" dirty="0">
                <a:solidFill>
                  <a:schemeClr val="tx2"/>
                </a:solidFill>
              </a:rPr>
              <a:t>Extensions</a:t>
            </a:r>
          </a:p>
        </p:txBody>
      </p:sp>
      <p:pic>
        <p:nvPicPr>
          <p:cNvPr id="716805" name="Picture 716804" descr="Exclamation mark on a yellow background">
            <a:extLst>
              <a:ext uri="{FF2B5EF4-FFF2-40B4-BE49-F238E27FC236}">
                <a16:creationId xmlns:a16="http://schemas.microsoft.com/office/drawing/2014/main" id="{AAD929D2-7541-74FF-FB1E-6DDA5D7D876E}"/>
              </a:ext>
            </a:extLst>
          </p:cNvPr>
          <p:cNvPicPr>
            <a:picLocks noChangeAspect="1"/>
          </p:cNvPicPr>
          <p:nvPr/>
        </p:nvPicPr>
        <p:blipFill rotWithShape="1">
          <a:blip r:embed="rId3">
            <a:alphaModFix/>
          </a:blip>
          <a:srcRect l="20630" r="7712" b="-1"/>
          <a:stretch/>
        </p:blipFill>
        <p:spPr>
          <a:xfrm>
            <a:off x="20" y="907231"/>
            <a:ext cx="4838021" cy="5063738"/>
          </a:xfrm>
          <a:custGeom>
            <a:avLst/>
            <a:gdLst/>
            <a:ahLst/>
            <a:cxnLst/>
            <a:rect l="l" t="t" r="r" b="b"/>
            <a:pathLst>
              <a:path w="4838041" h="5063738">
                <a:moveTo>
                  <a:pt x="2306172" y="0"/>
                </a:moveTo>
                <a:cubicBezTo>
                  <a:pt x="3704485" y="0"/>
                  <a:pt x="4838041" y="1133556"/>
                  <a:pt x="4838041" y="2531869"/>
                </a:cubicBezTo>
                <a:cubicBezTo>
                  <a:pt x="4838041" y="3930182"/>
                  <a:pt x="3704485" y="5063738"/>
                  <a:pt x="2306172" y="5063738"/>
                </a:cubicBezTo>
                <a:cubicBezTo>
                  <a:pt x="1344832" y="5063738"/>
                  <a:pt x="508631" y="4527956"/>
                  <a:pt x="79886" y="3738709"/>
                </a:cubicBezTo>
                <a:lnTo>
                  <a:pt x="0" y="3572876"/>
                </a:lnTo>
                <a:lnTo>
                  <a:pt x="0" y="1490863"/>
                </a:lnTo>
                <a:lnTo>
                  <a:pt x="79886" y="1325030"/>
                </a:lnTo>
                <a:cubicBezTo>
                  <a:pt x="508631" y="535783"/>
                  <a:pt x="1344832" y="0"/>
                  <a:pt x="2306172" y="0"/>
                </a:cubicBezTo>
                <a:close/>
              </a:path>
            </a:pathLst>
          </a:custGeom>
          <a:effectLst>
            <a:softEdge rad="0"/>
          </a:effectLst>
        </p:spPr>
      </p:pic>
      <p:grpSp>
        <p:nvGrpSpPr>
          <p:cNvPr id="716811" name="Group 716810">
            <a:extLst>
              <a:ext uri="{FF2B5EF4-FFF2-40B4-BE49-F238E27FC236}">
                <a16:creationId xmlns:a16="http://schemas.microsoft.com/office/drawing/2014/main" id="{89D8939B-D984-4564-B942-51C44F623C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796695"/>
            <a:ext cx="4850918" cy="5212025"/>
            <a:chOff x="0" y="796695"/>
            <a:chExt cx="4850918" cy="5212025"/>
          </a:xfrm>
        </p:grpSpPr>
        <p:sp>
          <p:nvSpPr>
            <p:cNvPr id="716812" name="Freeform: Shape 716811">
              <a:extLst>
                <a:ext uri="{FF2B5EF4-FFF2-40B4-BE49-F238E27FC236}">
                  <a16:creationId xmlns:a16="http://schemas.microsoft.com/office/drawing/2014/main" id="{93EAFB53-01AA-467C-BE85-D555D06E35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926917"/>
              <a:ext cx="4828239" cy="4951702"/>
            </a:xfrm>
            <a:custGeom>
              <a:avLst/>
              <a:gdLst>
                <a:gd name="connsiteX0" fmla="*/ 2407249 w 4828239"/>
                <a:gd name="connsiteY0" fmla="*/ 1168 h 4951702"/>
                <a:gd name="connsiteX1" fmla="*/ 2651971 w 4828239"/>
                <a:gd name="connsiteY1" fmla="*/ 4800 h 4951702"/>
                <a:gd name="connsiteX2" fmla="*/ 3136762 w 4828239"/>
                <a:gd name="connsiteY2" fmla="*/ 80075 h 4951702"/>
                <a:gd name="connsiteX3" fmla="*/ 3598035 w 4828239"/>
                <a:gd name="connsiteY3" fmla="*/ 254778 h 4951702"/>
                <a:gd name="connsiteX4" fmla="*/ 4006734 w 4828239"/>
                <a:gd name="connsiteY4" fmla="*/ 532540 h 4951702"/>
                <a:gd name="connsiteX5" fmla="*/ 4333530 w 4828239"/>
                <a:gd name="connsiteY5" fmla="*/ 900560 h 4951702"/>
                <a:gd name="connsiteX6" fmla="*/ 4368761 w 4828239"/>
                <a:gd name="connsiteY6" fmla="*/ 950864 h 4951702"/>
                <a:gd name="connsiteX7" fmla="*/ 4402539 w 4828239"/>
                <a:gd name="connsiteY7" fmla="*/ 1002077 h 4951702"/>
                <a:gd name="connsiteX8" fmla="*/ 4435319 w 4828239"/>
                <a:gd name="connsiteY8" fmla="*/ 1053834 h 4951702"/>
                <a:gd name="connsiteX9" fmla="*/ 4466918 w 4828239"/>
                <a:gd name="connsiteY9" fmla="*/ 1106317 h 4951702"/>
                <a:gd name="connsiteX10" fmla="*/ 4582327 w 4828239"/>
                <a:gd name="connsiteY10" fmla="*/ 1322244 h 4951702"/>
                <a:gd name="connsiteX11" fmla="*/ 4740322 w 4828239"/>
                <a:gd name="connsiteY11" fmla="*/ 1783517 h 4951702"/>
                <a:gd name="connsiteX12" fmla="*/ 4777370 w 4828239"/>
                <a:gd name="connsiteY12" fmla="*/ 2023507 h 4951702"/>
                <a:gd name="connsiteX13" fmla="*/ 4801432 w 4828239"/>
                <a:gd name="connsiteY13" fmla="*/ 2263678 h 4951702"/>
                <a:gd name="connsiteX14" fmla="*/ 4820591 w 4828239"/>
                <a:gd name="connsiteY14" fmla="*/ 2503848 h 4951702"/>
                <a:gd name="connsiteX15" fmla="*/ 4824496 w 4828239"/>
                <a:gd name="connsiteY15" fmla="*/ 2564050 h 4951702"/>
                <a:gd name="connsiteX16" fmla="*/ 4826221 w 4828239"/>
                <a:gd name="connsiteY16" fmla="*/ 2595013 h 4951702"/>
                <a:gd name="connsiteX17" fmla="*/ 4827492 w 4828239"/>
                <a:gd name="connsiteY17" fmla="*/ 2626522 h 4951702"/>
                <a:gd name="connsiteX18" fmla="*/ 4825767 w 4828239"/>
                <a:gd name="connsiteY18" fmla="*/ 2753462 h 4951702"/>
                <a:gd name="connsiteX19" fmla="*/ 4696465 w 4828239"/>
                <a:gd name="connsiteY19" fmla="*/ 3252055 h 4951702"/>
                <a:gd name="connsiteX20" fmla="*/ 4409077 w 4828239"/>
                <a:gd name="connsiteY20" fmla="*/ 3675464 h 4951702"/>
                <a:gd name="connsiteX21" fmla="*/ 4233920 w 4828239"/>
                <a:gd name="connsiteY21" fmla="*/ 3851983 h 4951702"/>
                <a:gd name="connsiteX22" fmla="*/ 4051318 w 4828239"/>
                <a:gd name="connsiteY22" fmla="*/ 4012430 h 4951702"/>
                <a:gd name="connsiteX23" fmla="*/ 3680392 w 4828239"/>
                <a:gd name="connsiteY23" fmla="*/ 4301543 h 4951702"/>
                <a:gd name="connsiteX24" fmla="*/ 3587048 w 4828239"/>
                <a:gd name="connsiteY24" fmla="*/ 4372096 h 4951702"/>
                <a:gd name="connsiteX25" fmla="*/ 3491161 w 4828239"/>
                <a:gd name="connsiteY25" fmla="*/ 4443103 h 4951702"/>
                <a:gd name="connsiteX26" fmla="*/ 3392914 w 4828239"/>
                <a:gd name="connsiteY26" fmla="*/ 4513202 h 4951702"/>
                <a:gd name="connsiteX27" fmla="*/ 3291579 w 4828239"/>
                <a:gd name="connsiteY27" fmla="*/ 4581303 h 4951702"/>
                <a:gd name="connsiteX28" fmla="*/ 3078830 w 4828239"/>
                <a:gd name="connsiteY28" fmla="*/ 4709153 h 4951702"/>
                <a:gd name="connsiteX29" fmla="*/ 2850010 w 4828239"/>
                <a:gd name="connsiteY29" fmla="*/ 4817842 h 4951702"/>
                <a:gd name="connsiteX30" fmla="*/ 2352052 w 4828239"/>
                <a:gd name="connsiteY30" fmla="*/ 4942876 h 4951702"/>
                <a:gd name="connsiteX31" fmla="*/ 2223840 w 4828239"/>
                <a:gd name="connsiteY31" fmla="*/ 4950958 h 4951702"/>
                <a:gd name="connsiteX32" fmla="*/ 2191787 w 4828239"/>
                <a:gd name="connsiteY32" fmla="*/ 4951684 h 4951702"/>
                <a:gd name="connsiteX33" fmla="*/ 2159825 w 4828239"/>
                <a:gd name="connsiteY33" fmla="*/ 4951503 h 4951702"/>
                <a:gd name="connsiteX34" fmla="*/ 2127953 w 4828239"/>
                <a:gd name="connsiteY34" fmla="*/ 4951139 h 4951702"/>
                <a:gd name="connsiteX35" fmla="*/ 2096990 w 4828239"/>
                <a:gd name="connsiteY35" fmla="*/ 4949959 h 4951702"/>
                <a:gd name="connsiteX36" fmla="*/ 1849646 w 4828239"/>
                <a:gd name="connsiteY36" fmla="*/ 4930255 h 4951702"/>
                <a:gd name="connsiteX37" fmla="*/ 1603845 w 4828239"/>
                <a:gd name="connsiteY37" fmla="*/ 4886852 h 4951702"/>
                <a:gd name="connsiteX38" fmla="*/ 1362403 w 4828239"/>
                <a:gd name="connsiteY38" fmla="*/ 4818841 h 4951702"/>
                <a:gd name="connsiteX39" fmla="*/ 900222 w 4828239"/>
                <a:gd name="connsiteY39" fmla="*/ 4614355 h 4951702"/>
                <a:gd name="connsiteX40" fmla="*/ 510682 w 4828239"/>
                <a:gd name="connsiteY40" fmla="*/ 4296004 h 4951702"/>
                <a:gd name="connsiteX41" fmla="*/ 352778 w 4828239"/>
                <a:gd name="connsiteY41" fmla="*/ 4104412 h 4951702"/>
                <a:gd name="connsiteX42" fmla="*/ 214850 w 4828239"/>
                <a:gd name="connsiteY42" fmla="*/ 3901561 h 4951702"/>
                <a:gd name="connsiteX43" fmla="*/ 182615 w 4828239"/>
                <a:gd name="connsiteY43" fmla="*/ 3849894 h 4951702"/>
                <a:gd name="connsiteX44" fmla="*/ 151833 w 4828239"/>
                <a:gd name="connsiteY44" fmla="*/ 3799772 h 4951702"/>
                <a:gd name="connsiteX45" fmla="*/ 91087 w 4828239"/>
                <a:gd name="connsiteY45" fmla="*/ 3702614 h 4951702"/>
                <a:gd name="connsiteX46" fmla="*/ 0 w 4828239"/>
                <a:gd name="connsiteY46" fmla="*/ 3558952 h 4951702"/>
                <a:gd name="connsiteX47" fmla="*/ 0 w 4828239"/>
                <a:gd name="connsiteY47" fmla="*/ 3152786 h 4951702"/>
                <a:gd name="connsiteX48" fmla="*/ 21078 w 4828239"/>
                <a:gd name="connsiteY48" fmla="*/ 3185589 h 4951702"/>
                <a:gd name="connsiteX49" fmla="*/ 159097 w 4828239"/>
                <a:gd name="connsiteY49" fmla="*/ 3365285 h 4951702"/>
                <a:gd name="connsiteX50" fmla="*/ 308466 w 4828239"/>
                <a:gd name="connsiteY50" fmla="*/ 3546344 h 4951702"/>
                <a:gd name="connsiteX51" fmla="*/ 382742 w 4828239"/>
                <a:gd name="connsiteY51" fmla="*/ 3640869 h 4951702"/>
                <a:gd name="connsiteX52" fmla="*/ 418427 w 4828239"/>
                <a:gd name="connsiteY52" fmla="*/ 3687269 h 4951702"/>
                <a:gd name="connsiteX53" fmla="*/ 453386 w 4828239"/>
                <a:gd name="connsiteY53" fmla="*/ 3731671 h 4951702"/>
                <a:gd name="connsiteX54" fmla="*/ 753758 w 4828239"/>
                <a:gd name="connsiteY54" fmla="*/ 4059829 h 4951702"/>
                <a:gd name="connsiteX55" fmla="*/ 913479 w 4828239"/>
                <a:gd name="connsiteY55" fmla="*/ 4207472 h 4951702"/>
                <a:gd name="connsiteX56" fmla="*/ 1080736 w 4828239"/>
                <a:gd name="connsiteY56" fmla="*/ 4343584 h 4951702"/>
                <a:gd name="connsiteX57" fmla="*/ 1454385 w 4828239"/>
                <a:gd name="connsiteY57" fmla="*/ 4558875 h 4951702"/>
                <a:gd name="connsiteX58" fmla="*/ 1663411 w 4828239"/>
                <a:gd name="connsiteY58" fmla="*/ 4619712 h 4951702"/>
                <a:gd name="connsiteX59" fmla="*/ 1716984 w 4828239"/>
                <a:gd name="connsiteY59" fmla="*/ 4630427 h 4951702"/>
                <a:gd name="connsiteX60" fmla="*/ 1771011 w 4828239"/>
                <a:gd name="connsiteY60" fmla="*/ 4639417 h 4951702"/>
                <a:gd name="connsiteX61" fmla="*/ 1880064 w 4828239"/>
                <a:gd name="connsiteY61" fmla="*/ 4652311 h 4951702"/>
                <a:gd name="connsiteX62" fmla="*/ 1934909 w 4828239"/>
                <a:gd name="connsiteY62" fmla="*/ 4656487 h 4951702"/>
                <a:gd name="connsiteX63" fmla="*/ 1989935 w 4828239"/>
                <a:gd name="connsiteY63" fmla="*/ 4659393 h 4951702"/>
                <a:gd name="connsiteX64" fmla="*/ 2045142 w 4828239"/>
                <a:gd name="connsiteY64" fmla="*/ 4660664 h 4951702"/>
                <a:gd name="connsiteX65" fmla="*/ 2100440 w 4828239"/>
                <a:gd name="connsiteY65" fmla="*/ 4660392 h 4951702"/>
                <a:gd name="connsiteX66" fmla="*/ 2128135 w 4828239"/>
                <a:gd name="connsiteY66" fmla="*/ 4660119 h 4951702"/>
                <a:gd name="connsiteX67" fmla="*/ 2154831 w 4828239"/>
                <a:gd name="connsiteY67" fmla="*/ 4658939 h 4951702"/>
                <a:gd name="connsiteX68" fmla="*/ 2181436 w 4828239"/>
                <a:gd name="connsiteY68" fmla="*/ 4657577 h 4951702"/>
                <a:gd name="connsiteX69" fmla="*/ 2207950 w 4828239"/>
                <a:gd name="connsiteY69" fmla="*/ 4655398 h 4951702"/>
                <a:gd name="connsiteX70" fmla="*/ 2313098 w 4828239"/>
                <a:gd name="connsiteY70" fmla="*/ 4642413 h 4951702"/>
                <a:gd name="connsiteX71" fmla="*/ 2713625 w 4828239"/>
                <a:gd name="connsiteY71" fmla="*/ 4510932 h 4951702"/>
                <a:gd name="connsiteX72" fmla="*/ 3083643 w 4828239"/>
                <a:gd name="connsiteY72" fmla="*/ 4280386 h 4951702"/>
                <a:gd name="connsiteX73" fmla="*/ 3173355 w 4828239"/>
                <a:gd name="connsiteY73" fmla="*/ 4212648 h 4951702"/>
                <a:gd name="connsiteX74" fmla="*/ 3263067 w 4828239"/>
                <a:gd name="connsiteY74" fmla="*/ 4142640 h 4951702"/>
                <a:gd name="connsiteX75" fmla="*/ 3444762 w 4828239"/>
                <a:gd name="connsiteY75" fmla="*/ 3997357 h 4951702"/>
                <a:gd name="connsiteX76" fmla="*/ 3818229 w 4828239"/>
                <a:gd name="connsiteY76" fmla="*/ 3716144 h 4951702"/>
                <a:gd name="connsiteX77" fmla="*/ 4166182 w 4828239"/>
                <a:gd name="connsiteY77" fmla="*/ 3436474 h 4951702"/>
                <a:gd name="connsiteX78" fmla="*/ 4444399 w 4828239"/>
                <a:gd name="connsiteY78" fmla="*/ 3115943 h 4951702"/>
                <a:gd name="connsiteX79" fmla="*/ 4539196 w 4828239"/>
                <a:gd name="connsiteY79" fmla="*/ 2929618 h 4951702"/>
                <a:gd name="connsiteX80" fmla="*/ 4596946 w 4828239"/>
                <a:gd name="connsiteY80" fmla="*/ 2726040 h 4951702"/>
                <a:gd name="connsiteX81" fmla="*/ 4612927 w 4828239"/>
                <a:gd name="connsiteY81" fmla="*/ 2619257 h 4951702"/>
                <a:gd name="connsiteX82" fmla="*/ 4615561 w 4828239"/>
                <a:gd name="connsiteY82" fmla="*/ 2592198 h 4951702"/>
                <a:gd name="connsiteX83" fmla="*/ 4617558 w 4828239"/>
                <a:gd name="connsiteY83" fmla="*/ 2564595 h 4951702"/>
                <a:gd name="connsiteX84" fmla="*/ 4620464 w 4828239"/>
                <a:gd name="connsiteY84" fmla="*/ 2507571 h 4951702"/>
                <a:gd name="connsiteX85" fmla="*/ 4615470 w 4828239"/>
                <a:gd name="connsiteY85" fmla="*/ 2279568 h 4951702"/>
                <a:gd name="connsiteX86" fmla="*/ 4583416 w 4828239"/>
                <a:gd name="connsiteY86" fmla="*/ 2054379 h 4951702"/>
                <a:gd name="connsiteX87" fmla="*/ 4529026 w 4828239"/>
                <a:gd name="connsiteY87" fmla="*/ 1834639 h 4951702"/>
                <a:gd name="connsiteX88" fmla="*/ 4388556 w 4828239"/>
                <a:gd name="connsiteY88" fmla="*/ 1408324 h 4951702"/>
                <a:gd name="connsiteX89" fmla="*/ 4292851 w 4828239"/>
                <a:gd name="connsiteY89" fmla="*/ 1205927 h 4951702"/>
                <a:gd name="connsiteX90" fmla="*/ 4264975 w 4828239"/>
                <a:gd name="connsiteY90" fmla="*/ 1157439 h 4951702"/>
                <a:gd name="connsiteX91" fmla="*/ 4235646 w 4828239"/>
                <a:gd name="connsiteY91" fmla="*/ 1109859 h 4951702"/>
                <a:gd name="connsiteX92" fmla="*/ 4204591 w 4828239"/>
                <a:gd name="connsiteY92" fmla="*/ 1063368 h 4951702"/>
                <a:gd name="connsiteX93" fmla="*/ 4172175 w 4828239"/>
                <a:gd name="connsiteY93" fmla="*/ 1017876 h 4951702"/>
                <a:gd name="connsiteX94" fmla="*/ 3865265 w 4828239"/>
                <a:gd name="connsiteY94" fmla="*/ 697618 h 4951702"/>
                <a:gd name="connsiteX95" fmla="*/ 3495792 w 4828239"/>
                <a:gd name="connsiteY95" fmla="*/ 456267 h 4951702"/>
                <a:gd name="connsiteX96" fmla="*/ 3080011 w 4828239"/>
                <a:gd name="connsiteY96" fmla="*/ 304719 h 4951702"/>
                <a:gd name="connsiteX97" fmla="*/ 2638805 w 4828239"/>
                <a:gd name="connsiteY97" fmla="*/ 241884 h 4951702"/>
                <a:gd name="connsiteX98" fmla="*/ 2191696 w 4828239"/>
                <a:gd name="connsiteY98" fmla="*/ 257865 h 4951702"/>
                <a:gd name="connsiteX99" fmla="*/ 1752851 w 4828239"/>
                <a:gd name="connsiteY99" fmla="*/ 350120 h 4951702"/>
                <a:gd name="connsiteX100" fmla="*/ 1333074 w 4828239"/>
                <a:gd name="connsiteY100" fmla="*/ 510657 h 4951702"/>
                <a:gd name="connsiteX101" fmla="*/ 582960 w 4828239"/>
                <a:gd name="connsiteY101" fmla="*/ 1003893 h 4951702"/>
                <a:gd name="connsiteX102" fmla="*/ 276322 w 4828239"/>
                <a:gd name="connsiteY102" fmla="*/ 1333049 h 4951702"/>
                <a:gd name="connsiteX103" fmla="*/ 33882 w 4828239"/>
                <a:gd name="connsiteY103" fmla="*/ 1711057 h 4951702"/>
                <a:gd name="connsiteX104" fmla="*/ 0 w 4828239"/>
                <a:gd name="connsiteY104" fmla="*/ 1785501 h 4951702"/>
                <a:gd name="connsiteX105" fmla="*/ 0 w 4828239"/>
                <a:gd name="connsiteY105" fmla="*/ 1377082 h 4951702"/>
                <a:gd name="connsiteX106" fmla="*/ 111188 w 4828239"/>
                <a:gd name="connsiteY106" fmla="*/ 1208333 h 4951702"/>
                <a:gd name="connsiteX107" fmla="*/ 431321 w 4828239"/>
                <a:gd name="connsiteY107" fmla="*/ 841539 h 4951702"/>
                <a:gd name="connsiteX108" fmla="*/ 807876 w 4828239"/>
                <a:gd name="connsiteY108" fmla="*/ 533448 h 4951702"/>
                <a:gd name="connsiteX109" fmla="*/ 1228743 w 4828239"/>
                <a:gd name="connsiteY109" fmla="*/ 288828 h 4951702"/>
                <a:gd name="connsiteX110" fmla="*/ 2163003 w 4828239"/>
                <a:gd name="connsiteY110" fmla="*/ 19056 h 4951702"/>
                <a:gd name="connsiteX111" fmla="*/ 2407249 w 4828239"/>
                <a:gd name="connsiteY111" fmla="*/ 1168 h 4951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Lst>
              <a:rect l="l" t="t" r="r" b="b"/>
              <a:pathLst>
                <a:path w="4828239" h="4951702">
                  <a:moveTo>
                    <a:pt x="2407249" y="1168"/>
                  </a:moveTo>
                  <a:cubicBezTo>
                    <a:pt x="2488914" y="-1193"/>
                    <a:pt x="2570658" y="33"/>
                    <a:pt x="2651971" y="4800"/>
                  </a:cubicBezTo>
                  <a:cubicBezTo>
                    <a:pt x="2814869" y="14698"/>
                    <a:pt x="2977677" y="38942"/>
                    <a:pt x="3136762" y="80075"/>
                  </a:cubicBezTo>
                  <a:cubicBezTo>
                    <a:pt x="3295846" y="121117"/>
                    <a:pt x="3451209" y="179231"/>
                    <a:pt x="3598035" y="254778"/>
                  </a:cubicBezTo>
                  <a:cubicBezTo>
                    <a:pt x="3744680" y="330325"/>
                    <a:pt x="3883516" y="422670"/>
                    <a:pt x="4006734" y="532540"/>
                  </a:cubicBezTo>
                  <a:cubicBezTo>
                    <a:pt x="4130043" y="642320"/>
                    <a:pt x="4238460" y="767354"/>
                    <a:pt x="4333530" y="900560"/>
                  </a:cubicBezTo>
                  <a:lnTo>
                    <a:pt x="4368761" y="950864"/>
                  </a:lnTo>
                  <a:lnTo>
                    <a:pt x="4402539" y="1002077"/>
                  </a:lnTo>
                  <a:cubicBezTo>
                    <a:pt x="4413436" y="1019329"/>
                    <a:pt x="4424604" y="1036491"/>
                    <a:pt x="4435319" y="1053834"/>
                  </a:cubicBezTo>
                  <a:lnTo>
                    <a:pt x="4466918" y="1106317"/>
                  </a:lnTo>
                  <a:cubicBezTo>
                    <a:pt x="4508233" y="1176779"/>
                    <a:pt x="4547187" y="1248604"/>
                    <a:pt x="4582327" y="1322244"/>
                  </a:cubicBezTo>
                  <a:cubicBezTo>
                    <a:pt x="4652789" y="1469524"/>
                    <a:pt x="4707088" y="1624523"/>
                    <a:pt x="4740322" y="1783517"/>
                  </a:cubicBezTo>
                  <a:cubicBezTo>
                    <a:pt x="4756848" y="1863060"/>
                    <a:pt x="4768380" y="1943238"/>
                    <a:pt x="4777370" y="2023507"/>
                  </a:cubicBezTo>
                  <a:cubicBezTo>
                    <a:pt x="4786540" y="2103685"/>
                    <a:pt x="4793895" y="2183772"/>
                    <a:pt x="4801432" y="2263678"/>
                  </a:cubicBezTo>
                  <a:cubicBezTo>
                    <a:pt x="4808605" y="2343674"/>
                    <a:pt x="4814961" y="2423670"/>
                    <a:pt x="4820591" y="2503848"/>
                  </a:cubicBezTo>
                  <a:lnTo>
                    <a:pt x="4824496" y="2564050"/>
                  </a:lnTo>
                  <a:cubicBezTo>
                    <a:pt x="4825222" y="2573947"/>
                    <a:pt x="4825676" y="2584571"/>
                    <a:pt x="4826221" y="2595013"/>
                  </a:cubicBezTo>
                  <a:cubicBezTo>
                    <a:pt x="4826766" y="2605455"/>
                    <a:pt x="4827311" y="2615989"/>
                    <a:pt x="4827492" y="2626522"/>
                  </a:cubicBezTo>
                  <a:cubicBezTo>
                    <a:pt x="4828854" y="2668563"/>
                    <a:pt x="4828400" y="2710967"/>
                    <a:pt x="4825767" y="2753462"/>
                  </a:cubicBezTo>
                  <a:cubicBezTo>
                    <a:pt x="4815960" y="2923534"/>
                    <a:pt x="4770287" y="3094877"/>
                    <a:pt x="4696465" y="3252055"/>
                  </a:cubicBezTo>
                  <a:cubicBezTo>
                    <a:pt x="4622825" y="3409687"/>
                    <a:pt x="4521308" y="3551156"/>
                    <a:pt x="4409077" y="3675464"/>
                  </a:cubicBezTo>
                  <a:cubicBezTo>
                    <a:pt x="4352961" y="3737845"/>
                    <a:pt x="4294031" y="3796321"/>
                    <a:pt x="4233920" y="3851983"/>
                  </a:cubicBezTo>
                  <a:cubicBezTo>
                    <a:pt x="4173809" y="3907645"/>
                    <a:pt x="4112882" y="3961218"/>
                    <a:pt x="4051318" y="4012430"/>
                  </a:cubicBezTo>
                  <a:cubicBezTo>
                    <a:pt x="3928463" y="4115308"/>
                    <a:pt x="3802884" y="4209107"/>
                    <a:pt x="3680392" y="4301543"/>
                  </a:cubicBezTo>
                  <a:lnTo>
                    <a:pt x="3587048" y="4372096"/>
                  </a:lnTo>
                  <a:cubicBezTo>
                    <a:pt x="3555449" y="4395795"/>
                    <a:pt x="3523578" y="4419676"/>
                    <a:pt x="3491161" y="4443103"/>
                  </a:cubicBezTo>
                  <a:cubicBezTo>
                    <a:pt x="3458836" y="4466621"/>
                    <a:pt x="3426147" y="4490047"/>
                    <a:pt x="3392914" y="4513202"/>
                  </a:cubicBezTo>
                  <a:cubicBezTo>
                    <a:pt x="3359590" y="4536175"/>
                    <a:pt x="3325993" y="4558966"/>
                    <a:pt x="3291579" y="4581303"/>
                  </a:cubicBezTo>
                  <a:cubicBezTo>
                    <a:pt x="3223114" y="4626069"/>
                    <a:pt x="3152471" y="4669472"/>
                    <a:pt x="3078830" y="4709153"/>
                  </a:cubicBezTo>
                  <a:cubicBezTo>
                    <a:pt x="3005281" y="4749014"/>
                    <a:pt x="2929189" y="4786061"/>
                    <a:pt x="2850010" y="4817842"/>
                  </a:cubicBezTo>
                  <a:cubicBezTo>
                    <a:pt x="2692378" y="4882312"/>
                    <a:pt x="2523032" y="4925806"/>
                    <a:pt x="2352052" y="4942876"/>
                  </a:cubicBezTo>
                  <a:cubicBezTo>
                    <a:pt x="2309285" y="4946963"/>
                    <a:pt x="2266517" y="4950050"/>
                    <a:pt x="2223840" y="4950958"/>
                  </a:cubicBezTo>
                  <a:lnTo>
                    <a:pt x="2191787" y="4951684"/>
                  </a:lnTo>
                  <a:cubicBezTo>
                    <a:pt x="2181163" y="4951775"/>
                    <a:pt x="2170449" y="4951503"/>
                    <a:pt x="2159825" y="4951503"/>
                  </a:cubicBezTo>
                  <a:lnTo>
                    <a:pt x="2127953" y="4951139"/>
                  </a:lnTo>
                  <a:lnTo>
                    <a:pt x="2096990" y="4949959"/>
                  </a:lnTo>
                  <a:cubicBezTo>
                    <a:pt x="2014542" y="4947326"/>
                    <a:pt x="1931912" y="4940788"/>
                    <a:pt x="1849646" y="4930255"/>
                  </a:cubicBezTo>
                  <a:cubicBezTo>
                    <a:pt x="1767288" y="4920267"/>
                    <a:pt x="1685113" y="4905920"/>
                    <a:pt x="1603845" y="4886852"/>
                  </a:cubicBezTo>
                  <a:cubicBezTo>
                    <a:pt x="1522668" y="4867601"/>
                    <a:pt x="1442127" y="4844811"/>
                    <a:pt x="1362403" y="4818841"/>
                  </a:cubicBezTo>
                  <a:cubicBezTo>
                    <a:pt x="1203228" y="4766449"/>
                    <a:pt x="1045868" y="4701253"/>
                    <a:pt x="900222" y="4614355"/>
                  </a:cubicBezTo>
                  <a:cubicBezTo>
                    <a:pt x="754485" y="4527639"/>
                    <a:pt x="624366" y="4417678"/>
                    <a:pt x="510682" y="4296004"/>
                  </a:cubicBezTo>
                  <a:cubicBezTo>
                    <a:pt x="453568" y="4235258"/>
                    <a:pt x="401629" y="4170607"/>
                    <a:pt x="352778" y="4104412"/>
                  </a:cubicBezTo>
                  <a:cubicBezTo>
                    <a:pt x="304199" y="4037945"/>
                    <a:pt x="257980" y="3970479"/>
                    <a:pt x="214850" y="3901561"/>
                  </a:cubicBezTo>
                  <a:cubicBezTo>
                    <a:pt x="203772" y="3884490"/>
                    <a:pt x="193330" y="3867147"/>
                    <a:pt x="182615" y="3849894"/>
                  </a:cubicBezTo>
                  <a:lnTo>
                    <a:pt x="151833" y="3799772"/>
                  </a:lnTo>
                  <a:cubicBezTo>
                    <a:pt x="132129" y="3767356"/>
                    <a:pt x="111699" y="3735212"/>
                    <a:pt x="91087" y="3702614"/>
                  </a:cubicBezTo>
                  <a:lnTo>
                    <a:pt x="0" y="3558952"/>
                  </a:lnTo>
                  <a:lnTo>
                    <a:pt x="0" y="3152786"/>
                  </a:lnTo>
                  <a:lnTo>
                    <a:pt x="21078" y="3185589"/>
                  </a:lnTo>
                  <a:cubicBezTo>
                    <a:pt x="63392" y="3246607"/>
                    <a:pt x="110427" y="3305810"/>
                    <a:pt x="159097" y="3365285"/>
                  </a:cubicBezTo>
                  <a:cubicBezTo>
                    <a:pt x="207767" y="3424851"/>
                    <a:pt x="258616" y="3484417"/>
                    <a:pt x="308466" y="3546344"/>
                  </a:cubicBezTo>
                  <a:cubicBezTo>
                    <a:pt x="333437" y="3577217"/>
                    <a:pt x="358135" y="3608816"/>
                    <a:pt x="382742" y="3640869"/>
                  </a:cubicBezTo>
                  <a:lnTo>
                    <a:pt x="418427" y="3687269"/>
                  </a:lnTo>
                  <a:cubicBezTo>
                    <a:pt x="430141" y="3702069"/>
                    <a:pt x="441309" y="3717233"/>
                    <a:pt x="453386" y="3731671"/>
                  </a:cubicBezTo>
                  <a:cubicBezTo>
                    <a:pt x="547638" y="3849168"/>
                    <a:pt x="649881" y="3957313"/>
                    <a:pt x="753758" y="4059829"/>
                  </a:cubicBezTo>
                  <a:cubicBezTo>
                    <a:pt x="805970" y="4110859"/>
                    <a:pt x="859089" y="4160164"/>
                    <a:pt x="913479" y="4207472"/>
                  </a:cubicBezTo>
                  <a:cubicBezTo>
                    <a:pt x="967869" y="4254780"/>
                    <a:pt x="1023258" y="4300544"/>
                    <a:pt x="1080736" y="4343584"/>
                  </a:cubicBezTo>
                  <a:cubicBezTo>
                    <a:pt x="1195237" y="4429846"/>
                    <a:pt x="1318727" y="4506937"/>
                    <a:pt x="1454385" y="4558875"/>
                  </a:cubicBezTo>
                  <a:cubicBezTo>
                    <a:pt x="1522033" y="4584845"/>
                    <a:pt x="1592132" y="4604730"/>
                    <a:pt x="1663411" y="4619712"/>
                  </a:cubicBezTo>
                  <a:cubicBezTo>
                    <a:pt x="1681299" y="4623254"/>
                    <a:pt x="1699006" y="4627340"/>
                    <a:pt x="1716984" y="4630427"/>
                  </a:cubicBezTo>
                  <a:lnTo>
                    <a:pt x="1771011" y="4639417"/>
                  </a:lnTo>
                  <a:cubicBezTo>
                    <a:pt x="1807241" y="4644229"/>
                    <a:pt x="1843471" y="4649314"/>
                    <a:pt x="1880064" y="4652311"/>
                  </a:cubicBezTo>
                  <a:cubicBezTo>
                    <a:pt x="1898316" y="4654036"/>
                    <a:pt x="1916567" y="4655670"/>
                    <a:pt x="1934909" y="4656487"/>
                  </a:cubicBezTo>
                  <a:cubicBezTo>
                    <a:pt x="1953251" y="4657395"/>
                    <a:pt x="1971502" y="4658848"/>
                    <a:pt x="1989935" y="4659393"/>
                  </a:cubicBezTo>
                  <a:lnTo>
                    <a:pt x="2045142" y="4660664"/>
                  </a:lnTo>
                  <a:cubicBezTo>
                    <a:pt x="2063484" y="4661118"/>
                    <a:pt x="2082008" y="4660482"/>
                    <a:pt x="2100440" y="4660392"/>
                  </a:cubicBezTo>
                  <a:lnTo>
                    <a:pt x="2128135" y="4660119"/>
                  </a:lnTo>
                  <a:cubicBezTo>
                    <a:pt x="2137124" y="4659847"/>
                    <a:pt x="2145932" y="4659302"/>
                    <a:pt x="2154831" y="4658939"/>
                  </a:cubicBezTo>
                  <a:cubicBezTo>
                    <a:pt x="2163729" y="4658485"/>
                    <a:pt x="2172628" y="4658212"/>
                    <a:pt x="2181436" y="4657577"/>
                  </a:cubicBezTo>
                  <a:lnTo>
                    <a:pt x="2207950" y="4655398"/>
                  </a:lnTo>
                  <a:cubicBezTo>
                    <a:pt x="2243272" y="4652583"/>
                    <a:pt x="2278321" y="4647861"/>
                    <a:pt x="2313098" y="4642413"/>
                  </a:cubicBezTo>
                  <a:cubicBezTo>
                    <a:pt x="2452298" y="4619349"/>
                    <a:pt x="2586139" y="4574221"/>
                    <a:pt x="2713625" y="4510932"/>
                  </a:cubicBezTo>
                  <a:cubicBezTo>
                    <a:pt x="2841565" y="4448369"/>
                    <a:pt x="2963330" y="4368282"/>
                    <a:pt x="3083643" y="4280386"/>
                  </a:cubicBezTo>
                  <a:cubicBezTo>
                    <a:pt x="3113698" y="4258503"/>
                    <a:pt x="3143572" y="4235712"/>
                    <a:pt x="3173355" y="4212648"/>
                  </a:cubicBezTo>
                  <a:cubicBezTo>
                    <a:pt x="3203319" y="4189675"/>
                    <a:pt x="3233193" y="4166339"/>
                    <a:pt x="3263067" y="4142640"/>
                  </a:cubicBezTo>
                  <a:lnTo>
                    <a:pt x="3444762" y="3997357"/>
                  </a:lnTo>
                  <a:cubicBezTo>
                    <a:pt x="3569432" y="3898473"/>
                    <a:pt x="3695284" y="3806401"/>
                    <a:pt x="3818229" y="3716144"/>
                  </a:cubicBezTo>
                  <a:cubicBezTo>
                    <a:pt x="3941084" y="3625886"/>
                    <a:pt x="4059309" y="3534721"/>
                    <a:pt x="4166182" y="3436474"/>
                  </a:cubicBezTo>
                  <a:cubicBezTo>
                    <a:pt x="4273056" y="3338408"/>
                    <a:pt x="4369578" y="3233895"/>
                    <a:pt x="4444399" y="3115943"/>
                  </a:cubicBezTo>
                  <a:cubicBezTo>
                    <a:pt x="4481809" y="3057013"/>
                    <a:pt x="4513772" y="2994905"/>
                    <a:pt x="4539196" y="2929618"/>
                  </a:cubicBezTo>
                  <a:cubicBezTo>
                    <a:pt x="4564802" y="2864422"/>
                    <a:pt x="4583235" y="2796139"/>
                    <a:pt x="4596946" y="2726040"/>
                  </a:cubicBezTo>
                  <a:cubicBezTo>
                    <a:pt x="4603756" y="2690991"/>
                    <a:pt x="4609204" y="2655306"/>
                    <a:pt x="4612927" y="2619257"/>
                  </a:cubicBezTo>
                  <a:cubicBezTo>
                    <a:pt x="4614017" y="2610268"/>
                    <a:pt x="4614743" y="2601188"/>
                    <a:pt x="4615561" y="2592198"/>
                  </a:cubicBezTo>
                  <a:cubicBezTo>
                    <a:pt x="4616287" y="2583118"/>
                    <a:pt x="4617195" y="2574220"/>
                    <a:pt x="4617558" y="2564595"/>
                  </a:cubicBezTo>
                  <a:lnTo>
                    <a:pt x="4620464" y="2507571"/>
                  </a:lnTo>
                  <a:cubicBezTo>
                    <a:pt x="4623097" y="2431479"/>
                    <a:pt x="4621462" y="2355297"/>
                    <a:pt x="4615470" y="2279568"/>
                  </a:cubicBezTo>
                  <a:cubicBezTo>
                    <a:pt x="4609658" y="2203748"/>
                    <a:pt x="4598490" y="2128564"/>
                    <a:pt x="4583416" y="2054379"/>
                  </a:cubicBezTo>
                  <a:cubicBezTo>
                    <a:pt x="4568162" y="1980194"/>
                    <a:pt x="4549094" y="1907008"/>
                    <a:pt x="4529026" y="1834639"/>
                  </a:cubicBezTo>
                  <a:cubicBezTo>
                    <a:pt x="4488983" y="1689810"/>
                    <a:pt x="4444762" y="1546888"/>
                    <a:pt x="4388556" y="1408324"/>
                  </a:cubicBezTo>
                  <a:cubicBezTo>
                    <a:pt x="4360407" y="1339133"/>
                    <a:pt x="4328990" y="1271213"/>
                    <a:pt x="4292851" y="1205927"/>
                  </a:cubicBezTo>
                  <a:cubicBezTo>
                    <a:pt x="4284043" y="1189492"/>
                    <a:pt x="4274327" y="1173511"/>
                    <a:pt x="4264975" y="1157439"/>
                  </a:cubicBezTo>
                  <a:cubicBezTo>
                    <a:pt x="4255350" y="1141458"/>
                    <a:pt x="4245361" y="1125749"/>
                    <a:pt x="4235646" y="1109859"/>
                  </a:cubicBezTo>
                  <a:lnTo>
                    <a:pt x="4204591" y="1063368"/>
                  </a:lnTo>
                  <a:lnTo>
                    <a:pt x="4172175" y="1017876"/>
                  </a:lnTo>
                  <a:cubicBezTo>
                    <a:pt x="4083462" y="898290"/>
                    <a:pt x="3979312" y="791326"/>
                    <a:pt x="3865265" y="697618"/>
                  </a:cubicBezTo>
                  <a:cubicBezTo>
                    <a:pt x="3751490" y="603638"/>
                    <a:pt x="3627909" y="521917"/>
                    <a:pt x="3495792" y="456267"/>
                  </a:cubicBezTo>
                  <a:cubicBezTo>
                    <a:pt x="3363766" y="390436"/>
                    <a:pt x="3224022" y="339950"/>
                    <a:pt x="3080011" y="304719"/>
                  </a:cubicBezTo>
                  <a:cubicBezTo>
                    <a:pt x="2935999" y="269397"/>
                    <a:pt x="2787992" y="249057"/>
                    <a:pt x="2638805" y="241884"/>
                  </a:cubicBezTo>
                  <a:cubicBezTo>
                    <a:pt x="2489345" y="234347"/>
                    <a:pt x="2340067" y="239341"/>
                    <a:pt x="2191696" y="257865"/>
                  </a:cubicBezTo>
                  <a:cubicBezTo>
                    <a:pt x="2043417" y="276479"/>
                    <a:pt x="1896500" y="307624"/>
                    <a:pt x="1752851" y="350120"/>
                  </a:cubicBezTo>
                  <a:cubicBezTo>
                    <a:pt x="1609112" y="392433"/>
                    <a:pt x="1468914" y="447187"/>
                    <a:pt x="1333074" y="510657"/>
                  </a:cubicBezTo>
                  <a:cubicBezTo>
                    <a:pt x="1060578" y="636236"/>
                    <a:pt x="806151" y="802767"/>
                    <a:pt x="582960" y="1003893"/>
                  </a:cubicBezTo>
                  <a:cubicBezTo>
                    <a:pt x="471728" y="1104774"/>
                    <a:pt x="368668" y="1214825"/>
                    <a:pt x="276322" y="1333049"/>
                  </a:cubicBezTo>
                  <a:cubicBezTo>
                    <a:pt x="183795" y="1451092"/>
                    <a:pt x="102164" y="1577669"/>
                    <a:pt x="33882" y="1711057"/>
                  </a:cubicBezTo>
                  <a:lnTo>
                    <a:pt x="0" y="1785501"/>
                  </a:lnTo>
                  <a:lnTo>
                    <a:pt x="0" y="1377082"/>
                  </a:lnTo>
                  <a:lnTo>
                    <a:pt x="111188" y="1208333"/>
                  </a:lnTo>
                  <a:cubicBezTo>
                    <a:pt x="206927" y="1076920"/>
                    <a:pt x="314732" y="954315"/>
                    <a:pt x="431321" y="841539"/>
                  </a:cubicBezTo>
                  <a:cubicBezTo>
                    <a:pt x="548183" y="728763"/>
                    <a:pt x="674488" y="625885"/>
                    <a:pt x="807876" y="533448"/>
                  </a:cubicBezTo>
                  <a:cubicBezTo>
                    <a:pt x="941446" y="441103"/>
                    <a:pt x="1082007" y="358837"/>
                    <a:pt x="1228743" y="288828"/>
                  </a:cubicBezTo>
                  <a:cubicBezTo>
                    <a:pt x="1522578" y="149811"/>
                    <a:pt x="1838931" y="57919"/>
                    <a:pt x="2163003" y="19056"/>
                  </a:cubicBezTo>
                  <a:cubicBezTo>
                    <a:pt x="2243998" y="9477"/>
                    <a:pt x="2325584" y="3529"/>
                    <a:pt x="2407249" y="1168"/>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6813" name="Freeform: Shape 716812">
              <a:extLst>
                <a:ext uri="{FF2B5EF4-FFF2-40B4-BE49-F238E27FC236}">
                  <a16:creationId xmlns:a16="http://schemas.microsoft.com/office/drawing/2014/main" id="{B2935CA6-94DE-46EF-8BB1-9DB074B6C4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960593"/>
              <a:ext cx="4814598" cy="4884231"/>
            </a:xfrm>
            <a:custGeom>
              <a:avLst/>
              <a:gdLst>
                <a:gd name="connsiteX0" fmla="*/ 2550817 w 4814598"/>
                <a:gd name="connsiteY0" fmla="*/ 544811 h 4884231"/>
                <a:gd name="connsiteX1" fmla="*/ 1694919 w 4814598"/>
                <a:gd name="connsiteY1" fmla="*/ 709526 h 4884231"/>
                <a:gd name="connsiteX2" fmla="*/ 932184 w 4814598"/>
                <a:gd name="connsiteY2" fmla="*/ 1163171 h 4884231"/>
                <a:gd name="connsiteX3" fmla="*/ 407894 w 4814598"/>
                <a:gd name="connsiteY3" fmla="*/ 1812768 h 4884231"/>
                <a:gd name="connsiteX4" fmla="*/ 220025 w 4814598"/>
                <a:gd name="connsiteY4" fmla="*/ 2558977 h 4884231"/>
                <a:gd name="connsiteX5" fmla="*/ 530204 w 4814598"/>
                <a:gd name="connsiteY5" fmla="*/ 3236995 h 4884231"/>
                <a:gd name="connsiteX6" fmla="*/ 697098 w 4814598"/>
                <a:gd name="connsiteY6" fmla="*/ 3471717 h 4884231"/>
                <a:gd name="connsiteX7" fmla="*/ 1333800 w 4814598"/>
                <a:gd name="connsiteY7" fmla="*/ 4121677 h 4884231"/>
                <a:gd name="connsiteX8" fmla="*/ 2170902 w 4814598"/>
                <a:gd name="connsiteY8" fmla="*/ 4339420 h 4884231"/>
                <a:gd name="connsiteX9" fmla="*/ 2709357 w 4814598"/>
                <a:gd name="connsiteY9" fmla="*/ 4200765 h 4884231"/>
                <a:gd name="connsiteX10" fmla="*/ 3290852 w 4814598"/>
                <a:gd name="connsiteY10" fmla="*/ 3800420 h 4884231"/>
                <a:gd name="connsiteX11" fmla="*/ 3434410 w 4814598"/>
                <a:gd name="connsiteY11" fmla="*/ 3689188 h 4884231"/>
                <a:gd name="connsiteX12" fmla="*/ 4069660 w 4814598"/>
                <a:gd name="connsiteY12" fmla="*/ 3124945 h 4884231"/>
                <a:gd name="connsiteX13" fmla="*/ 4269787 w 4814598"/>
                <a:gd name="connsiteY13" fmla="*/ 2558977 h 4884231"/>
                <a:gd name="connsiteX14" fmla="*/ 3797526 w 4814598"/>
                <a:gd name="connsiteY14" fmla="*/ 1099701 h 4884231"/>
                <a:gd name="connsiteX15" fmla="*/ 3273691 w 4814598"/>
                <a:gd name="connsiteY15" fmla="*/ 695179 h 4884231"/>
                <a:gd name="connsiteX16" fmla="*/ 2550817 w 4814598"/>
                <a:gd name="connsiteY16" fmla="*/ 544811 h 4884231"/>
                <a:gd name="connsiteX17" fmla="*/ 2550817 w 4814598"/>
                <a:gd name="connsiteY17" fmla="*/ 0 h 4884231"/>
                <a:gd name="connsiteX18" fmla="*/ 4814598 w 4814598"/>
                <a:gd name="connsiteY18" fmla="*/ 2558977 h 4884231"/>
                <a:gd name="connsiteX19" fmla="*/ 3626365 w 4814598"/>
                <a:gd name="connsiteY19" fmla="*/ 4229640 h 4884231"/>
                <a:gd name="connsiteX20" fmla="*/ 2170902 w 4814598"/>
                <a:gd name="connsiteY20" fmla="*/ 4884231 h 4884231"/>
                <a:gd name="connsiteX21" fmla="*/ 246267 w 4814598"/>
                <a:gd name="connsiteY21" fmla="*/ 3777538 h 4884231"/>
                <a:gd name="connsiteX22" fmla="*/ 40127 w 4814598"/>
                <a:gd name="connsiteY22" fmla="*/ 3489366 h 4884231"/>
                <a:gd name="connsiteX23" fmla="*/ 0 w 4814598"/>
                <a:gd name="connsiteY23" fmla="*/ 3432245 h 4884231"/>
                <a:gd name="connsiteX24" fmla="*/ 0 w 4814598"/>
                <a:gd name="connsiteY24" fmla="*/ 1432577 h 4884231"/>
                <a:gd name="connsiteX25" fmla="*/ 54624 w 4814598"/>
                <a:gd name="connsiteY25" fmla="*/ 1339196 h 4884231"/>
                <a:gd name="connsiteX26" fmla="*/ 2550817 w 4814598"/>
                <a:gd name="connsiteY26" fmla="*/ 0 h 4884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814598" h="4884231">
                  <a:moveTo>
                    <a:pt x="2550817" y="544811"/>
                  </a:moveTo>
                  <a:cubicBezTo>
                    <a:pt x="2270966" y="544811"/>
                    <a:pt x="1974952" y="601744"/>
                    <a:pt x="1694919" y="709526"/>
                  </a:cubicBezTo>
                  <a:cubicBezTo>
                    <a:pt x="1417883" y="816127"/>
                    <a:pt x="1154103" y="973032"/>
                    <a:pt x="932184" y="1163171"/>
                  </a:cubicBezTo>
                  <a:cubicBezTo>
                    <a:pt x="710536" y="1353038"/>
                    <a:pt x="529296" y="1577682"/>
                    <a:pt x="407894" y="1812768"/>
                  </a:cubicBezTo>
                  <a:cubicBezTo>
                    <a:pt x="283223" y="2054210"/>
                    <a:pt x="220025" y="2305277"/>
                    <a:pt x="220025" y="2558977"/>
                  </a:cubicBezTo>
                  <a:cubicBezTo>
                    <a:pt x="220025" y="2801418"/>
                    <a:pt x="315095" y="2942070"/>
                    <a:pt x="530204" y="3236995"/>
                  </a:cubicBezTo>
                  <a:cubicBezTo>
                    <a:pt x="584050" y="3310817"/>
                    <a:pt x="639711" y="3387181"/>
                    <a:pt x="697098" y="3471717"/>
                  </a:cubicBezTo>
                  <a:cubicBezTo>
                    <a:pt x="900040" y="3770818"/>
                    <a:pt x="1108249" y="3983476"/>
                    <a:pt x="1333800" y="4121677"/>
                  </a:cubicBezTo>
                  <a:cubicBezTo>
                    <a:pt x="1572882" y="4268231"/>
                    <a:pt x="1846740" y="4339420"/>
                    <a:pt x="2170902" y="4339420"/>
                  </a:cubicBezTo>
                  <a:cubicBezTo>
                    <a:pt x="2354867" y="4339420"/>
                    <a:pt x="2525938" y="4295381"/>
                    <a:pt x="2709357" y="4200765"/>
                  </a:cubicBezTo>
                  <a:cubicBezTo>
                    <a:pt x="2897680" y="4103607"/>
                    <a:pt x="3084097" y="3961956"/>
                    <a:pt x="3290852" y="3800420"/>
                  </a:cubicBezTo>
                  <a:cubicBezTo>
                    <a:pt x="3339340" y="3762556"/>
                    <a:pt x="3387647" y="3725236"/>
                    <a:pt x="3434410" y="3689188"/>
                  </a:cubicBezTo>
                  <a:cubicBezTo>
                    <a:pt x="3682844" y="3497505"/>
                    <a:pt x="3917476" y="3316446"/>
                    <a:pt x="4069660" y="3124945"/>
                  </a:cubicBezTo>
                  <a:cubicBezTo>
                    <a:pt x="4209948" y="2948426"/>
                    <a:pt x="4269787" y="2779172"/>
                    <a:pt x="4269787" y="2558977"/>
                  </a:cubicBezTo>
                  <a:cubicBezTo>
                    <a:pt x="4269787" y="1980933"/>
                    <a:pt x="4102076" y="1462636"/>
                    <a:pt x="3797526" y="1099701"/>
                  </a:cubicBezTo>
                  <a:cubicBezTo>
                    <a:pt x="3650427" y="924453"/>
                    <a:pt x="3474272" y="788342"/>
                    <a:pt x="3273691" y="695179"/>
                  </a:cubicBezTo>
                  <a:cubicBezTo>
                    <a:pt x="3058944" y="595388"/>
                    <a:pt x="2815686" y="544811"/>
                    <a:pt x="2550817" y="544811"/>
                  </a:cubicBezTo>
                  <a:close/>
                  <a:moveTo>
                    <a:pt x="2550817" y="0"/>
                  </a:moveTo>
                  <a:cubicBezTo>
                    <a:pt x="3970050" y="0"/>
                    <a:pt x="4814598" y="1145647"/>
                    <a:pt x="4814598" y="2558977"/>
                  </a:cubicBezTo>
                  <a:cubicBezTo>
                    <a:pt x="4814598" y="3376738"/>
                    <a:pt x="4225839" y="3761193"/>
                    <a:pt x="3626365" y="4229640"/>
                  </a:cubicBezTo>
                  <a:cubicBezTo>
                    <a:pt x="3189699" y="4570874"/>
                    <a:pt x="2769014" y="4884231"/>
                    <a:pt x="2170902" y="4884231"/>
                  </a:cubicBezTo>
                  <a:cubicBezTo>
                    <a:pt x="1283950" y="4884231"/>
                    <a:pt x="708085" y="4458279"/>
                    <a:pt x="246267" y="3777538"/>
                  </a:cubicBezTo>
                  <a:cubicBezTo>
                    <a:pt x="176985" y="3675432"/>
                    <a:pt x="106654" y="3581344"/>
                    <a:pt x="40127" y="3489366"/>
                  </a:cubicBezTo>
                  <a:lnTo>
                    <a:pt x="0" y="3432245"/>
                  </a:lnTo>
                  <a:lnTo>
                    <a:pt x="0" y="1432577"/>
                  </a:lnTo>
                  <a:lnTo>
                    <a:pt x="54624" y="1339196"/>
                  </a:lnTo>
                  <a:cubicBezTo>
                    <a:pt x="578230" y="541497"/>
                    <a:pt x="1569352" y="0"/>
                    <a:pt x="2550817" y="0"/>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6814" name="Freeform: Shape 716813">
              <a:extLst>
                <a:ext uri="{FF2B5EF4-FFF2-40B4-BE49-F238E27FC236}">
                  <a16:creationId xmlns:a16="http://schemas.microsoft.com/office/drawing/2014/main" id="{2352A8D1-612B-42BB-A925-A3EF53F720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960593"/>
              <a:ext cx="4814598" cy="4884231"/>
            </a:xfrm>
            <a:custGeom>
              <a:avLst/>
              <a:gdLst>
                <a:gd name="connsiteX0" fmla="*/ 2550817 w 4814598"/>
                <a:gd name="connsiteY0" fmla="*/ 454009 h 4884231"/>
                <a:gd name="connsiteX1" fmla="*/ 1662321 w 4814598"/>
                <a:gd name="connsiteY1" fmla="*/ 624807 h 4884231"/>
                <a:gd name="connsiteX2" fmla="*/ 873072 w 4814598"/>
                <a:gd name="connsiteY2" fmla="*/ 1094253 h 4884231"/>
                <a:gd name="connsiteX3" fmla="*/ 327171 w 4814598"/>
                <a:gd name="connsiteY3" fmla="*/ 1771181 h 4884231"/>
                <a:gd name="connsiteX4" fmla="*/ 129223 w 4814598"/>
                <a:gd name="connsiteY4" fmla="*/ 2558977 h 4884231"/>
                <a:gd name="connsiteX5" fmla="*/ 456836 w 4814598"/>
                <a:gd name="connsiteY5" fmla="*/ 3290477 h 4884231"/>
                <a:gd name="connsiteX6" fmla="*/ 621914 w 4814598"/>
                <a:gd name="connsiteY6" fmla="*/ 3522657 h 4884231"/>
                <a:gd name="connsiteX7" fmla="*/ 2170902 w 4814598"/>
                <a:gd name="connsiteY7" fmla="*/ 4430222 h 4884231"/>
                <a:gd name="connsiteX8" fmla="*/ 3346786 w 4814598"/>
                <a:gd name="connsiteY8" fmla="*/ 3871881 h 4884231"/>
                <a:gd name="connsiteX9" fmla="*/ 3489890 w 4814598"/>
                <a:gd name="connsiteY9" fmla="*/ 3761012 h 4884231"/>
                <a:gd name="connsiteX10" fmla="*/ 4140757 w 4814598"/>
                <a:gd name="connsiteY10" fmla="*/ 3181424 h 4884231"/>
                <a:gd name="connsiteX11" fmla="*/ 4360589 w 4814598"/>
                <a:gd name="connsiteY11" fmla="*/ 2558977 h 4884231"/>
                <a:gd name="connsiteX12" fmla="*/ 3867171 w 4814598"/>
                <a:gd name="connsiteY12" fmla="*/ 1041315 h 4884231"/>
                <a:gd name="connsiteX13" fmla="*/ 3312009 w 4814598"/>
                <a:gd name="connsiteY13" fmla="*/ 612822 h 4884231"/>
                <a:gd name="connsiteX14" fmla="*/ 2550817 w 4814598"/>
                <a:gd name="connsiteY14" fmla="*/ 454009 h 4884231"/>
                <a:gd name="connsiteX15" fmla="*/ 2550817 w 4814598"/>
                <a:gd name="connsiteY15" fmla="*/ 0 h 4884231"/>
                <a:gd name="connsiteX16" fmla="*/ 4814598 w 4814598"/>
                <a:gd name="connsiteY16" fmla="*/ 2558977 h 4884231"/>
                <a:gd name="connsiteX17" fmla="*/ 3626365 w 4814598"/>
                <a:gd name="connsiteY17" fmla="*/ 4229640 h 4884231"/>
                <a:gd name="connsiteX18" fmla="*/ 2170902 w 4814598"/>
                <a:gd name="connsiteY18" fmla="*/ 4884231 h 4884231"/>
                <a:gd name="connsiteX19" fmla="*/ 246267 w 4814598"/>
                <a:gd name="connsiteY19" fmla="*/ 3777538 h 4884231"/>
                <a:gd name="connsiteX20" fmla="*/ 40127 w 4814598"/>
                <a:gd name="connsiteY20" fmla="*/ 3489366 h 4884231"/>
                <a:gd name="connsiteX21" fmla="*/ 0 w 4814598"/>
                <a:gd name="connsiteY21" fmla="*/ 3432245 h 4884231"/>
                <a:gd name="connsiteX22" fmla="*/ 0 w 4814598"/>
                <a:gd name="connsiteY22" fmla="*/ 1432577 h 4884231"/>
                <a:gd name="connsiteX23" fmla="*/ 54624 w 4814598"/>
                <a:gd name="connsiteY23" fmla="*/ 1339196 h 4884231"/>
                <a:gd name="connsiteX24" fmla="*/ 2550817 w 4814598"/>
                <a:gd name="connsiteY24" fmla="*/ 0 h 4884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814598" h="4884231">
                  <a:moveTo>
                    <a:pt x="2550817" y="454009"/>
                  </a:moveTo>
                  <a:cubicBezTo>
                    <a:pt x="2255802" y="454009"/>
                    <a:pt x="1956792" y="511396"/>
                    <a:pt x="1662321" y="624807"/>
                  </a:cubicBezTo>
                  <a:cubicBezTo>
                    <a:pt x="1375660" y="735041"/>
                    <a:pt x="1102800" y="897394"/>
                    <a:pt x="873072" y="1094253"/>
                  </a:cubicBezTo>
                  <a:cubicBezTo>
                    <a:pt x="639348" y="1294471"/>
                    <a:pt x="455656" y="1522293"/>
                    <a:pt x="327171" y="1771181"/>
                  </a:cubicBezTo>
                  <a:cubicBezTo>
                    <a:pt x="195872" y="2025607"/>
                    <a:pt x="129223" y="2290658"/>
                    <a:pt x="129223" y="2558977"/>
                  </a:cubicBezTo>
                  <a:cubicBezTo>
                    <a:pt x="129223" y="2829294"/>
                    <a:pt x="235552" y="2987108"/>
                    <a:pt x="456836" y="3290477"/>
                  </a:cubicBezTo>
                  <a:cubicBezTo>
                    <a:pt x="510228" y="3363663"/>
                    <a:pt x="565435" y="3439392"/>
                    <a:pt x="621914" y="3522657"/>
                  </a:cubicBezTo>
                  <a:cubicBezTo>
                    <a:pt x="1053495" y="4158815"/>
                    <a:pt x="1516766" y="4430222"/>
                    <a:pt x="2170902" y="4430222"/>
                  </a:cubicBezTo>
                  <a:cubicBezTo>
                    <a:pt x="2600213" y="4430222"/>
                    <a:pt x="2915205" y="4209119"/>
                    <a:pt x="3346786" y="3871881"/>
                  </a:cubicBezTo>
                  <a:cubicBezTo>
                    <a:pt x="3395002" y="3834198"/>
                    <a:pt x="3443218" y="3796969"/>
                    <a:pt x="3489890" y="3761012"/>
                  </a:cubicBezTo>
                  <a:cubicBezTo>
                    <a:pt x="3742864" y="3565879"/>
                    <a:pt x="3981763" y="3381551"/>
                    <a:pt x="4140757" y="3181424"/>
                  </a:cubicBezTo>
                  <a:cubicBezTo>
                    <a:pt x="4292760" y="2990104"/>
                    <a:pt x="4360589" y="2798149"/>
                    <a:pt x="4360589" y="2558977"/>
                  </a:cubicBezTo>
                  <a:cubicBezTo>
                    <a:pt x="4360589" y="1959594"/>
                    <a:pt x="4185341" y="1420595"/>
                    <a:pt x="3867171" y="1041315"/>
                  </a:cubicBezTo>
                  <a:cubicBezTo>
                    <a:pt x="3711446" y="855807"/>
                    <a:pt x="3524667" y="711614"/>
                    <a:pt x="3312009" y="612822"/>
                  </a:cubicBezTo>
                  <a:cubicBezTo>
                    <a:pt x="3085095" y="507491"/>
                    <a:pt x="2829034" y="454009"/>
                    <a:pt x="2550817" y="454009"/>
                  </a:cubicBezTo>
                  <a:close/>
                  <a:moveTo>
                    <a:pt x="2550817" y="0"/>
                  </a:moveTo>
                  <a:cubicBezTo>
                    <a:pt x="3970050" y="0"/>
                    <a:pt x="4814598" y="1145647"/>
                    <a:pt x="4814598" y="2558977"/>
                  </a:cubicBezTo>
                  <a:cubicBezTo>
                    <a:pt x="4814598" y="3376738"/>
                    <a:pt x="4225839" y="3761193"/>
                    <a:pt x="3626365" y="4229640"/>
                  </a:cubicBezTo>
                  <a:cubicBezTo>
                    <a:pt x="3189699" y="4570874"/>
                    <a:pt x="2769014" y="4884231"/>
                    <a:pt x="2170902" y="4884231"/>
                  </a:cubicBezTo>
                  <a:cubicBezTo>
                    <a:pt x="1283950" y="4884231"/>
                    <a:pt x="708085" y="4458279"/>
                    <a:pt x="246267" y="3777538"/>
                  </a:cubicBezTo>
                  <a:cubicBezTo>
                    <a:pt x="176985" y="3675432"/>
                    <a:pt x="106654" y="3581344"/>
                    <a:pt x="40127" y="3489366"/>
                  </a:cubicBezTo>
                  <a:lnTo>
                    <a:pt x="0" y="3432245"/>
                  </a:lnTo>
                  <a:lnTo>
                    <a:pt x="0" y="1432577"/>
                  </a:lnTo>
                  <a:lnTo>
                    <a:pt x="54624" y="1339196"/>
                  </a:lnTo>
                  <a:cubicBezTo>
                    <a:pt x="578230" y="541497"/>
                    <a:pt x="1569352" y="0"/>
                    <a:pt x="2550817" y="0"/>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useBgFill="1">
          <p:nvSpPr>
            <p:cNvPr id="716815" name="Freeform: Shape 716814">
              <a:extLst>
                <a:ext uri="{FF2B5EF4-FFF2-40B4-BE49-F238E27FC236}">
                  <a16:creationId xmlns:a16="http://schemas.microsoft.com/office/drawing/2014/main" id="{0858A699-36FD-4E40-A79C-7B11883C91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796695"/>
              <a:ext cx="4850918" cy="5212025"/>
            </a:xfrm>
            <a:custGeom>
              <a:avLst/>
              <a:gdLst>
                <a:gd name="connsiteX0" fmla="*/ 2244906 w 4850918"/>
                <a:gd name="connsiteY0" fmla="*/ 0 h 5212025"/>
                <a:gd name="connsiteX1" fmla="*/ 4850918 w 4850918"/>
                <a:gd name="connsiteY1" fmla="*/ 2606013 h 5212025"/>
                <a:gd name="connsiteX2" fmla="*/ 2244906 w 4850918"/>
                <a:gd name="connsiteY2" fmla="*/ 5212025 h 5212025"/>
                <a:gd name="connsiteX3" fmla="*/ 83949 w 4850918"/>
                <a:gd name="connsiteY3" fmla="*/ 4063077 h 5212025"/>
                <a:gd name="connsiteX4" fmla="*/ 0 w 4850918"/>
                <a:gd name="connsiteY4" fmla="*/ 3924890 h 5212025"/>
                <a:gd name="connsiteX5" fmla="*/ 0 w 4850918"/>
                <a:gd name="connsiteY5" fmla="*/ 3598606 h 5212025"/>
                <a:gd name="connsiteX6" fmla="*/ 15357 w 4850918"/>
                <a:gd name="connsiteY6" fmla="*/ 3619452 h 5212025"/>
                <a:gd name="connsiteX7" fmla="*/ 107340 w 4850918"/>
                <a:gd name="connsiteY7" fmla="*/ 3738402 h 5212025"/>
                <a:gd name="connsiteX8" fmla="*/ 168177 w 4850918"/>
                <a:gd name="connsiteY8" fmla="*/ 3816401 h 5212025"/>
                <a:gd name="connsiteX9" fmla="*/ 245086 w 4850918"/>
                <a:gd name="connsiteY9" fmla="*/ 3916919 h 5212025"/>
                <a:gd name="connsiteX10" fmla="*/ 284403 w 4850918"/>
                <a:gd name="connsiteY10" fmla="*/ 3970310 h 5212025"/>
                <a:gd name="connsiteX11" fmla="*/ 319634 w 4850918"/>
                <a:gd name="connsiteY11" fmla="*/ 4018253 h 5212025"/>
                <a:gd name="connsiteX12" fmla="*/ 319816 w 4850918"/>
                <a:gd name="connsiteY12" fmla="*/ 4018435 h 5212025"/>
                <a:gd name="connsiteX13" fmla="*/ 319998 w 4850918"/>
                <a:gd name="connsiteY13" fmla="*/ 4018617 h 5212025"/>
                <a:gd name="connsiteX14" fmla="*/ 381652 w 4850918"/>
                <a:gd name="connsiteY14" fmla="*/ 4099884 h 5212025"/>
                <a:gd name="connsiteX15" fmla="*/ 393547 w 4850918"/>
                <a:gd name="connsiteY15" fmla="*/ 4115230 h 5212025"/>
                <a:gd name="connsiteX16" fmla="*/ 399540 w 4850918"/>
                <a:gd name="connsiteY16" fmla="*/ 4122676 h 5212025"/>
                <a:gd name="connsiteX17" fmla="*/ 470547 w 4850918"/>
                <a:gd name="connsiteY17" fmla="*/ 4208756 h 5212025"/>
                <a:gd name="connsiteX18" fmla="*/ 633445 w 4850918"/>
                <a:gd name="connsiteY18" fmla="*/ 4384730 h 5212025"/>
                <a:gd name="connsiteX19" fmla="*/ 997833 w 4850918"/>
                <a:gd name="connsiteY19" fmla="*/ 4677384 h 5212025"/>
                <a:gd name="connsiteX20" fmla="*/ 1198505 w 4850918"/>
                <a:gd name="connsiteY20" fmla="*/ 4786982 h 5212025"/>
                <a:gd name="connsiteX21" fmla="*/ 1198687 w 4850918"/>
                <a:gd name="connsiteY21" fmla="*/ 4787073 h 5212025"/>
                <a:gd name="connsiteX22" fmla="*/ 1198869 w 4850918"/>
                <a:gd name="connsiteY22" fmla="*/ 4787164 h 5212025"/>
                <a:gd name="connsiteX23" fmla="*/ 1410709 w 4850918"/>
                <a:gd name="connsiteY23" fmla="*/ 4869975 h 5212025"/>
                <a:gd name="connsiteX24" fmla="*/ 1631902 w 4850918"/>
                <a:gd name="connsiteY24" fmla="*/ 4927271 h 5212025"/>
                <a:gd name="connsiteX25" fmla="*/ 1744134 w 4850918"/>
                <a:gd name="connsiteY25" fmla="*/ 4946157 h 5212025"/>
                <a:gd name="connsiteX26" fmla="*/ 1856819 w 4850918"/>
                <a:gd name="connsiteY26" fmla="*/ 4958961 h 5212025"/>
                <a:gd name="connsiteX27" fmla="*/ 2090089 w 4850918"/>
                <a:gd name="connsiteY27" fmla="*/ 4969130 h 5212025"/>
                <a:gd name="connsiteX28" fmla="*/ 2101802 w 4850918"/>
                <a:gd name="connsiteY28" fmla="*/ 4969130 h 5212025"/>
                <a:gd name="connsiteX29" fmla="*/ 2117238 w 4850918"/>
                <a:gd name="connsiteY29" fmla="*/ 4969221 h 5212025"/>
                <a:gd name="connsiteX30" fmla="*/ 2147294 w 4850918"/>
                <a:gd name="connsiteY30" fmla="*/ 4968767 h 5212025"/>
                <a:gd name="connsiteX31" fmla="*/ 2147566 w 4850918"/>
                <a:gd name="connsiteY31" fmla="*/ 4968767 h 5212025"/>
                <a:gd name="connsiteX32" fmla="*/ 2147838 w 4850918"/>
                <a:gd name="connsiteY32" fmla="*/ 4968767 h 5212025"/>
                <a:gd name="connsiteX33" fmla="*/ 2176078 w 4850918"/>
                <a:gd name="connsiteY33" fmla="*/ 4968041 h 5212025"/>
                <a:gd name="connsiteX34" fmla="*/ 2204499 w 4850918"/>
                <a:gd name="connsiteY34" fmla="*/ 4966588 h 5212025"/>
                <a:gd name="connsiteX35" fmla="*/ 2315822 w 4850918"/>
                <a:gd name="connsiteY35" fmla="*/ 4956872 h 5212025"/>
                <a:gd name="connsiteX36" fmla="*/ 2746222 w 4850918"/>
                <a:gd name="connsiteY36" fmla="*/ 4840555 h 5212025"/>
                <a:gd name="connsiteX37" fmla="*/ 2950617 w 4850918"/>
                <a:gd name="connsiteY37" fmla="*/ 4739220 h 5212025"/>
                <a:gd name="connsiteX38" fmla="*/ 3148929 w 4850918"/>
                <a:gd name="connsiteY38" fmla="*/ 4615367 h 5212025"/>
                <a:gd name="connsiteX39" fmla="*/ 3342791 w 4850918"/>
                <a:gd name="connsiteY39" fmla="*/ 4474533 h 5212025"/>
                <a:gd name="connsiteX40" fmla="*/ 3438496 w 4850918"/>
                <a:gd name="connsiteY40" fmla="*/ 4399894 h 5212025"/>
                <a:gd name="connsiteX41" fmla="*/ 3536108 w 4850918"/>
                <a:gd name="connsiteY41" fmla="*/ 4321804 h 5212025"/>
                <a:gd name="connsiteX42" fmla="*/ 3700641 w 4850918"/>
                <a:gd name="connsiteY42" fmla="*/ 4192956 h 5212025"/>
                <a:gd name="connsiteX43" fmla="*/ 3927282 w 4850918"/>
                <a:gd name="connsiteY43" fmla="*/ 4014258 h 5212025"/>
                <a:gd name="connsiteX44" fmla="*/ 4279230 w 4850918"/>
                <a:gd name="connsiteY44" fmla="*/ 3693909 h 5212025"/>
                <a:gd name="connsiteX45" fmla="*/ 4424785 w 4850918"/>
                <a:gd name="connsiteY45" fmla="*/ 3517209 h 5212025"/>
                <a:gd name="connsiteX46" fmla="*/ 4539922 w 4850918"/>
                <a:gd name="connsiteY46" fmla="*/ 3324800 h 5212025"/>
                <a:gd name="connsiteX47" fmla="*/ 4660234 w 4850918"/>
                <a:gd name="connsiteY47" fmla="*/ 2893945 h 5212025"/>
                <a:gd name="connsiteX48" fmla="*/ 4667045 w 4850918"/>
                <a:gd name="connsiteY48" fmla="*/ 2779081 h 5212025"/>
                <a:gd name="connsiteX49" fmla="*/ 4667135 w 4850918"/>
                <a:gd name="connsiteY49" fmla="*/ 2774632 h 5212025"/>
                <a:gd name="connsiteX50" fmla="*/ 4667408 w 4850918"/>
                <a:gd name="connsiteY50" fmla="*/ 2719787 h 5212025"/>
                <a:gd name="connsiteX51" fmla="*/ 4667317 w 4850918"/>
                <a:gd name="connsiteY51" fmla="*/ 2702444 h 5212025"/>
                <a:gd name="connsiteX52" fmla="*/ 4666772 w 4850918"/>
                <a:gd name="connsiteY52" fmla="*/ 2658950 h 5212025"/>
                <a:gd name="connsiteX53" fmla="*/ 4654787 w 4850918"/>
                <a:gd name="connsiteY53" fmla="*/ 2416691 h 5212025"/>
                <a:gd name="connsiteX54" fmla="*/ 4581781 w 4850918"/>
                <a:gd name="connsiteY54" fmla="*/ 1936985 h 5212025"/>
                <a:gd name="connsiteX55" fmla="*/ 4435046 w 4850918"/>
                <a:gd name="connsiteY55" fmla="*/ 1474894 h 5212025"/>
                <a:gd name="connsiteX56" fmla="*/ 4386104 w 4850918"/>
                <a:gd name="connsiteY56" fmla="*/ 1364116 h 5212025"/>
                <a:gd name="connsiteX57" fmla="*/ 4331623 w 4850918"/>
                <a:gd name="connsiteY57" fmla="*/ 1255698 h 5212025"/>
                <a:gd name="connsiteX58" fmla="*/ 4206861 w 4850918"/>
                <a:gd name="connsiteY58" fmla="*/ 1048216 h 5212025"/>
                <a:gd name="connsiteX59" fmla="*/ 3895592 w 4850918"/>
                <a:gd name="connsiteY59" fmla="*/ 681922 h 5212025"/>
                <a:gd name="connsiteX60" fmla="*/ 3710356 w 4850918"/>
                <a:gd name="connsiteY60" fmla="*/ 530192 h 5212025"/>
                <a:gd name="connsiteX61" fmla="*/ 3507777 w 4850918"/>
                <a:gd name="connsiteY61" fmla="*/ 403705 h 5212025"/>
                <a:gd name="connsiteX62" fmla="*/ 3065936 w 4850918"/>
                <a:gd name="connsiteY62" fmla="*/ 232543 h 5212025"/>
                <a:gd name="connsiteX63" fmla="*/ 2834573 w 4850918"/>
                <a:gd name="connsiteY63" fmla="*/ 187233 h 5212025"/>
                <a:gd name="connsiteX64" fmla="*/ 2601212 w 4850918"/>
                <a:gd name="connsiteY64" fmla="*/ 166894 h 5212025"/>
                <a:gd name="connsiteX65" fmla="*/ 2499332 w 4850918"/>
                <a:gd name="connsiteY65" fmla="*/ 164715 h 5212025"/>
                <a:gd name="connsiteX66" fmla="*/ 2131857 w 4850918"/>
                <a:gd name="connsiteY66" fmla="*/ 192046 h 5212025"/>
                <a:gd name="connsiteX67" fmla="*/ 1901130 w 4850918"/>
                <a:gd name="connsiteY67" fmla="*/ 237084 h 5212025"/>
                <a:gd name="connsiteX68" fmla="*/ 1674579 w 4850918"/>
                <a:gd name="connsiteY68" fmla="*/ 301553 h 5212025"/>
                <a:gd name="connsiteX69" fmla="*/ 1453477 w 4850918"/>
                <a:gd name="connsiteY69" fmla="*/ 383819 h 5212025"/>
                <a:gd name="connsiteX70" fmla="*/ 1238821 w 4850918"/>
                <a:gd name="connsiteY70" fmla="*/ 483338 h 5212025"/>
                <a:gd name="connsiteX71" fmla="*/ 831666 w 4850918"/>
                <a:gd name="connsiteY71" fmla="*/ 727777 h 5212025"/>
                <a:gd name="connsiteX72" fmla="*/ 735416 w 4850918"/>
                <a:gd name="connsiteY72" fmla="*/ 798148 h 5212025"/>
                <a:gd name="connsiteX73" fmla="*/ 735234 w 4850918"/>
                <a:gd name="connsiteY73" fmla="*/ 798330 h 5212025"/>
                <a:gd name="connsiteX74" fmla="*/ 735053 w 4850918"/>
                <a:gd name="connsiteY74" fmla="*/ 798511 h 5212025"/>
                <a:gd name="connsiteX75" fmla="*/ 695554 w 4850918"/>
                <a:gd name="connsiteY75" fmla="*/ 828748 h 5212025"/>
                <a:gd name="connsiteX76" fmla="*/ 687563 w 4850918"/>
                <a:gd name="connsiteY76" fmla="*/ 835014 h 5212025"/>
                <a:gd name="connsiteX77" fmla="*/ 641254 w 4850918"/>
                <a:gd name="connsiteY77" fmla="*/ 871970 h 5212025"/>
                <a:gd name="connsiteX78" fmla="*/ 461013 w 4850918"/>
                <a:gd name="connsiteY78" fmla="*/ 1030147 h 5212025"/>
                <a:gd name="connsiteX79" fmla="*/ 139938 w 4850918"/>
                <a:gd name="connsiteY79" fmla="*/ 1388360 h 5212025"/>
                <a:gd name="connsiteX80" fmla="*/ 3281 w 4850918"/>
                <a:gd name="connsiteY80" fmla="*/ 1587670 h 5212025"/>
                <a:gd name="connsiteX81" fmla="*/ 0 w 4850918"/>
                <a:gd name="connsiteY81" fmla="*/ 1593348 h 5212025"/>
                <a:gd name="connsiteX82" fmla="*/ 0 w 4850918"/>
                <a:gd name="connsiteY82" fmla="*/ 1287136 h 5212025"/>
                <a:gd name="connsiteX83" fmla="*/ 83949 w 4850918"/>
                <a:gd name="connsiteY83" fmla="*/ 1148949 h 5212025"/>
                <a:gd name="connsiteX84" fmla="*/ 2244906 w 4850918"/>
                <a:gd name="connsiteY84" fmla="*/ 0 h 5212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4850918" h="5212025">
                  <a:moveTo>
                    <a:pt x="2244906" y="0"/>
                  </a:moveTo>
                  <a:cubicBezTo>
                    <a:pt x="3684206" y="0"/>
                    <a:pt x="4850918" y="1166713"/>
                    <a:pt x="4850918" y="2606013"/>
                  </a:cubicBezTo>
                  <a:cubicBezTo>
                    <a:pt x="4850918" y="4045313"/>
                    <a:pt x="3684206" y="5212025"/>
                    <a:pt x="2244906" y="5212025"/>
                  </a:cubicBezTo>
                  <a:cubicBezTo>
                    <a:pt x="1345344" y="5212025"/>
                    <a:pt x="552260" y="4756278"/>
                    <a:pt x="83949" y="4063077"/>
                  </a:cubicBezTo>
                  <a:lnTo>
                    <a:pt x="0" y="3924890"/>
                  </a:lnTo>
                  <a:lnTo>
                    <a:pt x="0" y="3598606"/>
                  </a:lnTo>
                  <a:lnTo>
                    <a:pt x="15357" y="3619452"/>
                  </a:lnTo>
                  <a:cubicBezTo>
                    <a:pt x="45413" y="3659314"/>
                    <a:pt x="76921" y="3699539"/>
                    <a:pt x="107340" y="3738402"/>
                  </a:cubicBezTo>
                  <a:cubicBezTo>
                    <a:pt x="127316" y="3763917"/>
                    <a:pt x="148019" y="3790250"/>
                    <a:pt x="168177" y="3816401"/>
                  </a:cubicBezTo>
                  <a:cubicBezTo>
                    <a:pt x="189334" y="3843732"/>
                    <a:pt x="217210" y="3879781"/>
                    <a:pt x="245086" y="3916919"/>
                  </a:cubicBezTo>
                  <a:cubicBezTo>
                    <a:pt x="258343" y="3934443"/>
                    <a:pt x="271600" y="3952695"/>
                    <a:pt x="284403" y="3970310"/>
                  </a:cubicBezTo>
                  <a:cubicBezTo>
                    <a:pt x="296571" y="3987018"/>
                    <a:pt x="308102" y="4002908"/>
                    <a:pt x="319634" y="4018253"/>
                  </a:cubicBezTo>
                  <a:lnTo>
                    <a:pt x="319816" y="4018435"/>
                  </a:lnTo>
                  <a:lnTo>
                    <a:pt x="319998" y="4018617"/>
                  </a:lnTo>
                  <a:cubicBezTo>
                    <a:pt x="339883" y="4045948"/>
                    <a:pt x="361131" y="4073370"/>
                    <a:pt x="381652" y="4099884"/>
                  </a:cubicBezTo>
                  <a:lnTo>
                    <a:pt x="393547" y="4115230"/>
                  </a:lnTo>
                  <a:lnTo>
                    <a:pt x="399540" y="4122676"/>
                  </a:lnTo>
                  <a:cubicBezTo>
                    <a:pt x="422604" y="4151187"/>
                    <a:pt x="446303" y="4180698"/>
                    <a:pt x="470547" y="4208756"/>
                  </a:cubicBezTo>
                  <a:cubicBezTo>
                    <a:pt x="523848" y="4271228"/>
                    <a:pt x="578692" y="4330430"/>
                    <a:pt x="633445" y="4384730"/>
                  </a:cubicBezTo>
                  <a:cubicBezTo>
                    <a:pt x="750035" y="4499776"/>
                    <a:pt x="872708" y="4598296"/>
                    <a:pt x="997833" y="4677384"/>
                  </a:cubicBezTo>
                  <a:cubicBezTo>
                    <a:pt x="1068659" y="4721786"/>
                    <a:pt x="1134218" y="4757653"/>
                    <a:pt x="1198505" y="4786982"/>
                  </a:cubicBezTo>
                  <a:lnTo>
                    <a:pt x="1198687" y="4787073"/>
                  </a:lnTo>
                  <a:lnTo>
                    <a:pt x="1198869" y="4787164"/>
                  </a:lnTo>
                  <a:cubicBezTo>
                    <a:pt x="1264246" y="4817945"/>
                    <a:pt x="1335525" y="4845821"/>
                    <a:pt x="1410709" y="4869975"/>
                  </a:cubicBezTo>
                  <a:cubicBezTo>
                    <a:pt x="1479900" y="4892221"/>
                    <a:pt x="1554358" y="4911562"/>
                    <a:pt x="1631902" y="4927271"/>
                  </a:cubicBezTo>
                  <a:cubicBezTo>
                    <a:pt x="1667588" y="4934353"/>
                    <a:pt x="1705452" y="4940709"/>
                    <a:pt x="1744134" y="4946157"/>
                  </a:cubicBezTo>
                  <a:cubicBezTo>
                    <a:pt x="1780454" y="4951243"/>
                    <a:pt x="1818409" y="4955510"/>
                    <a:pt x="1856819" y="4958961"/>
                  </a:cubicBezTo>
                  <a:cubicBezTo>
                    <a:pt x="1930277" y="4965680"/>
                    <a:pt x="2006551" y="4968949"/>
                    <a:pt x="2090089" y="4969130"/>
                  </a:cubicBezTo>
                  <a:lnTo>
                    <a:pt x="2101802" y="4969130"/>
                  </a:lnTo>
                  <a:cubicBezTo>
                    <a:pt x="2106978" y="4969221"/>
                    <a:pt x="2112063" y="4969221"/>
                    <a:pt x="2117238" y="4969221"/>
                  </a:cubicBezTo>
                  <a:cubicBezTo>
                    <a:pt x="2129678" y="4969221"/>
                    <a:pt x="2138940" y="4969130"/>
                    <a:pt x="2147294" y="4968767"/>
                  </a:cubicBezTo>
                  <a:lnTo>
                    <a:pt x="2147566" y="4968767"/>
                  </a:lnTo>
                  <a:lnTo>
                    <a:pt x="2147838" y="4968767"/>
                  </a:lnTo>
                  <a:lnTo>
                    <a:pt x="2176078" y="4968041"/>
                  </a:lnTo>
                  <a:lnTo>
                    <a:pt x="2204499" y="4966588"/>
                  </a:lnTo>
                  <a:cubicBezTo>
                    <a:pt x="2236824" y="4965135"/>
                    <a:pt x="2271238" y="4962138"/>
                    <a:pt x="2315822" y="4956872"/>
                  </a:cubicBezTo>
                  <a:cubicBezTo>
                    <a:pt x="2460651" y="4939166"/>
                    <a:pt x="2605480" y="4900030"/>
                    <a:pt x="2746222" y="4840555"/>
                  </a:cubicBezTo>
                  <a:cubicBezTo>
                    <a:pt x="2810783" y="4813587"/>
                    <a:pt x="2877613" y="4780444"/>
                    <a:pt x="2950617" y="4739220"/>
                  </a:cubicBezTo>
                  <a:cubicBezTo>
                    <a:pt x="3013452" y="4703989"/>
                    <a:pt x="3078285" y="4663492"/>
                    <a:pt x="3148929" y="4615367"/>
                  </a:cubicBezTo>
                  <a:cubicBezTo>
                    <a:pt x="3207042" y="4575777"/>
                    <a:pt x="3268696" y="4531012"/>
                    <a:pt x="3342791" y="4474533"/>
                  </a:cubicBezTo>
                  <a:cubicBezTo>
                    <a:pt x="3375298" y="4449835"/>
                    <a:pt x="3408077" y="4423956"/>
                    <a:pt x="3438496" y="4399894"/>
                  </a:cubicBezTo>
                  <a:lnTo>
                    <a:pt x="3536108" y="4321804"/>
                  </a:lnTo>
                  <a:cubicBezTo>
                    <a:pt x="3591043" y="4278219"/>
                    <a:pt x="3646795" y="4234907"/>
                    <a:pt x="3700641" y="4192956"/>
                  </a:cubicBezTo>
                  <a:cubicBezTo>
                    <a:pt x="3775643" y="4134571"/>
                    <a:pt x="3853279" y="4074187"/>
                    <a:pt x="3927282" y="4014258"/>
                  </a:cubicBezTo>
                  <a:cubicBezTo>
                    <a:pt x="4077741" y="3892493"/>
                    <a:pt x="4186340" y="3793610"/>
                    <a:pt x="4279230" y="3693909"/>
                  </a:cubicBezTo>
                  <a:cubicBezTo>
                    <a:pt x="4335800" y="3632800"/>
                    <a:pt x="4383471" y="3574959"/>
                    <a:pt x="4424785" y="3517209"/>
                  </a:cubicBezTo>
                  <a:cubicBezTo>
                    <a:pt x="4471367" y="3451559"/>
                    <a:pt x="4508959" y="3388725"/>
                    <a:pt x="4539922" y="3324800"/>
                  </a:cubicBezTo>
                  <a:cubicBezTo>
                    <a:pt x="4604664" y="3192774"/>
                    <a:pt x="4645162" y="3047763"/>
                    <a:pt x="4660234" y="2893945"/>
                  </a:cubicBezTo>
                  <a:cubicBezTo>
                    <a:pt x="4663776" y="2857443"/>
                    <a:pt x="4666046" y="2818671"/>
                    <a:pt x="4667045" y="2779081"/>
                  </a:cubicBezTo>
                  <a:lnTo>
                    <a:pt x="4667135" y="2774632"/>
                  </a:lnTo>
                  <a:cubicBezTo>
                    <a:pt x="4667408" y="2756834"/>
                    <a:pt x="4667680" y="2738583"/>
                    <a:pt x="4667408" y="2719787"/>
                  </a:cubicBezTo>
                  <a:cubicBezTo>
                    <a:pt x="4667408" y="2713976"/>
                    <a:pt x="4667317" y="2708256"/>
                    <a:pt x="4667317" y="2702444"/>
                  </a:cubicBezTo>
                  <a:cubicBezTo>
                    <a:pt x="4667317" y="2688188"/>
                    <a:pt x="4667226" y="2673569"/>
                    <a:pt x="4666772" y="2658950"/>
                  </a:cubicBezTo>
                  <a:cubicBezTo>
                    <a:pt x="4665228" y="2576139"/>
                    <a:pt x="4661142" y="2494599"/>
                    <a:pt x="4654787" y="2416691"/>
                  </a:cubicBezTo>
                  <a:cubicBezTo>
                    <a:pt x="4640531" y="2247618"/>
                    <a:pt x="4616014" y="2086263"/>
                    <a:pt x="4581781" y="1936985"/>
                  </a:cubicBezTo>
                  <a:cubicBezTo>
                    <a:pt x="4544280" y="1773814"/>
                    <a:pt x="4494884" y="1618361"/>
                    <a:pt x="4435046" y="1474894"/>
                  </a:cubicBezTo>
                  <a:cubicBezTo>
                    <a:pt x="4419519" y="1437484"/>
                    <a:pt x="4402993" y="1400164"/>
                    <a:pt x="4386104" y="1364116"/>
                  </a:cubicBezTo>
                  <a:cubicBezTo>
                    <a:pt x="4369578" y="1329248"/>
                    <a:pt x="4351236" y="1292837"/>
                    <a:pt x="4331623" y="1255698"/>
                  </a:cubicBezTo>
                  <a:cubicBezTo>
                    <a:pt x="4294757" y="1186054"/>
                    <a:pt x="4252988" y="1116318"/>
                    <a:pt x="4206861" y="1048216"/>
                  </a:cubicBezTo>
                  <a:cubicBezTo>
                    <a:pt x="4117058" y="913920"/>
                    <a:pt x="4012273" y="790612"/>
                    <a:pt x="3895592" y="681922"/>
                  </a:cubicBezTo>
                  <a:cubicBezTo>
                    <a:pt x="3836662" y="627441"/>
                    <a:pt x="3774281" y="576319"/>
                    <a:pt x="3710356" y="530192"/>
                  </a:cubicBezTo>
                  <a:cubicBezTo>
                    <a:pt x="3642437" y="481795"/>
                    <a:pt x="3574335" y="439299"/>
                    <a:pt x="3507777" y="403705"/>
                  </a:cubicBezTo>
                  <a:cubicBezTo>
                    <a:pt x="3371575" y="329974"/>
                    <a:pt x="3222932" y="272406"/>
                    <a:pt x="3065936" y="232543"/>
                  </a:cubicBezTo>
                  <a:cubicBezTo>
                    <a:pt x="2990933" y="213475"/>
                    <a:pt x="2913116" y="198220"/>
                    <a:pt x="2834573" y="187233"/>
                  </a:cubicBezTo>
                  <a:cubicBezTo>
                    <a:pt x="2758208" y="176610"/>
                    <a:pt x="2679756" y="169799"/>
                    <a:pt x="2601212" y="166894"/>
                  </a:cubicBezTo>
                  <a:cubicBezTo>
                    <a:pt x="2567434" y="165441"/>
                    <a:pt x="2533201" y="164715"/>
                    <a:pt x="2499332" y="164715"/>
                  </a:cubicBezTo>
                  <a:cubicBezTo>
                    <a:pt x="2378294" y="164715"/>
                    <a:pt x="2254531" y="173886"/>
                    <a:pt x="2131857" y="192046"/>
                  </a:cubicBezTo>
                  <a:cubicBezTo>
                    <a:pt x="2052043" y="204304"/>
                    <a:pt x="1974407" y="219468"/>
                    <a:pt x="1901130" y="237084"/>
                  </a:cubicBezTo>
                  <a:cubicBezTo>
                    <a:pt x="1822314" y="256334"/>
                    <a:pt x="1746040" y="278035"/>
                    <a:pt x="1674579" y="301553"/>
                  </a:cubicBezTo>
                  <a:cubicBezTo>
                    <a:pt x="1599849" y="326069"/>
                    <a:pt x="1525483" y="353764"/>
                    <a:pt x="1453477" y="383819"/>
                  </a:cubicBezTo>
                  <a:cubicBezTo>
                    <a:pt x="1381199" y="414147"/>
                    <a:pt x="1309011" y="447653"/>
                    <a:pt x="1238821" y="483338"/>
                  </a:cubicBezTo>
                  <a:cubicBezTo>
                    <a:pt x="1097715" y="555162"/>
                    <a:pt x="960695" y="637338"/>
                    <a:pt x="831666" y="727777"/>
                  </a:cubicBezTo>
                  <a:cubicBezTo>
                    <a:pt x="805061" y="746573"/>
                    <a:pt x="770102" y="771543"/>
                    <a:pt x="735416" y="798148"/>
                  </a:cubicBezTo>
                  <a:lnTo>
                    <a:pt x="735234" y="798330"/>
                  </a:lnTo>
                  <a:lnTo>
                    <a:pt x="735053" y="798511"/>
                  </a:lnTo>
                  <a:cubicBezTo>
                    <a:pt x="721796" y="808318"/>
                    <a:pt x="708448" y="818669"/>
                    <a:pt x="695554" y="828748"/>
                  </a:cubicBezTo>
                  <a:lnTo>
                    <a:pt x="687563" y="835014"/>
                  </a:lnTo>
                  <a:cubicBezTo>
                    <a:pt x="670765" y="847817"/>
                    <a:pt x="654784" y="860892"/>
                    <a:pt x="641254" y="871970"/>
                  </a:cubicBezTo>
                  <a:cubicBezTo>
                    <a:pt x="574061" y="926996"/>
                    <a:pt x="515131" y="978753"/>
                    <a:pt x="461013" y="1030147"/>
                  </a:cubicBezTo>
                  <a:cubicBezTo>
                    <a:pt x="343152" y="1141288"/>
                    <a:pt x="235189" y="1261782"/>
                    <a:pt x="139938" y="1388360"/>
                  </a:cubicBezTo>
                  <a:cubicBezTo>
                    <a:pt x="90632" y="1453919"/>
                    <a:pt x="44596" y="1521021"/>
                    <a:pt x="3281" y="1587670"/>
                  </a:cubicBezTo>
                  <a:lnTo>
                    <a:pt x="0" y="1593348"/>
                  </a:lnTo>
                  <a:lnTo>
                    <a:pt x="0" y="1287136"/>
                  </a:lnTo>
                  <a:lnTo>
                    <a:pt x="83949" y="1148949"/>
                  </a:lnTo>
                  <a:cubicBezTo>
                    <a:pt x="552260" y="455747"/>
                    <a:pt x="1345344" y="0"/>
                    <a:pt x="2244906"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716803" name="Rectangle 3"/>
          <p:cNvSpPr>
            <a:spLocks noGrp="1" noChangeArrowheads="1"/>
          </p:cNvSpPr>
          <p:nvPr>
            <p:ph type="body" idx="1"/>
          </p:nvPr>
        </p:nvSpPr>
        <p:spPr>
          <a:xfrm>
            <a:off x="4814598" y="1663908"/>
            <a:ext cx="6847750" cy="4397063"/>
          </a:xfrm>
        </p:spPr>
        <p:txBody>
          <a:bodyPr anchor="ctr">
            <a:normAutofit/>
          </a:bodyPr>
          <a:lstStyle/>
          <a:p>
            <a:pPr marL="342900" indent="-342900"/>
            <a:r>
              <a:rPr lang="en-US" altLang="en-US" sz="2500" dirty="0">
                <a:solidFill>
                  <a:schemeClr val="tx2"/>
                </a:solidFill>
              </a:rPr>
              <a:t>Alternate scenario paths such as</a:t>
            </a:r>
          </a:p>
          <a:p>
            <a:pPr marL="742950" lvl="1" indent="-285750"/>
            <a:r>
              <a:rPr lang="en-US" altLang="en-US" sz="2500" dirty="0">
                <a:solidFill>
                  <a:schemeClr val="tx2"/>
                </a:solidFill>
              </a:rPr>
              <a:t>Exception conditions (failure conditions)</a:t>
            </a:r>
          </a:p>
          <a:p>
            <a:pPr marL="742950" lvl="1" indent="-285750"/>
            <a:r>
              <a:rPr lang="en-US" altLang="en-US" sz="2500" dirty="0">
                <a:solidFill>
                  <a:schemeClr val="tx2"/>
                </a:solidFill>
              </a:rPr>
              <a:t>Alternate scenarios of success</a:t>
            </a:r>
          </a:p>
          <a:p>
            <a:pPr marL="342900" indent="-342900"/>
            <a:r>
              <a:rPr lang="en-US" altLang="en-US" sz="2500" dirty="0">
                <a:solidFill>
                  <a:schemeClr val="tx2"/>
                </a:solidFill>
              </a:rPr>
              <a:t>Example</a:t>
            </a:r>
          </a:p>
          <a:p>
            <a:pPr marL="742950" lvl="1" indent="-285750">
              <a:buNone/>
            </a:pPr>
            <a:r>
              <a:rPr lang="en-US" altLang="en-US" sz="2500" dirty="0">
                <a:solidFill>
                  <a:schemeClr val="tx2"/>
                </a:solidFill>
              </a:rPr>
              <a:t>*a. At any time system fails</a:t>
            </a:r>
          </a:p>
          <a:p>
            <a:pPr lvl="2">
              <a:buNone/>
            </a:pPr>
            <a:r>
              <a:rPr lang="en-US" altLang="en-US" sz="2500" dirty="0">
                <a:solidFill>
                  <a:schemeClr val="tx2"/>
                </a:solidFill>
              </a:rPr>
              <a:t>1. Registrar starts again from the point of failure</a:t>
            </a:r>
          </a:p>
          <a:p>
            <a:pPr marL="742950" lvl="1" indent="-285750">
              <a:buNone/>
            </a:pPr>
            <a:r>
              <a:rPr lang="en-US" altLang="en-US" sz="2500" dirty="0">
                <a:solidFill>
                  <a:schemeClr val="tx2"/>
                </a:solidFill>
              </a:rPr>
              <a:t>2a. Incorrect semester</a:t>
            </a:r>
          </a:p>
          <a:p>
            <a:pPr lvl="2">
              <a:buNone/>
            </a:pPr>
            <a:r>
              <a:rPr lang="en-US" altLang="en-US" sz="2500" dirty="0">
                <a:solidFill>
                  <a:schemeClr val="tx2"/>
                </a:solidFill>
              </a:rPr>
              <a:t>1. System signals error and rejects entry</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37E6699A-4360-4153-B45A-23F6E8745E55}"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58</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A8D3C-6D89-AC8F-850E-1CB2B1504228}"/>
              </a:ext>
            </a:extLst>
          </p:cNvPr>
          <p:cNvSpPr>
            <a:spLocks noGrp="1"/>
          </p:cNvSpPr>
          <p:nvPr>
            <p:ph type="title"/>
          </p:nvPr>
        </p:nvSpPr>
        <p:spPr/>
        <p:txBody>
          <a:bodyPr/>
          <a:lstStyle/>
          <a:p>
            <a:r>
              <a:rPr lang="en-US" dirty="0"/>
              <a:t>For your Assignment 1, Deliverable 2:</a:t>
            </a:r>
          </a:p>
        </p:txBody>
      </p:sp>
      <p:sp>
        <p:nvSpPr>
          <p:cNvPr id="3" name="Content Placeholder 2">
            <a:extLst>
              <a:ext uri="{FF2B5EF4-FFF2-40B4-BE49-F238E27FC236}">
                <a16:creationId xmlns:a16="http://schemas.microsoft.com/office/drawing/2014/main" id="{C009972C-AD4D-3D52-243A-5CE91CAD2508}"/>
              </a:ext>
            </a:extLst>
          </p:cNvPr>
          <p:cNvSpPr>
            <a:spLocks noGrp="1"/>
          </p:cNvSpPr>
          <p:nvPr>
            <p:ph idx="1"/>
          </p:nvPr>
        </p:nvSpPr>
        <p:spPr/>
        <p:txBody>
          <a:bodyPr>
            <a:normAutofit fontScale="85000" lnSpcReduction="10000"/>
          </a:bodyPr>
          <a:lstStyle/>
          <a:p>
            <a:r>
              <a:rPr lang="en-US" dirty="0"/>
              <a:t>For your </a:t>
            </a:r>
            <a:r>
              <a:rPr lang="en-US" b="1" dirty="0">
                <a:solidFill>
                  <a:schemeClr val="accent2">
                    <a:lumMod val="75000"/>
                  </a:schemeClr>
                </a:solidFill>
              </a:rPr>
              <a:t>Assignment 1</a:t>
            </a:r>
            <a:r>
              <a:rPr lang="en-US" dirty="0"/>
              <a:t>:</a:t>
            </a:r>
          </a:p>
          <a:p>
            <a:endParaRPr lang="en-US" dirty="0"/>
          </a:p>
          <a:p>
            <a:pPr lvl="1"/>
            <a:r>
              <a:rPr lang="en-US" dirty="0"/>
              <a:t>You will write requirements in “Shall Statements” format in section 5</a:t>
            </a:r>
          </a:p>
          <a:p>
            <a:pPr lvl="1"/>
            <a:endParaRPr lang="en-US" dirty="0"/>
          </a:p>
          <a:p>
            <a:pPr lvl="1"/>
            <a:r>
              <a:rPr lang="en-US" dirty="0"/>
              <a:t>For Section 6, You will then select five major requirements and rewrite them in use cases format. we recommend at least the following sections to be included for every use case:</a:t>
            </a:r>
          </a:p>
          <a:p>
            <a:pPr marL="457200" lvl="1" indent="0">
              <a:buNone/>
            </a:pPr>
            <a:endParaRPr lang="en-US" dirty="0"/>
          </a:p>
          <a:p>
            <a:pPr marL="971550" lvl="1" indent="-514350">
              <a:buFont typeface="+mj-lt"/>
              <a:buAutoNum type="arabicPeriod"/>
            </a:pPr>
            <a:r>
              <a:rPr lang="en-US" dirty="0"/>
              <a:t>Use Case Title</a:t>
            </a:r>
          </a:p>
          <a:p>
            <a:pPr marL="971550" lvl="1" indent="-514350">
              <a:buFont typeface="+mj-lt"/>
              <a:buAutoNum type="arabicPeriod"/>
            </a:pPr>
            <a:r>
              <a:rPr lang="en-US" dirty="0"/>
              <a:t>Main Success Scenario</a:t>
            </a:r>
          </a:p>
          <a:p>
            <a:pPr marL="971550" lvl="1" indent="-514350">
              <a:buFont typeface="+mj-lt"/>
              <a:buAutoNum type="arabicPeriod"/>
            </a:pPr>
            <a:r>
              <a:rPr lang="en-US" dirty="0"/>
              <a:t>Extensions (Alternative or Failure Scenarios)</a:t>
            </a:r>
          </a:p>
          <a:p>
            <a:pPr marL="514350" indent="-514350">
              <a:buFont typeface="+mj-lt"/>
              <a:buAutoNum type="arabicPeriod"/>
            </a:pPr>
            <a:endParaRPr lang="en-US" dirty="0"/>
          </a:p>
          <a:p>
            <a:r>
              <a:rPr lang="en-US" dirty="0"/>
              <a:t>For your </a:t>
            </a:r>
            <a:r>
              <a:rPr lang="en-US" b="1" dirty="0">
                <a:solidFill>
                  <a:schemeClr val="accent2">
                    <a:lumMod val="75000"/>
                  </a:schemeClr>
                </a:solidFill>
              </a:rPr>
              <a:t>Project Deliverable 2</a:t>
            </a:r>
            <a:r>
              <a:rPr lang="en-US" dirty="0"/>
              <a:t>, you will write all your requirements in “Shall Statements” format.</a:t>
            </a:r>
          </a:p>
        </p:txBody>
      </p:sp>
    </p:spTree>
    <p:extLst>
      <p:ext uri="{BB962C8B-B14F-4D97-AF65-F5344CB8AC3E}">
        <p14:creationId xmlns:p14="http://schemas.microsoft.com/office/powerpoint/2010/main" val="18024153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8"/>
            <a:ext cx="10881360" cy="4050792"/>
          </a:xfrm>
        </p:spPr>
        <p:txBody>
          <a:bodyPr>
            <a:normAutofit fontScale="85000" lnSpcReduction="10000"/>
          </a:bodyPr>
          <a:lstStyle/>
          <a:p>
            <a:pPr marL="0" indent="0">
              <a:buNone/>
            </a:pPr>
            <a:r>
              <a:rPr lang="en-US" dirty="0"/>
              <a:t>       </a:t>
            </a:r>
            <a:r>
              <a:rPr lang="en-US" sz="3100" b="1" dirty="0"/>
              <a:t>Read:</a:t>
            </a:r>
          </a:p>
          <a:p>
            <a:pPr lvl="2"/>
            <a:endParaRPr lang="en-US" sz="3100" dirty="0"/>
          </a:p>
          <a:p>
            <a:pPr lvl="2"/>
            <a:r>
              <a:rPr lang="en-US" sz="3100" dirty="0"/>
              <a:t>Chapter 5 of the textbook.</a:t>
            </a:r>
          </a:p>
          <a:p>
            <a:pPr lvl="2"/>
            <a:r>
              <a:rPr lang="en-US" sz="3100" dirty="0"/>
              <a:t>Read IEEE 29148 Template at </a:t>
            </a:r>
            <a:r>
              <a:rPr lang="en-US" sz="3100" dirty="0">
                <a:hlinkClick r:id="rId2"/>
              </a:rPr>
              <a:t>https://</a:t>
            </a:r>
            <a:r>
              <a:rPr lang="en-US" sz="3100" dirty="0" err="1">
                <a:hlinkClick r:id="rId2"/>
              </a:rPr>
              <a:t>github.com</a:t>
            </a:r>
            <a:r>
              <a:rPr lang="en-US" sz="3100" dirty="0">
                <a:hlinkClick r:id="rId2"/>
              </a:rPr>
              <a:t>/jam01/SRS-Template/blob/master/</a:t>
            </a:r>
            <a:r>
              <a:rPr lang="en-US" sz="3100" dirty="0" err="1">
                <a:hlinkClick r:id="rId2"/>
              </a:rPr>
              <a:t>template.md</a:t>
            </a:r>
            <a:r>
              <a:rPr lang="en-US" sz="3100" dirty="0"/>
              <a:t>. (This is your template for project delivery 2 as well)</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r>
              <a:rPr lang="en-US" sz="3100" dirty="0"/>
              <a:t>Project Delivery 1 is due Friday. </a:t>
            </a:r>
          </a:p>
          <a:p>
            <a:pPr lvl="2"/>
            <a:r>
              <a:rPr lang="en-US" sz="3100" dirty="0"/>
              <a:t>Assignment 1 is open (Due next Friday). This is an </a:t>
            </a:r>
            <a:r>
              <a:rPr lang="en-US" sz="3100" u="sng" dirty="0"/>
              <a:t>Individual Submission</a:t>
            </a:r>
            <a:r>
              <a:rPr lang="en-US" sz="3100" dirty="0"/>
              <a:t>.</a:t>
            </a:r>
            <a:endParaRPr lang="en-US" dirty="0"/>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60</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43277" y="4095062"/>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688EF-402A-AF56-830F-08A542EDB43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46B7AEF-152E-DEE6-876C-A7132FE4FE60}"/>
              </a:ext>
            </a:extLst>
          </p:cNvPr>
          <p:cNvSpPr>
            <a:spLocks noGrp="1"/>
          </p:cNvSpPr>
          <p:nvPr>
            <p:ph idx="1"/>
          </p:nvPr>
        </p:nvSpPr>
        <p:spPr>
          <a:xfrm>
            <a:off x="749808" y="494737"/>
            <a:ext cx="10848634" cy="5261169"/>
          </a:xfrm>
        </p:spPr>
        <p:txBody>
          <a:bodyPr>
            <a:normAutofit/>
          </a:bodyPr>
          <a:lstStyle/>
          <a:p>
            <a:pPr marL="0" indent="0">
              <a:buNone/>
            </a:pPr>
            <a:r>
              <a:rPr lang="en-US" dirty="0"/>
              <a:t>       </a:t>
            </a:r>
            <a:r>
              <a:rPr lang="en-US" sz="3100" b="1" dirty="0"/>
              <a:t>Poll: https://</a:t>
            </a:r>
            <a:r>
              <a:rPr lang="en-US" sz="3100" b="1" dirty="0" err="1"/>
              <a:t>piazza.com</a:t>
            </a:r>
            <a:r>
              <a:rPr lang="en-US" sz="3100" b="1" dirty="0"/>
              <a:t>/class/mcf8iluri7n5wk/</a:t>
            </a:r>
            <a:endParaRPr lang="en-US" dirty="0"/>
          </a:p>
          <a:p>
            <a:endParaRPr lang="en-US" dirty="0"/>
          </a:p>
        </p:txBody>
      </p:sp>
      <p:sp>
        <p:nvSpPr>
          <p:cNvPr id="4" name="Slide Number Placeholder 3">
            <a:extLst>
              <a:ext uri="{FF2B5EF4-FFF2-40B4-BE49-F238E27FC236}">
                <a16:creationId xmlns:a16="http://schemas.microsoft.com/office/drawing/2014/main" id="{7D6EC23A-82A0-908B-95EA-D520B051C4F5}"/>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61</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9428189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Yellow question mark">
            <a:extLst>
              <a:ext uri="{FF2B5EF4-FFF2-40B4-BE49-F238E27FC236}">
                <a16:creationId xmlns:a16="http://schemas.microsoft.com/office/drawing/2014/main" id="{DD3F0050-C909-9BB5-A8EB-63BC87AB4884}"/>
              </a:ext>
            </a:extLst>
          </p:cNvPr>
          <p:cNvPicPr>
            <a:picLocks noChangeAspect="1"/>
          </p:cNvPicPr>
          <p:nvPr/>
        </p:nvPicPr>
        <p:blipFill rotWithShape="1">
          <a:blip r:embed="rId2"/>
          <a:srcRect l="18221" r="5939"/>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6B1D7E0-B191-506C-BEAC-9EE92AE52092}"/>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a:t>Questions?</a:t>
            </a:r>
          </a:p>
        </p:txBody>
      </p:sp>
      <p:sp>
        <p:nvSpPr>
          <p:cNvPr id="13" name="Rectangle 12">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lide Number Placeholder 2">
            <a:extLst>
              <a:ext uri="{FF2B5EF4-FFF2-40B4-BE49-F238E27FC236}">
                <a16:creationId xmlns:a16="http://schemas.microsoft.com/office/drawing/2014/main" id="{365D9345-1B5D-35BD-9FCE-3D1D1ADCD500}"/>
              </a:ext>
            </a:extLst>
          </p:cNvPr>
          <p:cNvSpPr>
            <a:spLocks noGrp="1"/>
          </p:cNvSpPr>
          <p:nvPr>
            <p:ph type="sldNum" sz="quarter" idx="12"/>
          </p:nvPr>
        </p:nvSpPr>
        <p:spPr/>
        <p:txBody>
          <a:bodyPr/>
          <a:lstStyle/>
          <a:p>
            <a:fld id="{7DF6DEEC-D04A-4FF0-9A08-7D39859C24F4}" type="slidenum">
              <a:rPr lang="en-US" smtClean="0"/>
              <a:t>62</a:t>
            </a:fld>
            <a:endParaRPr lang="en-US"/>
          </a:p>
        </p:txBody>
      </p:sp>
    </p:spTree>
    <p:extLst>
      <p:ext uri="{BB962C8B-B14F-4D97-AF65-F5344CB8AC3E}">
        <p14:creationId xmlns:p14="http://schemas.microsoft.com/office/powerpoint/2010/main" val="49305509"/>
      </p:ext>
    </p:extLst>
  </p:cSld>
  <p:clrMapOvr>
    <a:overrideClrMapping bg1="dk1" tx1="lt1" bg2="dk2" tx2="lt2" accent1="accent1" accent2="accent2" accent3="accent3" accent4="accent4" accent5="accent5" accent6="accent6" hlink="hlink" folHlink="folHlink"/>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1961</TotalTime>
  <Words>5084</Words>
  <Application>Microsoft Macintosh PowerPoint</Application>
  <PresentationFormat>Widescreen</PresentationFormat>
  <Paragraphs>612</Paragraphs>
  <Slides>62</Slides>
  <Notes>17</Notes>
  <HiddenSlides>0</HiddenSlides>
  <MMClips>1</MMClips>
  <ScaleCrop>false</ScaleCrop>
  <HeadingPairs>
    <vt:vector size="6" baseType="variant">
      <vt:variant>
        <vt:lpstr>Fonts Used</vt:lpstr>
      </vt:variant>
      <vt:variant>
        <vt:i4>11</vt:i4>
      </vt:variant>
      <vt:variant>
        <vt:lpstr>Theme</vt:lpstr>
      </vt:variant>
      <vt:variant>
        <vt:i4>3</vt:i4>
      </vt:variant>
      <vt:variant>
        <vt:lpstr>Slide Titles</vt:lpstr>
      </vt:variant>
      <vt:variant>
        <vt:i4>62</vt:i4>
      </vt:variant>
    </vt:vector>
  </HeadingPairs>
  <TitlesOfParts>
    <vt:vector size="76" baseType="lpstr">
      <vt:lpstr>Arial</vt:lpstr>
      <vt:lpstr>Calibri</vt:lpstr>
      <vt:lpstr>Calibri Light</vt:lpstr>
      <vt:lpstr>Century Schoolbook</vt:lpstr>
      <vt:lpstr>Courier</vt:lpstr>
      <vt:lpstr>Courier New</vt:lpstr>
      <vt:lpstr>Lato Extended</vt:lpstr>
      <vt:lpstr>Rockwell Extra Bold</vt:lpstr>
      <vt:lpstr>Tahoma</vt:lpstr>
      <vt:lpstr>Times New Roman</vt:lpstr>
      <vt:lpstr>Wingdings</vt:lpstr>
      <vt:lpstr>Office Theme</vt:lpstr>
      <vt:lpstr>Wood Type</vt:lpstr>
      <vt:lpstr>1_Office Theme</vt:lpstr>
      <vt:lpstr>Software Engineering CS411, FALL 2025 </vt:lpstr>
      <vt:lpstr>Lesson plan</vt:lpstr>
      <vt:lpstr>How to Write down Requirements?</vt:lpstr>
      <vt:lpstr>Informal Representation</vt:lpstr>
      <vt:lpstr>PowerPoint Presentation</vt:lpstr>
      <vt:lpstr>Shall Statements</vt:lpstr>
      <vt:lpstr>Use Cases</vt:lpstr>
      <vt:lpstr>A Use Case Example</vt:lpstr>
      <vt:lpstr>PowerPoint Presentation</vt:lpstr>
      <vt:lpstr>Semi-Formal</vt:lpstr>
      <vt:lpstr>FORMAL</vt:lpstr>
      <vt:lpstr>VDM++ example</vt:lpstr>
      <vt:lpstr>Requirements Representation in practice</vt:lpstr>
      <vt:lpstr>Our focus today…</vt:lpstr>
      <vt:lpstr>Shall statements for medical record system</vt:lpstr>
      <vt:lpstr>Shall statements for medical record system</vt:lpstr>
      <vt:lpstr>What is wrong with these requirements?</vt:lpstr>
      <vt:lpstr>Problems with Requirements</vt:lpstr>
      <vt:lpstr>The Requirements Document</vt:lpstr>
      <vt:lpstr>Users of a Requirements Document</vt:lpstr>
      <vt:lpstr>ISO/IEC/IEEE Standard 29148</vt:lpstr>
      <vt:lpstr>ISO/IEC/IEEE Standard 29148</vt:lpstr>
      <vt:lpstr>Table of Contents for an SRS</vt:lpstr>
      <vt:lpstr>SRS Document</vt:lpstr>
      <vt:lpstr>Organizational Options for section 3.1</vt:lpstr>
      <vt:lpstr>IEEE Std 29148 Considerations for requirements</vt:lpstr>
      <vt:lpstr>IEEE Std 29148</vt:lpstr>
      <vt:lpstr>Singular</vt:lpstr>
      <vt:lpstr>Feasible</vt:lpstr>
      <vt:lpstr>Unambiguous</vt:lpstr>
      <vt:lpstr>Complete</vt:lpstr>
      <vt:lpstr>Consistent</vt:lpstr>
      <vt:lpstr>Verifiable</vt:lpstr>
      <vt:lpstr>Traceable</vt:lpstr>
      <vt:lpstr>Traceability Matrix</vt:lpstr>
      <vt:lpstr>Bounded</vt:lpstr>
      <vt:lpstr>Affordable</vt:lpstr>
      <vt:lpstr>Ranked</vt:lpstr>
      <vt:lpstr>Best Practices</vt:lpstr>
      <vt:lpstr>Shall or Must?</vt:lpstr>
      <vt:lpstr>Best Practices</vt:lpstr>
      <vt:lpstr>Shall Not Requirements</vt:lpstr>
      <vt:lpstr>Avoid The Following</vt:lpstr>
      <vt:lpstr>Bad Habits in Requirements Specification</vt:lpstr>
      <vt:lpstr>Best Practices</vt:lpstr>
      <vt:lpstr>Weak Phrases</vt:lpstr>
      <vt:lpstr>Use Cases</vt:lpstr>
      <vt:lpstr>Online Checkout (Main Success Scenario) </vt:lpstr>
      <vt:lpstr>Online Checkout  (Alternative Scenarios (Extensions))</vt:lpstr>
      <vt:lpstr>What is a use case?</vt:lpstr>
      <vt:lpstr>Use case modeling elements</vt:lpstr>
      <vt:lpstr>Actors</vt:lpstr>
      <vt:lpstr>Top Level Use Case Diagram</vt:lpstr>
      <vt:lpstr>Use Case Diagrams</vt:lpstr>
      <vt:lpstr>How to document Use Cases?</vt:lpstr>
      <vt:lpstr>Fully Dressed Use Case Template (Larman’s Template)</vt:lpstr>
      <vt:lpstr>Main Success Scenario</vt:lpstr>
      <vt:lpstr>Extensions</vt:lpstr>
      <vt:lpstr>For your Assignment 1, Deliverable 2:</vt:lpstr>
      <vt:lpstr>Readings , Assignments, Project Tasks</vt:lpstr>
      <vt:lpstr>PowerPoint Presentation</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Kontothanassis, Leonidas</cp:lastModifiedBy>
  <cp:revision>52</cp:revision>
  <dcterms:created xsi:type="dcterms:W3CDTF">2022-09-05T18:50:47Z</dcterms:created>
  <dcterms:modified xsi:type="dcterms:W3CDTF">2025-09-11T19:31:57Z</dcterms:modified>
</cp:coreProperties>
</file>